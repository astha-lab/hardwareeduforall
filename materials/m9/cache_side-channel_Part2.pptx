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</p:sldMasterIdLst>
  <p:notesMasterIdLst>
    <p:notesMasterId r:id="rId28"/>
  </p:notesMasterIdLst>
  <p:sldIdLst>
    <p:sldId id="260" r:id="rId3"/>
    <p:sldId id="332" r:id="rId4"/>
    <p:sldId id="337" r:id="rId5"/>
    <p:sldId id="338" r:id="rId6"/>
    <p:sldId id="339" r:id="rId7"/>
    <p:sldId id="340" r:id="rId8"/>
    <p:sldId id="341" r:id="rId9"/>
    <p:sldId id="342" r:id="rId10"/>
    <p:sldId id="344" r:id="rId11"/>
    <p:sldId id="345" r:id="rId12"/>
    <p:sldId id="346" r:id="rId13"/>
    <p:sldId id="334" r:id="rId14"/>
    <p:sldId id="348" r:id="rId15"/>
    <p:sldId id="347" r:id="rId16"/>
    <p:sldId id="349" r:id="rId17"/>
    <p:sldId id="335" r:id="rId18"/>
    <p:sldId id="354" r:id="rId19"/>
    <p:sldId id="350" r:id="rId20"/>
    <p:sldId id="352" r:id="rId21"/>
    <p:sldId id="353" r:id="rId22"/>
    <p:sldId id="355" r:id="rId23"/>
    <p:sldId id="351" r:id="rId24"/>
    <p:sldId id="357" r:id="rId25"/>
    <p:sldId id="356" r:id="rId26"/>
    <p:sldId id="30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3108"/>
    <a:srgbClr val="215F9A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0977CC-A1B4-40A8-96C6-4BB4836513A2}" v="243" dt="2024-12-05T16:02:53.113"/>
    <p1510:client id="{8E225BF7-3188-47DC-B03E-3BF102E4BB3B}" v="1" dt="2024-12-05T16:12:20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ssain, Tanvir" userId="5379524b-2947-4ff6-93a6-0f4602028252" providerId="ADAL" clId="{4E40FF40-501A-458A-8AF7-145E01AFEC74}"/>
    <pc:docChg chg="modSld">
      <pc:chgData name="Hossain, Tanvir" userId="5379524b-2947-4ff6-93a6-0f4602028252" providerId="ADAL" clId="{4E40FF40-501A-458A-8AF7-145E01AFEC74}" dt="2024-10-31T17:04:59.735" v="20"/>
      <pc:docMkLst>
        <pc:docMk/>
      </pc:docMkLst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2409443978" sldId="257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2409443978" sldId="257"/>
            <ac:inkMk id="3" creationId="{AFE4F930-5392-AA4B-5A49-BDE50402E5E0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1729915323" sldId="268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1729915323" sldId="268"/>
            <ac:inkMk id="5" creationId="{CF150D7A-260C-89F6-F6A0-713DEF5A555B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3948692902" sldId="269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3948692902" sldId="269"/>
            <ac:inkMk id="5" creationId="{9C19666F-990D-A8BA-30A2-4BFC8A802CE9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3178234004" sldId="270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3178234004" sldId="270"/>
            <ac:inkMk id="5" creationId="{8A3A6D97-52C5-8DBE-2286-C5F10020C67D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402523472" sldId="273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402523472" sldId="273"/>
            <ac:inkMk id="2" creationId="{97CE12AC-9EE9-D3FA-17BB-EC7500319386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1575889371" sldId="274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1575889371" sldId="274"/>
            <ac:inkMk id="3" creationId="{31680445-4758-0707-2B8E-7E9510C5CC0E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2446670331" sldId="275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2446670331" sldId="275"/>
            <ac:inkMk id="5" creationId="{EDDCC3A9-C8C8-36A0-6F8F-1699499E22C5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1785257647" sldId="276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1785257647" sldId="276"/>
            <ac:inkMk id="2" creationId="{B8D5B95D-D288-D7EB-717F-DC4E99C77469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4173929640" sldId="277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4173929640" sldId="277"/>
            <ac:inkMk id="5" creationId="{5D9DAD33-328D-36DE-661E-C29CD42AD51F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3249034943" sldId="278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3249034943" sldId="278"/>
            <ac:inkMk id="2" creationId="{34CB5369-1043-EAA0-05AC-83CE307BC078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936687709" sldId="279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936687709" sldId="279"/>
            <ac:inkMk id="5" creationId="{2D455886-11B4-0475-3712-EAEFE76D50C0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4042136807" sldId="280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4042136807" sldId="280"/>
            <ac:inkMk id="2" creationId="{C6004509-F625-67F4-7837-4710346D01FD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2601502647" sldId="281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2601502647" sldId="281"/>
            <ac:inkMk id="2" creationId="{BE3BC5F6-41F4-A10F-D581-12CA5A083D1C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3414793742" sldId="282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3414793742" sldId="282"/>
            <ac:inkMk id="5" creationId="{89C56683-B2C7-F5D1-968A-6BEBA45BBEA6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764038822" sldId="283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764038822" sldId="283"/>
            <ac:inkMk id="6" creationId="{16A82DA2-1FB1-533C-6AD5-9A13E7DE8532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3080078185" sldId="285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3080078185" sldId="285"/>
            <ac:inkMk id="3" creationId="{E21AFF7B-24D6-FB79-67AB-EE5D5C71C93D}"/>
          </ac:inkMkLst>
        </pc:inkChg>
      </pc:sldChg>
      <pc:sldChg chg="addSp modSp mod modAnim">
        <pc:chgData name="Hossain, Tanvir" userId="5379524b-2947-4ff6-93a6-0f4602028252" providerId="ADAL" clId="{4E40FF40-501A-458A-8AF7-145E01AFEC74}" dt="2024-10-31T17:04:59.735" v="20"/>
        <pc:sldMkLst>
          <pc:docMk/>
          <pc:sldMk cId="202281001" sldId="288"/>
        </pc:sldMkLst>
        <pc:spChg chg="mod">
          <ac:chgData name="Hossain, Tanvir" userId="5379524b-2947-4ff6-93a6-0f4602028252" providerId="ADAL" clId="{4E40FF40-501A-458A-8AF7-145E01AFEC74}" dt="2024-10-31T15:58:24.040" v="18" actId="20577"/>
          <ac:spMkLst>
            <pc:docMk/>
            <pc:sldMk cId="202281001" sldId="288"/>
            <ac:spMk id="5" creationId="{9BC847D9-FCE8-3A37-83BC-68EC80FD7550}"/>
          </ac:spMkLst>
        </pc:spChg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202281001" sldId="288"/>
            <ac:inkMk id="2" creationId="{28D96D74-8C9C-DFDD-D56F-ED02A840B3FF}"/>
          </ac:inkMkLst>
        </pc:inkChg>
      </pc:sldChg>
      <pc:sldChg chg="addSp">
        <pc:chgData name="Hossain, Tanvir" userId="5379524b-2947-4ff6-93a6-0f4602028252" providerId="ADAL" clId="{4E40FF40-501A-458A-8AF7-145E01AFEC74}" dt="2024-10-31T17:04:59.735" v="20"/>
        <pc:sldMkLst>
          <pc:docMk/>
          <pc:sldMk cId="3255037851" sldId="289"/>
        </pc:sldMkLst>
        <pc:inkChg chg="add">
          <ac:chgData name="Hossain, Tanvir" userId="5379524b-2947-4ff6-93a6-0f4602028252" providerId="ADAL" clId="{4E40FF40-501A-458A-8AF7-145E01AFEC74}" dt="2024-10-31T17:04:59.735" v="20"/>
          <ac:inkMkLst>
            <pc:docMk/>
            <pc:sldMk cId="3255037851" sldId="289"/>
            <ac:inkMk id="2" creationId="{E2427393-59AF-9887-AAAB-C18381A0BDFA}"/>
          </ac:inkMkLst>
        </pc:inkChg>
      </pc:sldChg>
    </pc:docChg>
  </pc:docChgLst>
  <pc:docChgLst>
    <pc:chgData name="Hossain, Tanvir" userId="5379524b-2947-4ff6-93a6-0f4602028252" providerId="ADAL" clId="{6C322C08-DB2A-409D-8D4A-D051AB3FF070}"/>
    <pc:docChg chg="undo custSel addSld delSld modSld sldOrd">
      <pc:chgData name="Hossain, Tanvir" userId="5379524b-2947-4ff6-93a6-0f4602028252" providerId="ADAL" clId="{6C322C08-DB2A-409D-8D4A-D051AB3FF070}" dt="2024-11-21T16:40:32.857" v="1678" actId="20577"/>
      <pc:docMkLst>
        <pc:docMk/>
      </pc:docMkLst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2409443978" sldId="257"/>
        </pc:sldMkLst>
      </pc:sldChg>
      <pc:sldChg chg="delSp modSp del mod">
        <pc:chgData name="Hossain, Tanvir" userId="5379524b-2947-4ff6-93a6-0f4602028252" providerId="ADAL" clId="{6C322C08-DB2A-409D-8D4A-D051AB3FF070}" dt="2024-11-21T15:40:19.453" v="86" actId="47"/>
        <pc:sldMkLst>
          <pc:docMk/>
          <pc:sldMk cId="4152662320" sldId="258"/>
        </pc:sldMkLst>
        <pc:spChg chg="del">
          <ac:chgData name="Hossain, Tanvir" userId="5379524b-2947-4ff6-93a6-0f4602028252" providerId="ADAL" clId="{6C322C08-DB2A-409D-8D4A-D051AB3FF070}" dt="2024-11-21T15:39:28.646" v="70" actId="21"/>
          <ac:spMkLst>
            <pc:docMk/>
            <pc:sldMk cId="4152662320" sldId="258"/>
            <ac:spMk id="2" creationId="{95FB0401-0A95-7173-FA23-77559D582420}"/>
          </ac:spMkLst>
        </pc:spChg>
        <pc:spChg chg="del">
          <ac:chgData name="Hossain, Tanvir" userId="5379524b-2947-4ff6-93a6-0f4602028252" providerId="ADAL" clId="{6C322C08-DB2A-409D-8D4A-D051AB3FF070}" dt="2024-11-21T15:39:28.646" v="70" actId="21"/>
          <ac:spMkLst>
            <pc:docMk/>
            <pc:sldMk cId="4152662320" sldId="258"/>
            <ac:spMk id="4" creationId="{C8525544-8A22-9DC6-A9E2-82F1D2640A19}"/>
          </ac:spMkLst>
        </pc:spChg>
        <pc:spChg chg="del">
          <ac:chgData name="Hossain, Tanvir" userId="5379524b-2947-4ff6-93a6-0f4602028252" providerId="ADAL" clId="{6C322C08-DB2A-409D-8D4A-D051AB3FF070}" dt="2024-11-21T15:39:28.646" v="70" actId="21"/>
          <ac:spMkLst>
            <pc:docMk/>
            <pc:sldMk cId="4152662320" sldId="258"/>
            <ac:spMk id="6" creationId="{2CD4814A-9DD6-596C-3931-1E9B225C891A}"/>
          </ac:spMkLst>
        </pc:spChg>
        <pc:spChg chg="del">
          <ac:chgData name="Hossain, Tanvir" userId="5379524b-2947-4ff6-93a6-0f4602028252" providerId="ADAL" clId="{6C322C08-DB2A-409D-8D4A-D051AB3FF070}" dt="2024-11-21T15:39:28.646" v="70" actId="21"/>
          <ac:spMkLst>
            <pc:docMk/>
            <pc:sldMk cId="4152662320" sldId="258"/>
            <ac:spMk id="8" creationId="{279E9DAD-A759-5468-D1DC-C9710C33C810}"/>
          </ac:spMkLst>
        </pc:spChg>
        <pc:spChg chg="del">
          <ac:chgData name="Hossain, Tanvir" userId="5379524b-2947-4ff6-93a6-0f4602028252" providerId="ADAL" clId="{6C322C08-DB2A-409D-8D4A-D051AB3FF070}" dt="2024-11-21T15:39:28.646" v="70" actId="21"/>
          <ac:spMkLst>
            <pc:docMk/>
            <pc:sldMk cId="4152662320" sldId="258"/>
            <ac:spMk id="12" creationId="{E2C3C557-4D30-0CB5-D5D8-1B888439356A}"/>
          </ac:spMkLst>
        </pc:spChg>
        <pc:picChg chg="del">
          <ac:chgData name="Hossain, Tanvir" userId="5379524b-2947-4ff6-93a6-0f4602028252" providerId="ADAL" clId="{6C322C08-DB2A-409D-8D4A-D051AB3FF070}" dt="2024-11-21T15:39:28.646" v="70" actId="21"/>
          <ac:picMkLst>
            <pc:docMk/>
            <pc:sldMk cId="4152662320" sldId="258"/>
            <ac:picMk id="5" creationId="{491A6506-1752-B991-4F3E-A2D72DDE3C28}"/>
          </ac:picMkLst>
        </pc:picChg>
        <pc:cxnChg chg="del mod">
          <ac:chgData name="Hossain, Tanvir" userId="5379524b-2947-4ff6-93a6-0f4602028252" providerId="ADAL" clId="{6C322C08-DB2A-409D-8D4A-D051AB3FF070}" dt="2024-11-21T15:39:28.646" v="70" actId="21"/>
          <ac:cxnSpMkLst>
            <pc:docMk/>
            <pc:sldMk cId="4152662320" sldId="258"/>
            <ac:cxnSpMk id="7" creationId="{129AB645-559A-59EA-12DA-1BE9BF27E75B}"/>
          </ac:cxnSpMkLst>
        </pc:cxnChg>
        <pc:cxnChg chg="del mod">
          <ac:chgData name="Hossain, Tanvir" userId="5379524b-2947-4ff6-93a6-0f4602028252" providerId="ADAL" clId="{6C322C08-DB2A-409D-8D4A-D051AB3FF070}" dt="2024-11-21T15:39:28.646" v="70" actId="21"/>
          <ac:cxnSpMkLst>
            <pc:docMk/>
            <pc:sldMk cId="4152662320" sldId="258"/>
            <ac:cxnSpMk id="9" creationId="{C8C18ABB-FE17-58EE-4202-21232E18FDFA}"/>
          </ac:cxnSpMkLst>
        </pc:cxnChg>
        <pc:cxnChg chg="del mod">
          <ac:chgData name="Hossain, Tanvir" userId="5379524b-2947-4ff6-93a6-0f4602028252" providerId="ADAL" clId="{6C322C08-DB2A-409D-8D4A-D051AB3FF070}" dt="2024-11-21T15:39:28.646" v="70" actId="21"/>
          <ac:cxnSpMkLst>
            <pc:docMk/>
            <pc:sldMk cId="4152662320" sldId="258"/>
            <ac:cxnSpMk id="13" creationId="{72539BB5-B4FC-6B70-CBD0-1CE84C125741}"/>
          </ac:cxnSpMkLst>
        </pc:cxnChg>
      </pc:sldChg>
      <pc:sldChg chg="addSp delSp modSp mod">
        <pc:chgData name="Hossain, Tanvir" userId="5379524b-2947-4ff6-93a6-0f4602028252" providerId="ADAL" clId="{6C322C08-DB2A-409D-8D4A-D051AB3FF070}" dt="2024-11-21T16:03:59.286" v="363" actId="207"/>
        <pc:sldMkLst>
          <pc:docMk/>
          <pc:sldMk cId="4112756217" sldId="259"/>
        </pc:sldMkLst>
        <pc:spChg chg="del">
          <ac:chgData name="Hossain, Tanvir" userId="5379524b-2947-4ff6-93a6-0f4602028252" providerId="ADAL" clId="{6C322C08-DB2A-409D-8D4A-D051AB3FF070}" dt="2024-11-21T15:41:48.499" v="117" actId="478"/>
          <ac:spMkLst>
            <pc:docMk/>
            <pc:sldMk cId="4112756217" sldId="259"/>
            <ac:spMk id="2" creationId="{45784CD0-6435-BCE8-7595-C976ACEC5058}"/>
          </ac:spMkLst>
        </pc:spChg>
        <pc:spChg chg="mod">
          <ac:chgData name="Hossain, Tanvir" userId="5379524b-2947-4ff6-93a6-0f4602028252" providerId="ADAL" clId="{6C322C08-DB2A-409D-8D4A-D051AB3FF070}" dt="2024-11-21T16:03:59.286" v="363" actId="207"/>
          <ac:spMkLst>
            <pc:docMk/>
            <pc:sldMk cId="4112756217" sldId="259"/>
            <ac:spMk id="4" creationId="{2581C21B-7BBB-D4EF-B794-0C0D89853B78}"/>
          </ac:spMkLst>
        </pc:spChg>
        <pc:spChg chg="add mod">
          <ac:chgData name="Hossain, Tanvir" userId="5379524b-2947-4ff6-93a6-0f4602028252" providerId="ADAL" clId="{6C322C08-DB2A-409D-8D4A-D051AB3FF070}" dt="2024-11-21T15:40:46.275" v="93" actId="20577"/>
          <ac:spMkLst>
            <pc:docMk/>
            <pc:sldMk cId="4112756217" sldId="259"/>
            <ac:spMk id="6" creationId="{B4935445-38E8-C1B1-A8EB-C94E25247A5F}"/>
          </ac:spMkLst>
        </pc:spChg>
        <pc:spChg chg="del mod">
          <ac:chgData name="Hossain, Tanvir" userId="5379524b-2947-4ff6-93a6-0f4602028252" providerId="ADAL" clId="{6C322C08-DB2A-409D-8D4A-D051AB3FF070}" dt="2024-11-21T15:40:41.027" v="89" actId="478"/>
          <ac:spMkLst>
            <pc:docMk/>
            <pc:sldMk cId="4112756217" sldId="259"/>
            <ac:spMk id="7" creationId="{F8B46E38-D43C-492A-ADBF-E1ACA77AD4BA}"/>
          </ac:spMkLst>
        </pc:spChg>
        <pc:spChg chg="add del">
          <ac:chgData name="Hossain, Tanvir" userId="5379524b-2947-4ff6-93a6-0f4602028252" providerId="ADAL" clId="{6C322C08-DB2A-409D-8D4A-D051AB3FF070}" dt="2024-11-21T15:40:43.554" v="91" actId="22"/>
          <ac:spMkLst>
            <pc:docMk/>
            <pc:sldMk cId="4112756217" sldId="259"/>
            <ac:spMk id="9" creationId="{846717AB-A68A-C3A7-ED66-0C4FC2F72C05}"/>
          </ac:spMkLst>
        </pc:spChg>
        <pc:spChg chg="mod">
          <ac:chgData name="Hossain, Tanvir" userId="5379524b-2947-4ff6-93a6-0f4602028252" providerId="ADAL" clId="{6C322C08-DB2A-409D-8D4A-D051AB3FF070}" dt="2024-11-21T16:03:59.286" v="363" actId="207"/>
          <ac:spMkLst>
            <pc:docMk/>
            <pc:sldMk cId="4112756217" sldId="259"/>
            <ac:spMk id="10" creationId="{CC10141D-B477-BB85-BB8C-252B9E68FEB1}"/>
          </ac:spMkLst>
        </pc:spChg>
        <pc:spChg chg="mod">
          <ac:chgData name="Hossain, Tanvir" userId="5379524b-2947-4ff6-93a6-0f4602028252" providerId="ADAL" clId="{6C322C08-DB2A-409D-8D4A-D051AB3FF070}" dt="2024-11-21T16:03:59.286" v="363" actId="207"/>
          <ac:spMkLst>
            <pc:docMk/>
            <pc:sldMk cId="4112756217" sldId="259"/>
            <ac:spMk id="34" creationId="{DDBBA7CD-9C46-8E0A-23D6-BE73F1B0507E}"/>
          </ac:spMkLst>
        </pc:spChg>
        <pc:picChg chg="mod">
          <ac:chgData name="Hossain, Tanvir" userId="5379524b-2947-4ff6-93a6-0f4602028252" providerId="ADAL" clId="{6C322C08-DB2A-409D-8D4A-D051AB3FF070}" dt="2024-11-21T15:41:58.598" v="118" actId="14100"/>
          <ac:picMkLst>
            <pc:docMk/>
            <pc:sldMk cId="4112756217" sldId="259"/>
            <ac:picMk id="3" creationId="{4A482BB2-EFA0-493E-1394-B45E10577B92}"/>
          </ac:picMkLst>
        </pc:picChg>
        <pc:cxnChg chg="mod">
          <ac:chgData name="Hossain, Tanvir" userId="5379524b-2947-4ff6-93a6-0f4602028252" providerId="ADAL" clId="{6C322C08-DB2A-409D-8D4A-D051AB3FF070}" dt="2024-11-21T15:42:01.434" v="119" actId="14100"/>
          <ac:cxnSpMkLst>
            <pc:docMk/>
            <pc:sldMk cId="4112756217" sldId="259"/>
            <ac:cxnSpMk id="5" creationId="{BB2768ED-CF14-E745-D712-8559BB3C456E}"/>
          </ac:cxnSpMkLst>
        </pc:cxnChg>
        <pc:cxnChg chg="mod">
          <ac:chgData name="Hossain, Tanvir" userId="5379524b-2947-4ff6-93a6-0f4602028252" providerId="ADAL" clId="{6C322C08-DB2A-409D-8D4A-D051AB3FF070}" dt="2024-11-21T15:42:08.484" v="120" actId="14100"/>
          <ac:cxnSpMkLst>
            <pc:docMk/>
            <pc:sldMk cId="4112756217" sldId="259"/>
            <ac:cxnSpMk id="11" creationId="{7A0AE042-CBC3-0F63-A677-5ED04B4C2097}"/>
          </ac:cxnSpMkLst>
        </pc:cxnChg>
      </pc:sldChg>
      <pc:sldChg chg="addSp modSp mod">
        <pc:chgData name="Hossain, Tanvir" userId="5379524b-2947-4ff6-93a6-0f4602028252" providerId="ADAL" clId="{6C322C08-DB2A-409D-8D4A-D051AB3FF070}" dt="2024-11-21T16:40:32.857" v="1678" actId="20577"/>
        <pc:sldMkLst>
          <pc:docMk/>
          <pc:sldMk cId="1190987144" sldId="260"/>
        </pc:sldMkLst>
        <pc:spChg chg="mod">
          <ac:chgData name="Hossain, Tanvir" userId="5379524b-2947-4ff6-93a6-0f4602028252" providerId="ADAL" clId="{6C322C08-DB2A-409D-8D4A-D051AB3FF070}" dt="2024-11-21T16:04:56.561" v="381" actId="20577"/>
          <ac:spMkLst>
            <pc:docMk/>
            <pc:sldMk cId="1190987144" sldId="260"/>
            <ac:spMk id="3" creationId="{E94E92C6-AD72-4BF7-8A91-DDA807C252EA}"/>
          </ac:spMkLst>
        </pc:spChg>
        <pc:spChg chg="mod">
          <ac:chgData name="Hossain, Tanvir" userId="5379524b-2947-4ff6-93a6-0f4602028252" providerId="ADAL" clId="{6C322C08-DB2A-409D-8D4A-D051AB3FF070}" dt="2024-11-21T16:40:32.857" v="1678" actId="20577"/>
          <ac:spMkLst>
            <pc:docMk/>
            <pc:sldMk cId="1190987144" sldId="260"/>
            <ac:spMk id="4" creationId="{9FFEC02B-5988-8F30-77A3-198C9CEE9E0F}"/>
          </ac:spMkLst>
        </pc:spChg>
        <pc:spChg chg="add mod">
          <ac:chgData name="Hossain, Tanvir" userId="5379524b-2947-4ff6-93a6-0f4602028252" providerId="ADAL" clId="{6C322C08-DB2A-409D-8D4A-D051AB3FF070}" dt="2024-11-21T16:09:45.589" v="489" actId="20577"/>
          <ac:spMkLst>
            <pc:docMk/>
            <pc:sldMk cId="1190987144" sldId="260"/>
            <ac:spMk id="6" creationId="{30DD36A0-821D-D6A4-6374-07E74354C638}"/>
          </ac:spMkLst>
        </pc:spChg>
      </pc:sldChg>
      <pc:sldChg chg="addSp delSp modSp mod">
        <pc:chgData name="Hossain, Tanvir" userId="5379524b-2947-4ff6-93a6-0f4602028252" providerId="ADAL" clId="{6C322C08-DB2A-409D-8D4A-D051AB3FF070}" dt="2024-11-21T16:03:45.338" v="360" actId="207"/>
        <pc:sldMkLst>
          <pc:docMk/>
          <pc:sldMk cId="3032750187" sldId="261"/>
        </pc:sldMkLst>
        <pc:spChg chg="del">
          <ac:chgData name="Hossain, Tanvir" userId="5379524b-2947-4ff6-93a6-0f4602028252" providerId="ADAL" clId="{6C322C08-DB2A-409D-8D4A-D051AB3FF070}" dt="2024-11-21T15:48:41.722" v="138" actId="478"/>
          <ac:spMkLst>
            <pc:docMk/>
            <pc:sldMk cId="3032750187" sldId="261"/>
            <ac:spMk id="2" creationId="{CD7EA6AE-7E2F-E1A5-4BC2-B3CFD609DFA0}"/>
          </ac:spMkLst>
        </pc:spChg>
        <pc:spChg chg="add mod">
          <ac:chgData name="Hossain, Tanvir" userId="5379524b-2947-4ff6-93a6-0f4602028252" providerId="ADAL" clId="{6C322C08-DB2A-409D-8D4A-D051AB3FF070}" dt="2024-11-21T15:41:01.499" v="97"/>
          <ac:spMkLst>
            <pc:docMk/>
            <pc:sldMk cId="3032750187" sldId="261"/>
            <ac:spMk id="4" creationId="{F2DB2566-965A-806D-1BD0-C6115077F315}"/>
          </ac:spMkLst>
        </pc:spChg>
        <pc:spChg chg="mod">
          <ac:chgData name="Hossain, Tanvir" userId="5379524b-2947-4ff6-93a6-0f4602028252" providerId="ADAL" clId="{6C322C08-DB2A-409D-8D4A-D051AB3FF070}" dt="2024-11-21T16:03:45.338" v="360" actId="207"/>
          <ac:spMkLst>
            <pc:docMk/>
            <pc:sldMk cId="3032750187" sldId="261"/>
            <ac:spMk id="6" creationId="{BF589FC2-FB74-8E39-4435-A9589236346C}"/>
          </ac:spMkLst>
        </pc:spChg>
        <pc:spChg chg="mod">
          <ac:chgData name="Hossain, Tanvir" userId="5379524b-2947-4ff6-93a6-0f4602028252" providerId="ADAL" clId="{6C322C08-DB2A-409D-8D4A-D051AB3FF070}" dt="2024-11-21T16:03:45.338" v="360" actId="207"/>
          <ac:spMkLst>
            <pc:docMk/>
            <pc:sldMk cId="3032750187" sldId="261"/>
            <ac:spMk id="9" creationId="{11352A33-907A-6DB7-A558-2823E6DC23B3}"/>
          </ac:spMkLst>
        </pc:spChg>
        <pc:spChg chg="del">
          <ac:chgData name="Hossain, Tanvir" userId="5379524b-2947-4ff6-93a6-0f4602028252" providerId="ADAL" clId="{6C322C08-DB2A-409D-8D4A-D051AB3FF070}" dt="2024-11-21T15:48:18.405" v="132" actId="478"/>
          <ac:spMkLst>
            <pc:docMk/>
            <pc:sldMk cId="3032750187" sldId="261"/>
            <ac:spMk id="11" creationId="{FB47FE8C-368B-A782-88AB-9ED4ABA09247}"/>
          </ac:spMkLst>
        </pc:spChg>
        <pc:picChg chg="mod">
          <ac:chgData name="Hossain, Tanvir" userId="5379524b-2947-4ff6-93a6-0f4602028252" providerId="ADAL" clId="{6C322C08-DB2A-409D-8D4A-D051AB3FF070}" dt="2024-11-21T15:48:22.135" v="133" actId="14100"/>
          <ac:picMkLst>
            <pc:docMk/>
            <pc:sldMk cId="3032750187" sldId="261"/>
            <ac:picMk id="3" creationId="{69EED25B-8A17-0404-27EC-3554880D73C3}"/>
          </ac:picMkLst>
        </pc:picChg>
        <pc:cxnChg chg="mod">
          <ac:chgData name="Hossain, Tanvir" userId="5379524b-2947-4ff6-93a6-0f4602028252" providerId="ADAL" clId="{6C322C08-DB2A-409D-8D4A-D051AB3FF070}" dt="2024-11-21T15:48:37.907" v="137" actId="14100"/>
          <ac:cxnSpMkLst>
            <pc:docMk/>
            <pc:sldMk cId="3032750187" sldId="261"/>
            <ac:cxnSpMk id="7" creationId="{7E84E326-55CE-9424-BCC5-F6B346E1627B}"/>
          </ac:cxnSpMkLst>
        </pc:cxnChg>
        <pc:cxnChg chg="mod">
          <ac:chgData name="Hossain, Tanvir" userId="5379524b-2947-4ff6-93a6-0f4602028252" providerId="ADAL" clId="{6C322C08-DB2A-409D-8D4A-D051AB3FF070}" dt="2024-11-21T15:48:33.078" v="136" actId="14100"/>
          <ac:cxnSpMkLst>
            <pc:docMk/>
            <pc:sldMk cId="3032750187" sldId="261"/>
            <ac:cxnSpMk id="10" creationId="{00933EB2-0508-D512-4465-D2C90BC31EB2}"/>
          </ac:cxnSpMkLst>
        </pc:cxnChg>
      </pc:sldChg>
      <pc:sldChg chg="addSp delSp modSp mod">
        <pc:chgData name="Hossain, Tanvir" userId="5379524b-2947-4ff6-93a6-0f4602028252" providerId="ADAL" clId="{6C322C08-DB2A-409D-8D4A-D051AB3FF070}" dt="2024-11-21T16:03:38.868" v="358" actId="207"/>
        <pc:sldMkLst>
          <pc:docMk/>
          <pc:sldMk cId="4182141787" sldId="262"/>
        </pc:sldMkLst>
        <pc:spChg chg="mod">
          <ac:chgData name="Hossain, Tanvir" userId="5379524b-2947-4ff6-93a6-0f4602028252" providerId="ADAL" clId="{6C322C08-DB2A-409D-8D4A-D051AB3FF070}" dt="2024-11-21T16:03:38.868" v="358" actId="207"/>
          <ac:spMkLst>
            <pc:docMk/>
            <pc:sldMk cId="4182141787" sldId="262"/>
            <ac:spMk id="4" creationId="{4F31568C-7197-E853-7FCA-7C17E8951291}"/>
          </ac:spMkLst>
        </pc:spChg>
        <pc:spChg chg="add mod">
          <ac:chgData name="Hossain, Tanvir" userId="5379524b-2947-4ff6-93a6-0f4602028252" providerId="ADAL" clId="{6C322C08-DB2A-409D-8D4A-D051AB3FF070}" dt="2024-11-21T15:41:03.816" v="98"/>
          <ac:spMkLst>
            <pc:docMk/>
            <pc:sldMk cId="4182141787" sldId="262"/>
            <ac:spMk id="5" creationId="{F5D9C59E-7138-E0C5-FD60-A04240725C70}"/>
          </ac:spMkLst>
        </pc:spChg>
        <pc:spChg chg="del">
          <ac:chgData name="Hossain, Tanvir" userId="5379524b-2947-4ff6-93a6-0f4602028252" providerId="ADAL" clId="{6C322C08-DB2A-409D-8D4A-D051AB3FF070}" dt="2024-11-21T15:48:52.446" v="140" actId="478"/>
          <ac:spMkLst>
            <pc:docMk/>
            <pc:sldMk cId="4182141787" sldId="262"/>
            <ac:spMk id="7" creationId="{52897B27-E0DF-E2CD-7709-BC86C50DA095}"/>
          </ac:spMkLst>
        </pc:spChg>
        <pc:picChg chg="mod">
          <ac:chgData name="Hossain, Tanvir" userId="5379524b-2947-4ff6-93a6-0f4602028252" providerId="ADAL" clId="{6C322C08-DB2A-409D-8D4A-D051AB3FF070}" dt="2024-11-21T15:48:50.446" v="139" actId="14100"/>
          <ac:picMkLst>
            <pc:docMk/>
            <pc:sldMk cId="4182141787" sldId="262"/>
            <ac:picMk id="3" creationId="{6E3DC7A2-D225-8F00-09D7-FFBD18F1AB2A}"/>
          </ac:picMkLst>
        </pc:picChg>
      </pc:sldChg>
      <pc:sldChg chg="addSp delSp modSp mod">
        <pc:chgData name="Hossain, Tanvir" userId="5379524b-2947-4ff6-93a6-0f4602028252" providerId="ADAL" clId="{6C322C08-DB2A-409D-8D4A-D051AB3FF070}" dt="2024-11-21T16:03:31.435" v="356" actId="207"/>
        <pc:sldMkLst>
          <pc:docMk/>
          <pc:sldMk cId="957865555" sldId="263"/>
        </pc:sldMkLst>
        <pc:spChg chg="mod">
          <ac:chgData name="Hossain, Tanvir" userId="5379524b-2947-4ff6-93a6-0f4602028252" providerId="ADAL" clId="{6C322C08-DB2A-409D-8D4A-D051AB3FF070}" dt="2024-11-21T16:03:31.435" v="356" actId="207"/>
          <ac:spMkLst>
            <pc:docMk/>
            <pc:sldMk cId="957865555" sldId="263"/>
            <ac:spMk id="4" creationId="{B24414E7-B09C-BF55-EF91-017F9BB454BE}"/>
          </ac:spMkLst>
        </pc:spChg>
        <pc:spChg chg="add mod">
          <ac:chgData name="Hossain, Tanvir" userId="5379524b-2947-4ff6-93a6-0f4602028252" providerId="ADAL" clId="{6C322C08-DB2A-409D-8D4A-D051AB3FF070}" dt="2024-11-21T15:41:07.227" v="100"/>
          <ac:spMkLst>
            <pc:docMk/>
            <pc:sldMk cId="957865555" sldId="263"/>
            <ac:spMk id="6" creationId="{C9FB1984-0CDD-3E8D-A1F7-1C7E18D40A07}"/>
          </ac:spMkLst>
        </pc:spChg>
        <pc:spChg chg="del">
          <ac:chgData name="Hossain, Tanvir" userId="5379524b-2947-4ff6-93a6-0f4602028252" providerId="ADAL" clId="{6C322C08-DB2A-409D-8D4A-D051AB3FF070}" dt="2024-11-21T15:49:26.061" v="147" actId="478"/>
          <ac:spMkLst>
            <pc:docMk/>
            <pc:sldMk cId="957865555" sldId="263"/>
            <ac:spMk id="7" creationId="{11300487-50BA-4D5A-DE16-DA1A28316BDD}"/>
          </ac:spMkLst>
        </pc:spChg>
        <pc:picChg chg="mod">
          <ac:chgData name="Hossain, Tanvir" userId="5379524b-2947-4ff6-93a6-0f4602028252" providerId="ADAL" clId="{6C322C08-DB2A-409D-8D4A-D051AB3FF070}" dt="2024-11-21T15:49:10.210" v="144" actId="14100"/>
          <ac:picMkLst>
            <pc:docMk/>
            <pc:sldMk cId="957865555" sldId="263"/>
            <ac:picMk id="3" creationId="{40079C0F-BC64-D1BE-2E97-4E5B384024A2}"/>
          </ac:picMkLst>
        </pc:picChg>
        <pc:cxnChg chg="mod">
          <ac:chgData name="Hossain, Tanvir" userId="5379524b-2947-4ff6-93a6-0f4602028252" providerId="ADAL" clId="{6C322C08-DB2A-409D-8D4A-D051AB3FF070}" dt="2024-11-21T15:49:17.394" v="145" actId="1076"/>
          <ac:cxnSpMkLst>
            <pc:docMk/>
            <pc:sldMk cId="957865555" sldId="263"/>
            <ac:cxnSpMk id="5" creationId="{AC48D866-82DF-C211-3FA8-D12A28727802}"/>
          </ac:cxnSpMkLst>
        </pc:cxnChg>
      </pc:sldChg>
      <pc:sldChg chg="addSp delSp modSp mod">
        <pc:chgData name="Hossain, Tanvir" userId="5379524b-2947-4ff6-93a6-0f4602028252" providerId="ADAL" clId="{6C322C08-DB2A-409D-8D4A-D051AB3FF070}" dt="2024-11-21T16:03:28.408" v="355" actId="207"/>
        <pc:sldMkLst>
          <pc:docMk/>
          <pc:sldMk cId="336614956" sldId="264"/>
        </pc:sldMkLst>
        <pc:spChg chg="mod">
          <ac:chgData name="Hossain, Tanvir" userId="5379524b-2947-4ff6-93a6-0f4602028252" providerId="ADAL" clId="{6C322C08-DB2A-409D-8D4A-D051AB3FF070}" dt="2024-11-21T16:03:28.408" v="355" actId="207"/>
          <ac:spMkLst>
            <pc:docMk/>
            <pc:sldMk cId="336614956" sldId="264"/>
            <ac:spMk id="4" creationId="{208DB19E-8C2D-37E9-11D4-2BD5D459AEBF}"/>
          </ac:spMkLst>
        </pc:spChg>
        <pc:spChg chg="add mod">
          <ac:chgData name="Hossain, Tanvir" userId="5379524b-2947-4ff6-93a6-0f4602028252" providerId="ADAL" clId="{6C322C08-DB2A-409D-8D4A-D051AB3FF070}" dt="2024-11-21T15:41:08.603" v="101"/>
          <ac:spMkLst>
            <pc:docMk/>
            <pc:sldMk cId="336614956" sldId="264"/>
            <ac:spMk id="6" creationId="{23DFFB78-076A-5FEF-452E-99EAA62CBF3E}"/>
          </ac:spMkLst>
        </pc:spChg>
        <pc:spChg chg="del">
          <ac:chgData name="Hossain, Tanvir" userId="5379524b-2947-4ff6-93a6-0f4602028252" providerId="ADAL" clId="{6C322C08-DB2A-409D-8D4A-D051AB3FF070}" dt="2024-11-21T15:49:22.824" v="146" actId="478"/>
          <ac:spMkLst>
            <pc:docMk/>
            <pc:sldMk cId="336614956" sldId="264"/>
            <ac:spMk id="7" creationId="{3CC4F6AE-751B-EF1F-98BC-E232A1D60445}"/>
          </ac:spMkLst>
        </pc:spChg>
      </pc:sldChg>
      <pc:sldChg chg="addSp delSp modSp mod">
        <pc:chgData name="Hossain, Tanvir" userId="5379524b-2947-4ff6-93a6-0f4602028252" providerId="ADAL" clId="{6C322C08-DB2A-409D-8D4A-D051AB3FF070}" dt="2024-11-21T16:03:25.504" v="354" actId="207"/>
        <pc:sldMkLst>
          <pc:docMk/>
          <pc:sldMk cId="2965765115" sldId="265"/>
        </pc:sldMkLst>
        <pc:spChg chg="del">
          <ac:chgData name="Hossain, Tanvir" userId="5379524b-2947-4ff6-93a6-0f4602028252" providerId="ADAL" clId="{6C322C08-DB2A-409D-8D4A-D051AB3FF070}" dt="2024-11-21T15:49:50.536" v="155" actId="478"/>
          <ac:spMkLst>
            <pc:docMk/>
            <pc:sldMk cId="2965765115" sldId="265"/>
            <ac:spMk id="2" creationId="{90ADAE5A-8229-974C-73E9-E121B4B2C392}"/>
          </ac:spMkLst>
        </pc:spChg>
        <pc:spChg chg="mod">
          <ac:chgData name="Hossain, Tanvir" userId="5379524b-2947-4ff6-93a6-0f4602028252" providerId="ADAL" clId="{6C322C08-DB2A-409D-8D4A-D051AB3FF070}" dt="2024-11-21T16:03:25.504" v="354" actId="207"/>
          <ac:spMkLst>
            <pc:docMk/>
            <pc:sldMk cId="2965765115" sldId="265"/>
            <ac:spMk id="4" creationId="{0B75B91C-AEB4-4DC9-BA4F-BC906B9AFABB}"/>
          </ac:spMkLst>
        </pc:spChg>
        <pc:spChg chg="add mod">
          <ac:chgData name="Hossain, Tanvir" userId="5379524b-2947-4ff6-93a6-0f4602028252" providerId="ADAL" clId="{6C322C08-DB2A-409D-8D4A-D051AB3FF070}" dt="2024-11-21T15:49:45.835" v="154" actId="20577"/>
          <ac:spMkLst>
            <pc:docMk/>
            <pc:sldMk cId="2965765115" sldId="265"/>
            <ac:spMk id="6" creationId="{0EC3C695-017E-5259-5826-55F02927DAA7}"/>
          </ac:spMkLst>
        </pc:spChg>
        <pc:spChg chg="del mod">
          <ac:chgData name="Hossain, Tanvir" userId="5379524b-2947-4ff6-93a6-0f4602028252" providerId="ADAL" clId="{6C322C08-DB2A-409D-8D4A-D051AB3FF070}" dt="2024-11-21T15:49:35.684" v="150"/>
          <ac:spMkLst>
            <pc:docMk/>
            <pc:sldMk cId="2965765115" sldId="265"/>
            <ac:spMk id="7" creationId="{E5B61597-2FF1-B7E8-947A-CD0A016100E6}"/>
          </ac:spMkLst>
        </pc:spChg>
        <pc:picChg chg="mod">
          <ac:chgData name="Hossain, Tanvir" userId="5379524b-2947-4ff6-93a6-0f4602028252" providerId="ADAL" clId="{6C322C08-DB2A-409D-8D4A-D051AB3FF070}" dt="2024-11-21T15:50:04.468" v="160" actId="14100"/>
          <ac:picMkLst>
            <pc:docMk/>
            <pc:sldMk cId="2965765115" sldId="265"/>
            <ac:picMk id="3" creationId="{7D3ECCC8-CAEE-7593-295F-E5324EE42368}"/>
          </ac:picMkLst>
        </pc:picChg>
        <pc:cxnChg chg="mod">
          <ac:chgData name="Hossain, Tanvir" userId="5379524b-2947-4ff6-93a6-0f4602028252" providerId="ADAL" clId="{6C322C08-DB2A-409D-8D4A-D051AB3FF070}" dt="2024-11-21T15:49:59.704" v="158" actId="14100"/>
          <ac:cxnSpMkLst>
            <pc:docMk/>
            <pc:sldMk cId="2965765115" sldId="265"/>
            <ac:cxnSpMk id="5" creationId="{5CC5A53A-610F-B23C-B9FA-5A177BAE8DFC}"/>
          </ac:cxnSpMkLst>
        </pc:cxnChg>
      </pc:sldChg>
      <pc:sldChg chg="addSp delSp modSp mod">
        <pc:chgData name="Hossain, Tanvir" userId="5379524b-2947-4ff6-93a6-0f4602028252" providerId="ADAL" clId="{6C322C08-DB2A-409D-8D4A-D051AB3FF070}" dt="2024-11-21T16:03:16.930" v="352" actId="207"/>
        <pc:sldMkLst>
          <pc:docMk/>
          <pc:sldMk cId="2690411797" sldId="266"/>
        </pc:sldMkLst>
        <pc:spChg chg="mod">
          <ac:chgData name="Hossain, Tanvir" userId="5379524b-2947-4ff6-93a6-0f4602028252" providerId="ADAL" clId="{6C322C08-DB2A-409D-8D4A-D051AB3FF070}" dt="2024-11-21T16:03:16.930" v="352" actId="207"/>
          <ac:spMkLst>
            <pc:docMk/>
            <pc:sldMk cId="2690411797" sldId="266"/>
            <ac:spMk id="4" creationId="{42D1A95B-6359-4196-FA14-4244A62ACBB0}"/>
          </ac:spMkLst>
        </pc:spChg>
        <pc:spChg chg="add mod">
          <ac:chgData name="Hossain, Tanvir" userId="5379524b-2947-4ff6-93a6-0f4602028252" providerId="ADAL" clId="{6C322C08-DB2A-409D-8D4A-D051AB3FF070}" dt="2024-11-21T15:50:43.136" v="174" actId="20577"/>
          <ac:spMkLst>
            <pc:docMk/>
            <pc:sldMk cId="2690411797" sldId="266"/>
            <ac:spMk id="6" creationId="{DE00BB80-802F-DB78-FEBE-AE2C813497E4}"/>
          </ac:spMkLst>
        </pc:spChg>
        <pc:spChg chg="del mod">
          <ac:chgData name="Hossain, Tanvir" userId="5379524b-2947-4ff6-93a6-0f4602028252" providerId="ADAL" clId="{6C322C08-DB2A-409D-8D4A-D051AB3FF070}" dt="2024-11-21T15:51:03.014" v="183"/>
          <ac:spMkLst>
            <pc:docMk/>
            <pc:sldMk cId="2690411797" sldId="266"/>
            <ac:spMk id="7" creationId="{79DB0327-65B5-36BE-6862-6FCBC4E7BB3E}"/>
          </ac:spMkLst>
        </pc:spChg>
        <pc:spChg chg="mod">
          <ac:chgData name="Hossain, Tanvir" userId="5379524b-2947-4ff6-93a6-0f4602028252" providerId="ADAL" clId="{6C322C08-DB2A-409D-8D4A-D051AB3FF070}" dt="2024-11-21T16:03:16.930" v="352" actId="207"/>
          <ac:spMkLst>
            <pc:docMk/>
            <pc:sldMk cId="2690411797" sldId="266"/>
            <ac:spMk id="8" creationId="{33A5BE7C-6AE2-7731-4BD9-5BD737BF9134}"/>
          </ac:spMkLst>
        </pc:spChg>
        <pc:spChg chg="mod">
          <ac:chgData name="Hossain, Tanvir" userId="5379524b-2947-4ff6-93a6-0f4602028252" providerId="ADAL" clId="{6C322C08-DB2A-409D-8D4A-D051AB3FF070}" dt="2024-11-21T16:03:16.930" v="352" actId="207"/>
          <ac:spMkLst>
            <pc:docMk/>
            <pc:sldMk cId="2690411797" sldId="266"/>
            <ac:spMk id="12" creationId="{376C8375-87B8-F445-9A62-059E189405EA}"/>
          </ac:spMkLst>
        </pc:spChg>
        <pc:spChg chg="mod">
          <ac:chgData name="Hossain, Tanvir" userId="5379524b-2947-4ff6-93a6-0f4602028252" providerId="ADAL" clId="{6C322C08-DB2A-409D-8D4A-D051AB3FF070}" dt="2024-11-21T16:03:16.930" v="352" actId="207"/>
          <ac:spMkLst>
            <pc:docMk/>
            <pc:sldMk cId="2690411797" sldId="266"/>
            <ac:spMk id="20" creationId="{CC0705FE-ACBA-B905-5CB9-9E54AC1165B4}"/>
          </ac:spMkLst>
        </pc:spChg>
        <pc:picChg chg="mod">
          <ac:chgData name="Hossain, Tanvir" userId="5379524b-2947-4ff6-93a6-0f4602028252" providerId="ADAL" clId="{6C322C08-DB2A-409D-8D4A-D051AB3FF070}" dt="2024-11-21T15:50:51.642" v="176" actId="14100"/>
          <ac:picMkLst>
            <pc:docMk/>
            <pc:sldMk cId="2690411797" sldId="266"/>
            <ac:picMk id="3" creationId="{FEF4A84C-8BCF-301C-F6D6-39570CBBD358}"/>
          </ac:picMkLst>
        </pc:picChg>
        <pc:cxnChg chg="mod">
          <ac:chgData name="Hossain, Tanvir" userId="5379524b-2947-4ff6-93a6-0f4602028252" providerId="ADAL" clId="{6C322C08-DB2A-409D-8D4A-D051AB3FF070}" dt="2024-11-21T15:51:05.720" v="184" actId="14100"/>
          <ac:cxnSpMkLst>
            <pc:docMk/>
            <pc:sldMk cId="2690411797" sldId="266"/>
            <ac:cxnSpMk id="5" creationId="{45017028-E8F7-410B-C23A-B28D2466CD78}"/>
          </ac:cxnSpMkLst>
        </pc:cxnChg>
        <pc:cxnChg chg="mod">
          <ac:chgData name="Hossain, Tanvir" userId="5379524b-2947-4ff6-93a6-0f4602028252" providerId="ADAL" clId="{6C322C08-DB2A-409D-8D4A-D051AB3FF070}" dt="2024-11-21T15:51:02.449" v="181" actId="14100"/>
          <ac:cxnSpMkLst>
            <pc:docMk/>
            <pc:sldMk cId="2690411797" sldId="266"/>
            <ac:cxnSpMk id="9" creationId="{3072F6C6-8EB0-CAD3-A1BD-5920DF8F4692}"/>
          </ac:cxnSpMkLst>
        </pc:cxnChg>
        <pc:cxnChg chg="mod">
          <ac:chgData name="Hossain, Tanvir" userId="5379524b-2947-4ff6-93a6-0f4602028252" providerId="ADAL" clId="{6C322C08-DB2A-409D-8D4A-D051AB3FF070}" dt="2024-11-21T15:51:00.529" v="180" actId="14100"/>
          <ac:cxnSpMkLst>
            <pc:docMk/>
            <pc:sldMk cId="2690411797" sldId="266"/>
            <ac:cxnSpMk id="13" creationId="{99FC8429-40FE-5DAE-5079-765433D3617A}"/>
          </ac:cxnSpMkLst>
        </pc:cxnChg>
        <pc:cxnChg chg="mod">
          <ac:chgData name="Hossain, Tanvir" userId="5379524b-2947-4ff6-93a6-0f4602028252" providerId="ADAL" clId="{6C322C08-DB2A-409D-8D4A-D051AB3FF070}" dt="2024-11-21T15:50:53.922" v="177" actId="14100"/>
          <ac:cxnSpMkLst>
            <pc:docMk/>
            <pc:sldMk cId="2690411797" sldId="266"/>
            <ac:cxnSpMk id="21" creationId="{B72862DC-A016-49C9-A652-9A5B1D92A3FC}"/>
          </ac:cxnSpMkLst>
        </pc:cxnChg>
      </pc:sldChg>
      <pc:sldChg chg="delSp modSp del mod">
        <pc:chgData name="Hossain, Tanvir" userId="5379524b-2947-4ff6-93a6-0f4602028252" providerId="ADAL" clId="{6C322C08-DB2A-409D-8D4A-D051AB3FF070}" dt="2024-11-21T15:37:31.748" v="36" actId="47"/>
        <pc:sldMkLst>
          <pc:docMk/>
          <pc:sldMk cId="499535891" sldId="267"/>
        </pc:sldMkLst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2" creationId="{C5FCB733-2DEA-6BE6-D35D-D7DC68455B4C}"/>
          </ac:spMkLst>
        </pc:spChg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4" creationId="{D086CE6D-0AE3-063F-D964-CA5E1561EA82}"/>
          </ac:spMkLst>
        </pc:spChg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5" creationId="{80700891-C2E5-E816-0C56-E9ED3C7A6E2D}"/>
          </ac:spMkLst>
        </pc:spChg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6" creationId="{90210793-B13B-1C87-F873-E225150FD21F}"/>
          </ac:spMkLst>
        </pc:spChg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7" creationId="{AFAAE1AD-2B67-7938-4EB6-4D0932C6E7B9}"/>
          </ac:spMkLst>
        </pc:spChg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12" creationId="{578154ED-385B-0D43-CFDE-C7A29083CCB5}"/>
          </ac:spMkLst>
        </pc:spChg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16" creationId="{779A6DA9-694E-1D8D-32EE-9D1E36E4129B}"/>
          </ac:spMkLst>
        </pc:spChg>
        <pc:spChg chg="del">
          <ac:chgData name="Hossain, Tanvir" userId="5379524b-2947-4ff6-93a6-0f4602028252" providerId="ADAL" clId="{6C322C08-DB2A-409D-8D4A-D051AB3FF070}" dt="2024-11-21T15:36:55.070" v="30" actId="21"/>
          <ac:spMkLst>
            <pc:docMk/>
            <pc:sldMk cId="499535891" sldId="267"/>
            <ac:spMk id="20" creationId="{350A3C4F-146F-31EC-D4ED-F803D2301881}"/>
          </ac:spMkLst>
        </pc:spChg>
        <pc:picChg chg="del">
          <ac:chgData name="Hossain, Tanvir" userId="5379524b-2947-4ff6-93a6-0f4602028252" providerId="ADAL" clId="{6C322C08-DB2A-409D-8D4A-D051AB3FF070}" dt="2024-11-21T15:36:55.070" v="30" actId="21"/>
          <ac:picMkLst>
            <pc:docMk/>
            <pc:sldMk cId="499535891" sldId="267"/>
            <ac:picMk id="3" creationId="{5FCBF79B-DDF6-3359-9420-B741389E8711}"/>
          </ac:picMkLst>
        </pc:picChg>
        <pc:cxnChg chg="del mod">
          <ac:chgData name="Hossain, Tanvir" userId="5379524b-2947-4ff6-93a6-0f4602028252" providerId="ADAL" clId="{6C322C08-DB2A-409D-8D4A-D051AB3FF070}" dt="2024-11-21T15:36:55.070" v="30" actId="21"/>
          <ac:cxnSpMkLst>
            <pc:docMk/>
            <pc:sldMk cId="499535891" sldId="267"/>
            <ac:cxnSpMk id="8" creationId="{53C0BBE7-F13D-094C-0700-76102861D51E}"/>
          </ac:cxnSpMkLst>
        </pc:cxnChg>
        <pc:cxnChg chg="del mod">
          <ac:chgData name="Hossain, Tanvir" userId="5379524b-2947-4ff6-93a6-0f4602028252" providerId="ADAL" clId="{6C322C08-DB2A-409D-8D4A-D051AB3FF070}" dt="2024-11-21T15:36:55.070" v="30" actId="21"/>
          <ac:cxnSpMkLst>
            <pc:docMk/>
            <pc:sldMk cId="499535891" sldId="267"/>
            <ac:cxnSpMk id="9" creationId="{EE1C2AAB-FEB6-9C7A-9DDA-A8C74724D664}"/>
          </ac:cxnSpMkLst>
        </pc:cxnChg>
        <pc:cxnChg chg="del mod">
          <ac:chgData name="Hossain, Tanvir" userId="5379524b-2947-4ff6-93a6-0f4602028252" providerId="ADAL" clId="{6C322C08-DB2A-409D-8D4A-D051AB3FF070}" dt="2024-11-21T15:36:55.070" v="30" actId="21"/>
          <ac:cxnSpMkLst>
            <pc:docMk/>
            <pc:sldMk cId="499535891" sldId="267"/>
            <ac:cxnSpMk id="13" creationId="{A79498B3-0AC8-2CF1-4244-07D71D8BD708}"/>
          </ac:cxnSpMkLst>
        </pc:cxnChg>
        <pc:cxnChg chg="del mod">
          <ac:chgData name="Hossain, Tanvir" userId="5379524b-2947-4ff6-93a6-0f4602028252" providerId="ADAL" clId="{6C322C08-DB2A-409D-8D4A-D051AB3FF070}" dt="2024-11-21T15:36:55.070" v="30" actId="21"/>
          <ac:cxnSpMkLst>
            <pc:docMk/>
            <pc:sldMk cId="499535891" sldId="267"/>
            <ac:cxnSpMk id="17" creationId="{41598E97-6683-A536-9E32-CA005D24661A}"/>
          </ac:cxnSpMkLst>
        </pc:cxnChg>
        <pc:cxnChg chg="del mod">
          <ac:chgData name="Hossain, Tanvir" userId="5379524b-2947-4ff6-93a6-0f4602028252" providerId="ADAL" clId="{6C322C08-DB2A-409D-8D4A-D051AB3FF070}" dt="2024-11-21T15:36:55.070" v="30" actId="21"/>
          <ac:cxnSpMkLst>
            <pc:docMk/>
            <pc:sldMk cId="499535891" sldId="267"/>
            <ac:cxnSpMk id="21" creationId="{09B45AC7-F869-268D-26AD-239A70545B13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1729915323" sldId="268"/>
        </pc:sldMkLst>
      </pc:sldChg>
      <pc:sldChg chg="del">
        <pc:chgData name="Hossain, Tanvir" userId="5379524b-2947-4ff6-93a6-0f4602028252" providerId="ADAL" clId="{6C322C08-DB2A-409D-8D4A-D051AB3FF070}" dt="2024-11-21T15:38:23.520" v="53" actId="47"/>
        <pc:sldMkLst>
          <pc:docMk/>
          <pc:sldMk cId="2851777490" sldId="268"/>
        </pc:sldMkLst>
      </pc:sldChg>
      <pc:sldChg chg="delSp modSp del mod">
        <pc:chgData name="Hossain, Tanvir" userId="5379524b-2947-4ff6-93a6-0f4602028252" providerId="ADAL" clId="{6C322C08-DB2A-409D-8D4A-D051AB3FF070}" dt="2024-11-21T15:39:12.035" v="68" actId="47"/>
        <pc:sldMkLst>
          <pc:docMk/>
          <pc:sldMk cId="1093576836" sldId="269"/>
        </pc:sldMkLst>
        <pc:spChg chg="del">
          <ac:chgData name="Hossain, Tanvir" userId="5379524b-2947-4ff6-93a6-0f4602028252" providerId="ADAL" clId="{6C322C08-DB2A-409D-8D4A-D051AB3FF070}" dt="2024-11-21T15:38:30.787" v="55" actId="21"/>
          <ac:spMkLst>
            <pc:docMk/>
            <pc:sldMk cId="1093576836" sldId="269"/>
            <ac:spMk id="2" creationId="{0A3F4DFB-FBE5-1199-A211-ADAC0F36575B}"/>
          </ac:spMkLst>
        </pc:spChg>
        <pc:spChg chg="del">
          <ac:chgData name="Hossain, Tanvir" userId="5379524b-2947-4ff6-93a6-0f4602028252" providerId="ADAL" clId="{6C322C08-DB2A-409D-8D4A-D051AB3FF070}" dt="2024-11-21T15:38:30.787" v="55" actId="21"/>
          <ac:spMkLst>
            <pc:docMk/>
            <pc:sldMk cId="1093576836" sldId="269"/>
            <ac:spMk id="3" creationId="{D4972001-75BC-A145-1479-19526570D238}"/>
          </ac:spMkLst>
        </pc:spChg>
        <pc:spChg chg="del">
          <ac:chgData name="Hossain, Tanvir" userId="5379524b-2947-4ff6-93a6-0f4602028252" providerId="ADAL" clId="{6C322C08-DB2A-409D-8D4A-D051AB3FF070}" dt="2024-11-21T15:38:30.787" v="55" actId="21"/>
          <ac:spMkLst>
            <pc:docMk/>
            <pc:sldMk cId="1093576836" sldId="269"/>
            <ac:spMk id="6" creationId="{90210793-B13B-1C87-F873-E225150FD21F}"/>
          </ac:spMkLst>
        </pc:spChg>
        <pc:spChg chg="del">
          <ac:chgData name="Hossain, Tanvir" userId="5379524b-2947-4ff6-93a6-0f4602028252" providerId="ADAL" clId="{6C322C08-DB2A-409D-8D4A-D051AB3FF070}" dt="2024-11-21T15:38:30.787" v="55" actId="21"/>
          <ac:spMkLst>
            <pc:docMk/>
            <pc:sldMk cId="1093576836" sldId="269"/>
            <ac:spMk id="7" creationId="{1D96D4E6-329E-D884-2C9E-DE9D48A49643}"/>
          </ac:spMkLst>
        </pc:spChg>
        <pc:spChg chg="del">
          <ac:chgData name="Hossain, Tanvir" userId="5379524b-2947-4ff6-93a6-0f4602028252" providerId="ADAL" clId="{6C322C08-DB2A-409D-8D4A-D051AB3FF070}" dt="2024-11-21T15:38:30.787" v="55" actId="21"/>
          <ac:spMkLst>
            <pc:docMk/>
            <pc:sldMk cId="1093576836" sldId="269"/>
            <ac:spMk id="12" creationId="{578154ED-385B-0D43-CFDE-C7A29083CCB5}"/>
          </ac:spMkLst>
        </pc:spChg>
        <pc:picChg chg="del">
          <ac:chgData name="Hossain, Tanvir" userId="5379524b-2947-4ff6-93a6-0f4602028252" providerId="ADAL" clId="{6C322C08-DB2A-409D-8D4A-D051AB3FF070}" dt="2024-11-21T15:38:30.787" v="55" actId="21"/>
          <ac:picMkLst>
            <pc:docMk/>
            <pc:sldMk cId="1093576836" sldId="269"/>
            <ac:picMk id="11" creationId="{FA702983-6E8D-71CC-3D7C-6F59D4567CA7}"/>
          </ac:picMkLst>
        </pc:picChg>
        <pc:cxnChg chg="del mod">
          <ac:chgData name="Hossain, Tanvir" userId="5379524b-2947-4ff6-93a6-0f4602028252" providerId="ADAL" clId="{6C322C08-DB2A-409D-8D4A-D051AB3FF070}" dt="2024-11-21T15:38:30.787" v="55" actId="21"/>
          <ac:cxnSpMkLst>
            <pc:docMk/>
            <pc:sldMk cId="1093576836" sldId="269"/>
            <ac:cxnSpMk id="5" creationId="{28251CE7-00B6-A2B1-AA0D-FA16AF943A67}"/>
          </ac:cxnSpMkLst>
        </pc:cxnChg>
        <pc:cxnChg chg="del mod">
          <ac:chgData name="Hossain, Tanvir" userId="5379524b-2947-4ff6-93a6-0f4602028252" providerId="ADAL" clId="{6C322C08-DB2A-409D-8D4A-D051AB3FF070}" dt="2024-11-21T15:38:30.787" v="55" actId="21"/>
          <ac:cxnSpMkLst>
            <pc:docMk/>
            <pc:sldMk cId="1093576836" sldId="269"/>
            <ac:cxnSpMk id="9" creationId="{EE1C2AAB-FEB6-9C7A-9DDA-A8C74724D664}"/>
          </ac:cxnSpMkLst>
        </pc:cxnChg>
        <pc:cxnChg chg="del mod">
          <ac:chgData name="Hossain, Tanvir" userId="5379524b-2947-4ff6-93a6-0f4602028252" providerId="ADAL" clId="{6C322C08-DB2A-409D-8D4A-D051AB3FF070}" dt="2024-11-21T15:38:30.787" v="55" actId="21"/>
          <ac:cxnSpMkLst>
            <pc:docMk/>
            <pc:sldMk cId="1093576836" sldId="269"/>
            <ac:cxnSpMk id="13" creationId="{A79498B3-0AC8-2CF1-4244-07D71D8BD708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3948692902" sldId="269"/>
        </pc:sldMkLst>
      </pc:sldChg>
      <pc:sldChg chg="addSp delSp modSp mod">
        <pc:chgData name="Hossain, Tanvir" userId="5379524b-2947-4ff6-93a6-0f4602028252" providerId="ADAL" clId="{6C322C08-DB2A-409D-8D4A-D051AB3FF070}" dt="2024-11-21T16:03:54.670" v="362" actId="207"/>
        <pc:sldMkLst>
          <pc:docMk/>
          <pc:sldMk cId="2848228927" sldId="270"/>
        </pc:sldMkLst>
        <pc:spChg chg="add mod">
          <ac:chgData name="Hossain, Tanvir" userId="5379524b-2947-4ff6-93a6-0f4602028252" providerId="ADAL" clId="{6C322C08-DB2A-409D-8D4A-D051AB3FF070}" dt="2024-11-21T15:40:56.793" v="94"/>
          <ac:spMkLst>
            <pc:docMk/>
            <pc:sldMk cId="2848228927" sldId="270"/>
            <ac:spMk id="3" creationId="{B28D8EFF-00B4-11FF-2660-CFF5F71EA3E8}"/>
          </ac:spMkLst>
        </pc:spChg>
        <pc:spChg chg="del">
          <ac:chgData name="Hossain, Tanvir" userId="5379524b-2947-4ff6-93a6-0f4602028252" providerId="ADAL" clId="{6C322C08-DB2A-409D-8D4A-D051AB3FF070}" dt="2024-11-21T15:47:26.643" v="121" actId="478"/>
          <ac:spMkLst>
            <pc:docMk/>
            <pc:sldMk cId="2848228927" sldId="270"/>
            <ac:spMk id="7" creationId="{83DE1389-3D6D-8A89-C37B-57D47F8DF093}"/>
          </ac:spMkLst>
        </pc:spChg>
        <pc:spChg chg="mod">
          <ac:chgData name="Hossain, Tanvir" userId="5379524b-2947-4ff6-93a6-0f4602028252" providerId="ADAL" clId="{6C322C08-DB2A-409D-8D4A-D051AB3FF070}" dt="2024-11-21T16:03:54.670" v="362" actId="207"/>
          <ac:spMkLst>
            <pc:docMk/>
            <pc:sldMk cId="2848228927" sldId="270"/>
            <ac:spMk id="9" creationId="{5867943C-52CE-E783-2F8D-22AB2A769374}"/>
          </ac:spMkLst>
        </pc:spChg>
        <pc:spChg chg="mod">
          <ac:chgData name="Hossain, Tanvir" userId="5379524b-2947-4ff6-93a6-0f4602028252" providerId="ADAL" clId="{6C322C08-DB2A-409D-8D4A-D051AB3FF070}" dt="2024-11-21T16:03:54.670" v="362" actId="207"/>
          <ac:spMkLst>
            <pc:docMk/>
            <pc:sldMk cId="2848228927" sldId="270"/>
            <ac:spMk id="15" creationId="{74598DAA-A2BA-EF4F-B2DF-AAC68F0B33CC}"/>
          </ac:spMkLst>
        </pc:spChg>
        <pc:picChg chg="mod">
          <ac:chgData name="Hossain, Tanvir" userId="5379524b-2947-4ff6-93a6-0f4602028252" providerId="ADAL" clId="{6C322C08-DB2A-409D-8D4A-D051AB3FF070}" dt="2024-11-21T15:47:38.749" v="124" actId="1076"/>
          <ac:picMkLst>
            <pc:docMk/>
            <pc:sldMk cId="2848228927" sldId="270"/>
            <ac:picMk id="6" creationId="{76DF7B91-EDAE-36DE-598A-07E15ED8DB59}"/>
          </ac:picMkLst>
        </pc:picChg>
        <pc:cxnChg chg="mod">
          <ac:chgData name="Hossain, Tanvir" userId="5379524b-2947-4ff6-93a6-0f4602028252" providerId="ADAL" clId="{6C322C08-DB2A-409D-8D4A-D051AB3FF070}" dt="2024-11-21T15:47:42.257" v="125" actId="14100"/>
          <ac:cxnSpMkLst>
            <pc:docMk/>
            <pc:sldMk cId="2848228927" sldId="270"/>
            <ac:cxnSpMk id="12" creationId="{7954D901-E621-9EB1-118C-708CE2167DCA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3178234004" sldId="270"/>
        </pc:sldMkLst>
      </pc:sldChg>
      <pc:sldChg chg="addSp delSp modSp mod">
        <pc:chgData name="Hossain, Tanvir" userId="5379524b-2947-4ff6-93a6-0f4602028252" providerId="ADAL" clId="{6C322C08-DB2A-409D-8D4A-D051AB3FF070}" dt="2024-11-21T16:03:48.118" v="361" actId="207"/>
        <pc:sldMkLst>
          <pc:docMk/>
          <pc:sldMk cId="829046201" sldId="271"/>
        </pc:sldMkLst>
        <pc:spChg chg="del">
          <ac:chgData name="Hossain, Tanvir" userId="5379524b-2947-4ff6-93a6-0f4602028252" providerId="ADAL" clId="{6C322C08-DB2A-409D-8D4A-D051AB3FF070}" dt="2024-11-21T15:48:13.624" v="131" actId="478"/>
          <ac:spMkLst>
            <pc:docMk/>
            <pc:sldMk cId="829046201" sldId="271"/>
            <ac:spMk id="2" creationId="{EEC25A28-51B1-D61F-AA24-A77735D78A1D}"/>
          </ac:spMkLst>
        </pc:spChg>
        <pc:spChg chg="add mod">
          <ac:chgData name="Hossain, Tanvir" userId="5379524b-2947-4ff6-93a6-0f4602028252" providerId="ADAL" clId="{6C322C08-DB2A-409D-8D4A-D051AB3FF070}" dt="2024-11-21T15:41:00.578" v="96"/>
          <ac:spMkLst>
            <pc:docMk/>
            <pc:sldMk cId="829046201" sldId="271"/>
            <ac:spMk id="3" creationId="{4691EBC5-964A-4FA5-1B66-A3595123A94F}"/>
          </ac:spMkLst>
        </pc:spChg>
        <pc:spChg chg="mod">
          <ac:chgData name="Hossain, Tanvir" userId="5379524b-2947-4ff6-93a6-0f4602028252" providerId="ADAL" clId="{6C322C08-DB2A-409D-8D4A-D051AB3FF070}" dt="2024-11-21T16:03:48.118" v="361" actId="207"/>
          <ac:spMkLst>
            <pc:docMk/>
            <pc:sldMk cId="829046201" sldId="271"/>
            <ac:spMk id="9" creationId="{7E92DFB6-4AC2-E864-4359-69B46F1E046E}"/>
          </ac:spMkLst>
        </pc:spChg>
        <pc:spChg chg="del">
          <ac:chgData name="Hossain, Tanvir" userId="5379524b-2947-4ff6-93a6-0f4602028252" providerId="ADAL" clId="{6C322C08-DB2A-409D-8D4A-D051AB3FF070}" dt="2024-11-21T15:48:02.965" v="128" actId="478"/>
          <ac:spMkLst>
            <pc:docMk/>
            <pc:sldMk cId="829046201" sldId="271"/>
            <ac:spMk id="11" creationId="{AB3CE82F-158B-D9E8-6D4F-78C0ECED77BD}"/>
          </ac:spMkLst>
        </pc:spChg>
        <pc:picChg chg="mod">
          <ac:chgData name="Hossain, Tanvir" userId="5379524b-2947-4ff6-93a6-0f4602028252" providerId="ADAL" clId="{6C322C08-DB2A-409D-8D4A-D051AB3FF070}" dt="2024-11-21T15:48:06.940" v="129" actId="14100"/>
          <ac:picMkLst>
            <pc:docMk/>
            <pc:sldMk cId="829046201" sldId="271"/>
            <ac:picMk id="8" creationId="{E58E5263-6799-E932-1FD6-009D97CB8C99}"/>
          </ac:picMkLst>
        </pc:picChg>
        <pc:cxnChg chg="mod">
          <ac:chgData name="Hossain, Tanvir" userId="5379524b-2947-4ff6-93a6-0f4602028252" providerId="ADAL" clId="{6C322C08-DB2A-409D-8D4A-D051AB3FF070}" dt="2024-11-21T15:48:10.834" v="130" actId="14100"/>
          <ac:cxnSpMkLst>
            <pc:docMk/>
            <pc:sldMk cId="829046201" sldId="271"/>
            <ac:cxnSpMk id="13" creationId="{EDA198AA-B020-B1CA-3C81-873257C6F798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2014493930" sldId="271"/>
        </pc:sldMkLst>
      </pc:sldChg>
      <pc:sldChg chg="addSp delSp modSp mod">
        <pc:chgData name="Hossain, Tanvir" userId="5379524b-2947-4ff6-93a6-0f4602028252" providerId="ADAL" clId="{6C322C08-DB2A-409D-8D4A-D051AB3FF070}" dt="2024-11-21T16:03:35.396" v="357" actId="207"/>
        <pc:sldMkLst>
          <pc:docMk/>
          <pc:sldMk cId="2267475944" sldId="272"/>
        </pc:sldMkLst>
        <pc:spChg chg="del">
          <ac:chgData name="Hossain, Tanvir" userId="5379524b-2947-4ff6-93a6-0f4602028252" providerId="ADAL" clId="{6C322C08-DB2A-409D-8D4A-D051AB3FF070}" dt="2024-11-21T15:49:02.339" v="143" actId="478"/>
          <ac:spMkLst>
            <pc:docMk/>
            <pc:sldMk cId="2267475944" sldId="272"/>
            <ac:spMk id="2" creationId="{359E02A7-6116-BBE1-FFA4-74FA1DFB6CAE}"/>
          </ac:spMkLst>
        </pc:spChg>
        <pc:spChg chg="mod">
          <ac:chgData name="Hossain, Tanvir" userId="5379524b-2947-4ff6-93a6-0f4602028252" providerId="ADAL" clId="{6C322C08-DB2A-409D-8D4A-D051AB3FF070}" dt="2024-11-21T16:03:35.396" v="357" actId="207"/>
          <ac:spMkLst>
            <pc:docMk/>
            <pc:sldMk cId="2267475944" sldId="272"/>
            <ac:spMk id="4" creationId="{4F31568C-7197-E853-7FCA-7C17E8951291}"/>
          </ac:spMkLst>
        </pc:spChg>
        <pc:spChg chg="add mod">
          <ac:chgData name="Hossain, Tanvir" userId="5379524b-2947-4ff6-93a6-0f4602028252" providerId="ADAL" clId="{6C322C08-DB2A-409D-8D4A-D051AB3FF070}" dt="2024-11-21T15:41:05.900" v="99"/>
          <ac:spMkLst>
            <pc:docMk/>
            <pc:sldMk cId="2267475944" sldId="272"/>
            <ac:spMk id="6" creationId="{7CB8159D-5463-3628-C49D-2271212A6D63}"/>
          </ac:spMkLst>
        </pc:spChg>
        <pc:spChg chg="del">
          <ac:chgData name="Hossain, Tanvir" userId="5379524b-2947-4ff6-93a6-0f4602028252" providerId="ADAL" clId="{6C322C08-DB2A-409D-8D4A-D051AB3FF070}" dt="2024-11-21T15:48:59.956" v="142" actId="478"/>
          <ac:spMkLst>
            <pc:docMk/>
            <pc:sldMk cId="2267475944" sldId="272"/>
            <ac:spMk id="7" creationId="{C62F64CF-FB5C-B17F-330A-25DA7D436109}"/>
          </ac:spMkLst>
        </pc:spChg>
        <pc:picChg chg="mod">
          <ac:chgData name="Hossain, Tanvir" userId="5379524b-2947-4ff6-93a6-0f4602028252" providerId="ADAL" clId="{6C322C08-DB2A-409D-8D4A-D051AB3FF070}" dt="2024-11-21T15:48:58.126" v="141" actId="14100"/>
          <ac:picMkLst>
            <pc:docMk/>
            <pc:sldMk cId="2267475944" sldId="272"/>
            <ac:picMk id="3" creationId="{6E3DC7A2-D225-8F00-09D7-FFBD18F1AB2A}"/>
          </ac:picMkLst>
        </pc:pic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2330456200" sldId="272"/>
        </pc:sldMkLst>
      </pc:sldChg>
      <pc:sldChg chg="addSp delSp modSp mod">
        <pc:chgData name="Hossain, Tanvir" userId="5379524b-2947-4ff6-93a6-0f4602028252" providerId="ADAL" clId="{6C322C08-DB2A-409D-8D4A-D051AB3FF070}" dt="2024-11-21T16:12:29.675" v="510" actId="1076"/>
        <pc:sldMkLst>
          <pc:docMk/>
          <pc:sldMk cId="402523472" sldId="273"/>
        </pc:sldMkLst>
        <pc:spChg chg="add del mod">
          <ac:chgData name="Hossain, Tanvir" userId="5379524b-2947-4ff6-93a6-0f4602028252" providerId="ADAL" clId="{6C322C08-DB2A-409D-8D4A-D051AB3FF070}" dt="2024-11-21T16:11:52.122" v="500" actId="478"/>
          <ac:spMkLst>
            <pc:docMk/>
            <pc:sldMk cId="402523472" sldId="273"/>
            <ac:spMk id="2" creationId="{DAA86C8E-33C6-C4E4-4796-E83CD0757B0A}"/>
          </ac:spMkLst>
        </pc:spChg>
        <pc:spChg chg="mod">
          <ac:chgData name="Hossain, Tanvir" userId="5379524b-2947-4ff6-93a6-0f4602028252" providerId="ADAL" clId="{6C322C08-DB2A-409D-8D4A-D051AB3FF070}" dt="2024-11-21T16:11:10.708" v="493"/>
          <ac:spMkLst>
            <pc:docMk/>
            <pc:sldMk cId="402523472" sldId="273"/>
            <ac:spMk id="4" creationId="{F18F7527-B755-6C1C-C0A5-47DE673279AD}"/>
          </ac:spMkLst>
        </pc:spChg>
        <pc:spChg chg="add del mod">
          <ac:chgData name="Hossain, Tanvir" userId="5379524b-2947-4ff6-93a6-0f4602028252" providerId="ADAL" clId="{6C322C08-DB2A-409D-8D4A-D051AB3FF070}" dt="2024-11-21T16:11:16.579" v="494" actId="478"/>
          <ac:spMkLst>
            <pc:docMk/>
            <pc:sldMk cId="402523472" sldId="273"/>
            <ac:spMk id="5" creationId="{2C9B1E9C-208C-0BE7-E6BC-8BB90EC92E20}"/>
          </ac:spMkLst>
        </pc:spChg>
        <pc:spChg chg="del">
          <ac:chgData name="Hossain, Tanvir" userId="5379524b-2947-4ff6-93a6-0f4602028252" providerId="ADAL" clId="{6C322C08-DB2A-409D-8D4A-D051AB3FF070}" dt="2024-11-21T15:34:24.937" v="1" actId="478"/>
          <ac:spMkLst>
            <pc:docMk/>
            <pc:sldMk cId="402523472" sldId="273"/>
            <ac:spMk id="7" creationId="{2C5AC11A-B873-833B-7293-FFFDF206D1C8}"/>
          </ac:spMkLst>
        </pc:spChg>
        <pc:spChg chg="add del mod">
          <ac:chgData name="Hossain, Tanvir" userId="5379524b-2947-4ff6-93a6-0f4602028252" providerId="ADAL" clId="{6C322C08-DB2A-409D-8D4A-D051AB3FF070}" dt="2024-11-21T16:11:16.579" v="494" actId="478"/>
          <ac:spMkLst>
            <pc:docMk/>
            <pc:sldMk cId="402523472" sldId="273"/>
            <ac:spMk id="8" creationId="{6D26471B-C382-3D1E-4AEF-2A22DBBA287B}"/>
          </ac:spMkLst>
        </pc:spChg>
        <pc:spChg chg="add del mod">
          <ac:chgData name="Hossain, Tanvir" userId="5379524b-2947-4ff6-93a6-0f4602028252" providerId="ADAL" clId="{6C322C08-DB2A-409D-8D4A-D051AB3FF070}" dt="2024-11-21T16:11:19.718" v="495" actId="478"/>
          <ac:spMkLst>
            <pc:docMk/>
            <pc:sldMk cId="402523472" sldId="273"/>
            <ac:spMk id="10" creationId="{771A5997-B430-8C28-60F7-2AB054852655}"/>
          </ac:spMkLst>
        </pc:spChg>
        <pc:spChg chg="add mod">
          <ac:chgData name="Hossain, Tanvir" userId="5379524b-2947-4ff6-93a6-0f4602028252" providerId="ADAL" clId="{6C322C08-DB2A-409D-8D4A-D051AB3FF070}" dt="2024-11-21T16:12:29.675" v="510" actId="1076"/>
          <ac:spMkLst>
            <pc:docMk/>
            <pc:sldMk cId="402523472" sldId="273"/>
            <ac:spMk id="13" creationId="{37D5170F-2347-FA26-B235-916424A6FDB6}"/>
          </ac:spMkLst>
        </pc:spChg>
        <pc:picChg chg="add del mod">
          <ac:chgData name="Hossain, Tanvir" userId="5379524b-2947-4ff6-93a6-0f4602028252" providerId="ADAL" clId="{6C322C08-DB2A-409D-8D4A-D051AB3FF070}" dt="2024-11-21T16:11:16.579" v="494" actId="478"/>
          <ac:picMkLst>
            <pc:docMk/>
            <pc:sldMk cId="402523472" sldId="273"/>
            <ac:picMk id="3" creationId="{5A3684B5-E5D6-6866-095C-9CF3473EB6BF}"/>
          </ac:picMkLst>
        </pc:picChg>
        <pc:picChg chg="del">
          <ac:chgData name="Hossain, Tanvir" userId="5379524b-2947-4ff6-93a6-0f4602028252" providerId="ADAL" clId="{6C322C08-DB2A-409D-8D4A-D051AB3FF070}" dt="2024-11-21T15:34:24.937" v="1" actId="478"/>
          <ac:picMkLst>
            <pc:docMk/>
            <pc:sldMk cId="402523472" sldId="273"/>
            <ac:picMk id="6" creationId="{6B0B1DC6-92F6-9A41-ADC5-D844D6805BCB}"/>
          </ac:picMkLst>
        </pc:picChg>
        <pc:cxnChg chg="add del mod">
          <ac:chgData name="Hossain, Tanvir" userId="5379524b-2947-4ff6-93a6-0f4602028252" providerId="ADAL" clId="{6C322C08-DB2A-409D-8D4A-D051AB3FF070}" dt="2024-11-21T16:11:19.718" v="495" actId="478"/>
          <ac:cxnSpMkLst>
            <pc:docMk/>
            <pc:sldMk cId="402523472" sldId="273"/>
            <ac:cxnSpMk id="9" creationId="{E2A0F395-874F-5FBA-5755-63BD178791B1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1575889371" sldId="274"/>
        </pc:sldMkLst>
      </pc:sldChg>
      <pc:sldChg chg="addSp delSp modSp mod">
        <pc:chgData name="Hossain, Tanvir" userId="5379524b-2947-4ff6-93a6-0f4602028252" providerId="ADAL" clId="{6C322C08-DB2A-409D-8D4A-D051AB3FF070}" dt="2024-11-21T16:03:11.441" v="351" actId="207"/>
        <pc:sldMkLst>
          <pc:docMk/>
          <pc:sldMk cId="4099982738" sldId="274"/>
        </pc:sldMkLst>
        <pc:spChg chg="del">
          <ac:chgData name="Hossain, Tanvir" userId="5379524b-2947-4ff6-93a6-0f4602028252" providerId="ADAL" clId="{6C322C08-DB2A-409D-8D4A-D051AB3FF070}" dt="2024-11-21T15:51:25.288" v="191" actId="478"/>
          <ac:spMkLst>
            <pc:docMk/>
            <pc:sldMk cId="4099982738" sldId="274"/>
            <ac:spMk id="2" creationId="{A4CE21E6-B13D-6D4E-0027-3CCBD4ED4254}"/>
          </ac:spMkLst>
        </pc:spChg>
        <pc:spChg chg="mod">
          <ac:chgData name="Hossain, Tanvir" userId="5379524b-2947-4ff6-93a6-0f4602028252" providerId="ADAL" clId="{6C322C08-DB2A-409D-8D4A-D051AB3FF070}" dt="2024-11-21T16:03:11.441" v="351" actId="207"/>
          <ac:spMkLst>
            <pc:docMk/>
            <pc:sldMk cId="4099982738" sldId="274"/>
            <ac:spMk id="3" creationId="{906FE73E-9EFA-AD90-EA63-E670AFC33E26}"/>
          </ac:spMkLst>
        </pc:spChg>
        <pc:spChg chg="add mod">
          <ac:chgData name="Hossain, Tanvir" userId="5379524b-2947-4ff6-93a6-0f4602028252" providerId="ADAL" clId="{6C322C08-DB2A-409D-8D4A-D051AB3FF070}" dt="2024-11-21T15:51:17.099" v="187" actId="120"/>
          <ac:spMkLst>
            <pc:docMk/>
            <pc:sldMk cId="4099982738" sldId="274"/>
            <ac:spMk id="5" creationId="{55B4F348-9C5A-09DD-39A4-3533272D9F38}"/>
          </ac:spMkLst>
        </pc:spChg>
        <pc:spChg chg="del mod">
          <ac:chgData name="Hossain, Tanvir" userId="5379524b-2947-4ff6-93a6-0f4602028252" providerId="ADAL" clId="{6C322C08-DB2A-409D-8D4A-D051AB3FF070}" dt="2024-11-21T15:51:19.369" v="189"/>
          <ac:spMkLst>
            <pc:docMk/>
            <pc:sldMk cId="4099982738" sldId="274"/>
            <ac:spMk id="7" creationId="{4C069852-B4B3-EA8F-D307-C4A30092FFDF}"/>
          </ac:spMkLst>
        </pc:spChg>
        <pc:spChg chg="mod">
          <ac:chgData name="Hossain, Tanvir" userId="5379524b-2947-4ff6-93a6-0f4602028252" providerId="ADAL" clId="{6C322C08-DB2A-409D-8D4A-D051AB3FF070}" dt="2024-11-21T16:03:11.441" v="351" actId="207"/>
          <ac:spMkLst>
            <pc:docMk/>
            <pc:sldMk cId="4099982738" sldId="274"/>
            <ac:spMk id="20" creationId="{CC0705FE-ACBA-B905-5CB9-9E54AC1165B4}"/>
          </ac:spMkLst>
        </pc:spChg>
        <pc:picChg chg="mod">
          <ac:chgData name="Hossain, Tanvir" userId="5379524b-2947-4ff6-93a6-0f4602028252" providerId="ADAL" clId="{6C322C08-DB2A-409D-8D4A-D051AB3FF070}" dt="2024-11-21T15:51:22.439" v="190" actId="14100"/>
          <ac:picMkLst>
            <pc:docMk/>
            <pc:sldMk cId="4099982738" sldId="274"/>
            <ac:picMk id="6" creationId="{935AD633-2869-25C9-507D-BEB70232FBBA}"/>
          </ac:picMkLst>
        </pc:picChg>
      </pc:sldChg>
      <pc:sldChg chg="addSp delSp modSp mod">
        <pc:chgData name="Hossain, Tanvir" userId="5379524b-2947-4ff6-93a6-0f4602028252" providerId="ADAL" clId="{6C322C08-DB2A-409D-8D4A-D051AB3FF070}" dt="2024-11-21T16:03:06.918" v="350" actId="207"/>
        <pc:sldMkLst>
          <pc:docMk/>
          <pc:sldMk cId="2152019468" sldId="275"/>
        </pc:sldMkLst>
        <pc:spChg chg="mod">
          <ac:chgData name="Hossain, Tanvir" userId="5379524b-2947-4ff6-93a6-0f4602028252" providerId="ADAL" clId="{6C322C08-DB2A-409D-8D4A-D051AB3FF070}" dt="2024-11-21T16:03:06.918" v="350" actId="207"/>
          <ac:spMkLst>
            <pc:docMk/>
            <pc:sldMk cId="2152019468" sldId="275"/>
            <ac:spMk id="4" creationId="{A6089CE5-830C-15C0-2B49-1A7694F69858}"/>
          </ac:spMkLst>
        </pc:spChg>
        <pc:spChg chg="add mod">
          <ac:chgData name="Hossain, Tanvir" userId="5379524b-2947-4ff6-93a6-0f4602028252" providerId="ADAL" clId="{6C322C08-DB2A-409D-8D4A-D051AB3FF070}" dt="2024-11-21T15:51:36.142" v="194" actId="120"/>
          <ac:spMkLst>
            <pc:docMk/>
            <pc:sldMk cId="2152019468" sldId="275"/>
            <ac:spMk id="5" creationId="{EABE5115-319A-F16F-7AE3-0C215E8A2F00}"/>
          </ac:spMkLst>
        </pc:spChg>
        <pc:spChg chg="mod">
          <ac:chgData name="Hossain, Tanvir" userId="5379524b-2947-4ff6-93a6-0f4602028252" providerId="ADAL" clId="{6C322C08-DB2A-409D-8D4A-D051AB3FF070}" dt="2024-11-21T16:03:06.918" v="350" actId="207"/>
          <ac:spMkLst>
            <pc:docMk/>
            <pc:sldMk cId="2152019468" sldId="275"/>
            <ac:spMk id="6" creationId="{A6BB6C08-0A24-468A-D66E-409978C5F901}"/>
          </ac:spMkLst>
        </pc:spChg>
        <pc:spChg chg="del mod">
          <ac:chgData name="Hossain, Tanvir" userId="5379524b-2947-4ff6-93a6-0f4602028252" providerId="ADAL" clId="{6C322C08-DB2A-409D-8D4A-D051AB3FF070}" dt="2024-11-21T15:51:47.963" v="199"/>
          <ac:spMkLst>
            <pc:docMk/>
            <pc:sldMk cId="2152019468" sldId="275"/>
            <ac:spMk id="12" creationId="{CCEFBDEF-49C3-B1C3-0808-912DE279CB5F}"/>
          </ac:spMkLst>
        </pc:spChg>
        <pc:picChg chg="mod">
          <ac:chgData name="Hossain, Tanvir" userId="5379524b-2947-4ff6-93a6-0f4602028252" providerId="ADAL" clId="{6C322C08-DB2A-409D-8D4A-D051AB3FF070}" dt="2024-11-21T15:51:41.479" v="195" actId="14100"/>
          <ac:picMkLst>
            <pc:docMk/>
            <pc:sldMk cId="2152019468" sldId="275"/>
            <ac:picMk id="3" creationId="{240E2C5A-1E57-0749-A626-0EF001F2FE4D}"/>
          </ac:picMkLst>
        </pc:picChg>
        <pc:cxnChg chg="mod">
          <ac:chgData name="Hossain, Tanvir" userId="5379524b-2947-4ff6-93a6-0f4602028252" providerId="ADAL" clId="{6C322C08-DB2A-409D-8D4A-D051AB3FF070}" dt="2024-11-21T15:51:47.423" v="197" actId="14100"/>
          <ac:cxnSpMkLst>
            <pc:docMk/>
            <pc:sldMk cId="2152019468" sldId="275"/>
            <ac:cxnSpMk id="7" creationId="{582DD778-D11D-E8CE-187E-9B2BD8CDD612}"/>
          </ac:cxnSpMkLst>
        </pc:cxnChg>
        <pc:cxnChg chg="mod">
          <ac:chgData name="Hossain, Tanvir" userId="5379524b-2947-4ff6-93a6-0f4602028252" providerId="ADAL" clId="{6C322C08-DB2A-409D-8D4A-D051AB3FF070}" dt="2024-11-21T15:51:45.342" v="196" actId="14100"/>
          <ac:cxnSpMkLst>
            <pc:docMk/>
            <pc:sldMk cId="2152019468" sldId="275"/>
            <ac:cxnSpMk id="14" creationId="{58896A48-FFEA-46BC-6CB7-E60BA30C2D4B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2446670331" sldId="275"/>
        </pc:sldMkLst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1785257647" sldId="276"/>
        </pc:sldMkLst>
      </pc:sldChg>
      <pc:sldChg chg="addSp delSp modSp mod">
        <pc:chgData name="Hossain, Tanvir" userId="5379524b-2947-4ff6-93a6-0f4602028252" providerId="ADAL" clId="{6C322C08-DB2A-409D-8D4A-D051AB3FF070}" dt="2024-11-21T16:03:02.307" v="349" actId="207"/>
        <pc:sldMkLst>
          <pc:docMk/>
          <pc:sldMk cId="3516600745" sldId="276"/>
        </pc:sldMkLst>
        <pc:spChg chg="del">
          <ac:chgData name="Hossain, Tanvir" userId="5379524b-2947-4ff6-93a6-0f4602028252" providerId="ADAL" clId="{6C322C08-DB2A-409D-8D4A-D051AB3FF070}" dt="2024-11-21T15:52:09.777" v="205" actId="478"/>
          <ac:spMkLst>
            <pc:docMk/>
            <pc:sldMk cId="3516600745" sldId="276"/>
            <ac:spMk id="2" creationId="{BBAE5AE3-2AEC-B7AE-90B8-2ED3A153ED3F}"/>
          </ac:spMkLst>
        </pc:spChg>
        <pc:spChg chg="add mod">
          <ac:chgData name="Hossain, Tanvir" userId="5379524b-2947-4ff6-93a6-0f4602028252" providerId="ADAL" clId="{6C322C08-DB2A-409D-8D4A-D051AB3FF070}" dt="2024-11-21T15:52:06.509" v="204" actId="20577"/>
          <ac:spMkLst>
            <pc:docMk/>
            <pc:sldMk cId="3516600745" sldId="276"/>
            <ac:spMk id="3" creationId="{6DBBE290-1FE5-C7C1-AA86-0CC197CBDF1B}"/>
          </ac:spMkLst>
        </pc:spChg>
        <pc:spChg chg="del mod">
          <ac:chgData name="Hossain, Tanvir" userId="5379524b-2947-4ff6-93a6-0f4602028252" providerId="ADAL" clId="{6C322C08-DB2A-409D-8D4A-D051AB3FF070}" dt="2024-11-21T15:52:09.778" v="207"/>
          <ac:spMkLst>
            <pc:docMk/>
            <pc:sldMk cId="3516600745" sldId="276"/>
            <ac:spMk id="4" creationId="{7E3014CF-2B09-E275-0EC4-93B427D6866D}"/>
          </ac:spMkLst>
        </pc:spChg>
        <pc:spChg chg="mod">
          <ac:chgData name="Hossain, Tanvir" userId="5379524b-2947-4ff6-93a6-0f4602028252" providerId="ADAL" clId="{6C322C08-DB2A-409D-8D4A-D051AB3FF070}" dt="2024-11-21T16:03:02.307" v="349" actId="207"/>
          <ac:spMkLst>
            <pc:docMk/>
            <pc:sldMk cId="3516600745" sldId="276"/>
            <ac:spMk id="7" creationId="{A6EC34A7-014B-EA4D-6B2A-52DCE362576F}"/>
          </ac:spMkLst>
        </pc:spChg>
        <pc:picChg chg="mod">
          <ac:chgData name="Hossain, Tanvir" userId="5379524b-2947-4ff6-93a6-0f4602028252" providerId="ADAL" clId="{6C322C08-DB2A-409D-8D4A-D051AB3FF070}" dt="2024-11-21T15:52:15.336" v="209" actId="14100"/>
          <ac:picMkLst>
            <pc:docMk/>
            <pc:sldMk cId="3516600745" sldId="276"/>
            <ac:picMk id="5" creationId="{D6F37ED5-CC22-AD22-152F-4D3DD0306225}"/>
          </ac:picMkLst>
        </pc:picChg>
        <pc:cxnChg chg="mod">
          <ac:chgData name="Hossain, Tanvir" userId="5379524b-2947-4ff6-93a6-0f4602028252" providerId="ADAL" clId="{6C322C08-DB2A-409D-8D4A-D051AB3FF070}" dt="2024-11-21T15:52:20.338" v="210" actId="14100"/>
          <ac:cxnSpMkLst>
            <pc:docMk/>
            <pc:sldMk cId="3516600745" sldId="276"/>
            <ac:cxnSpMk id="9" creationId="{F88A8D4A-ACC4-9138-118F-45058810FB5F}"/>
          </ac:cxnSpMkLst>
        </pc:cxnChg>
      </pc:sldChg>
      <pc:sldChg chg="addSp delSp modSp mod">
        <pc:chgData name="Hossain, Tanvir" userId="5379524b-2947-4ff6-93a6-0f4602028252" providerId="ADAL" clId="{6C322C08-DB2A-409D-8D4A-D051AB3FF070}" dt="2024-11-21T16:02:56.395" v="348" actId="207"/>
        <pc:sldMkLst>
          <pc:docMk/>
          <pc:sldMk cId="2994688288" sldId="277"/>
        </pc:sldMkLst>
        <pc:spChg chg="del">
          <ac:chgData name="Hossain, Tanvir" userId="5379524b-2947-4ff6-93a6-0f4602028252" providerId="ADAL" clId="{6C322C08-DB2A-409D-8D4A-D051AB3FF070}" dt="2024-11-21T15:52:43.117" v="219" actId="478"/>
          <ac:spMkLst>
            <pc:docMk/>
            <pc:sldMk cId="2994688288" sldId="277"/>
            <ac:spMk id="2" creationId="{72713E51-646D-2CE3-F705-5B11DF44ECB7}"/>
          </ac:spMkLst>
        </pc:spChg>
        <pc:spChg chg="del mod">
          <ac:chgData name="Hossain, Tanvir" userId="5379524b-2947-4ff6-93a6-0f4602028252" providerId="ADAL" clId="{6C322C08-DB2A-409D-8D4A-D051AB3FF070}" dt="2024-11-21T15:52:41.537" v="218"/>
          <ac:spMkLst>
            <pc:docMk/>
            <pc:sldMk cId="2994688288" sldId="277"/>
            <ac:spMk id="4" creationId="{6E61CEB0-D62F-D212-87C8-529F5A782955}"/>
          </ac:spMkLst>
        </pc:spChg>
        <pc:spChg chg="add mod">
          <ac:chgData name="Hossain, Tanvir" userId="5379524b-2947-4ff6-93a6-0f4602028252" providerId="ADAL" clId="{6C322C08-DB2A-409D-8D4A-D051AB3FF070}" dt="2024-11-21T15:52:36.362" v="215" actId="20577"/>
          <ac:spMkLst>
            <pc:docMk/>
            <pc:sldMk cId="2994688288" sldId="277"/>
            <ac:spMk id="5" creationId="{E5D62CD8-188A-6A30-C9F3-9C5E8DB9A6C4}"/>
          </ac:spMkLst>
        </pc:spChg>
        <pc:spChg chg="mod">
          <ac:chgData name="Hossain, Tanvir" userId="5379524b-2947-4ff6-93a6-0f4602028252" providerId="ADAL" clId="{6C322C08-DB2A-409D-8D4A-D051AB3FF070}" dt="2024-11-21T16:02:56.395" v="348" actId="207"/>
          <ac:spMkLst>
            <pc:docMk/>
            <pc:sldMk cId="2994688288" sldId="277"/>
            <ac:spMk id="6" creationId="{A6055439-9596-F608-4E46-BBB3A1863B84}"/>
          </ac:spMkLst>
        </pc:spChg>
        <pc:spChg chg="mod">
          <ac:chgData name="Hossain, Tanvir" userId="5379524b-2947-4ff6-93a6-0f4602028252" providerId="ADAL" clId="{6C322C08-DB2A-409D-8D4A-D051AB3FF070}" dt="2024-11-21T16:02:56.395" v="348" actId="207"/>
          <ac:spMkLst>
            <pc:docMk/>
            <pc:sldMk cId="2994688288" sldId="277"/>
            <ac:spMk id="12" creationId="{B6CDF2E8-D461-ED28-1D78-913AA4578C0F}"/>
          </ac:spMkLst>
        </pc:spChg>
        <pc:grpChg chg="mod ord">
          <ac:chgData name="Hossain, Tanvir" userId="5379524b-2947-4ff6-93a6-0f4602028252" providerId="ADAL" clId="{6C322C08-DB2A-409D-8D4A-D051AB3FF070}" dt="2024-11-21T15:52:49.426" v="221" actId="167"/>
          <ac:grpSpMkLst>
            <pc:docMk/>
            <pc:sldMk cId="2994688288" sldId="277"/>
            <ac:grpSpMk id="3" creationId="{95B56109-AA80-19C4-C29B-0664C05D3C35}"/>
          </ac:grpSpMkLst>
        </pc:grpChg>
        <pc:cxnChg chg="mod">
          <ac:chgData name="Hossain, Tanvir" userId="5379524b-2947-4ff6-93a6-0f4602028252" providerId="ADAL" clId="{6C322C08-DB2A-409D-8D4A-D051AB3FF070}" dt="2024-11-21T15:52:58.493" v="223" actId="14100"/>
          <ac:cxnSpMkLst>
            <pc:docMk/>
            <pc:sldMk cId="2994688288" sldId="277"/>
            <ac:cxnSpMk id="8" creationId="{2C9FEDB0-4BC8-9B2E-39C3-AD88FCE0BFA3}"/>
          </ac:cxnSpMkLst>
        </pc:cxnChg>
        <pc:cxnChg chg="mod">
          <ac:chgData name="Hossain, Tanvir" userId="5379524b-2947-4ff6-93a6-0f4602028252" providerId="ADAL" clId="{6C322C08-DB2A-409D-8D4A-D051AB3FF070}" dt="2024-11-21T15:52:52.705" v="222" actId="14100"/>
          <ac:cxnSpMkLst>
            <pc:docMk/>
            <pc:sldMk cId="2994688288" sldId="277"/>
            <ac:cxnSpMk id="13" creationId="{C5EA036F-EF14-978E-4A2D-BEE25A734052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4173929640" sldId="277"/>
        </pc:sldMkLst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3249034943" sldId="278"/>
        </pc:sldMkLst>
      </pc:sldChg>
      <pc:sldChg chg="addSp delSp modSp mod">
        <pc:chgData name="Hossain, Tanvir" userId="5379524b-2947-4ff6-93a6-0f4602028252" providerId="ADAL" clId="{6C322C08-DB2A-409D-8D4A-D051AB3FF070}" dt="2024-11-21T16:02:51.193" v="347" actId="207"/>
        <pc:sldMkLst>
          <pc:docMk/>
          <pc:sldMk cId="3987652711" sldId="278"/>
        </pc:sldMkLst>
        <pc:spChg chg="del">
          <ac:chgData name="Hossain, Tanvir" userId="5379524b-2947-4ff6-93a6-0f4602028252" providerId="ADAL" clId="{6C322C08-DB2A-409D-8D4A-D051AB3FF070}" dt="2024-11-21T15:53:11.943" v="225" actId="478"/>
          <ac:spMkLst>
            <pc:docMk/>
            <pc:sldMk cId="3987652711" sldId="278"/>
            <ac:spMk id="2" creationId="{20056FE7-0C4A-0A87-5DB9-C190AE6D8F7D}"/>
          </ac:spMkLst>
        </pc:spChg>
        <pc:spChg chg="add mod">
          <ac:chgData name="Hossain, Tanvir" userId="5379524b-2947-4ff6-93a6-0f4602028252" providerId="ADAL" clId="{6C322C08-DB2A-409D-8D4A-D051AB3FF070}" dt="2024-11-21T15:41:24.883" v="109"/>
          <ac:spMkLst>
            <pc:docMk/>
            <pc:sldMk cId="3987652711" sldId="278"/>
            <ac:spMk id="3" creationId="{7D8DDB69-03E2-D5A3-1032-DAD30F962260}"/>
          </ac:spMkLst>
        </pc:spChg>
        <pc:spChg chg="mod">
          <ac:chgData name="Hossain, Tanvir" userId="5379524b-2947-4ff6-93a6-0f4602028252" providerId="ADAL" clId="{6C322C08-DB2A-409D-8D4A-D051AB3FF070}" dt="2024-11-21T16:02:51.193" v="347" actId="207"/>
          <ac:spMkLst>
            <pc:docMk/>
            <pc:sldMk cId="3987652711" sldId="278"/>
            <ac:spMk id="8" creationId="{3AFA0005-E5C9-E852-CE2F-5BEF0A355043}"/>
          </ac:spMkLst>
        </pc:spChg>
        <pc:spChg chg="mod">
          <ac:chgData name="Hossain, Tanvir" userId="5379524b-2947-4ff6-93a6-0f4602028252" providerId="ADAL" clId="{6C322C08-DB2A-409D-8D4A-D051AB3FF070}" dt="2024-11-21T16:02:51.193" v="347" actId="207"/>
          <ac:spMkLst>
            <pc:docMk/>
            <pc:sldMk cId="3987652711" sldId="278"/>
            <ac:spMk id="11" creationId="{E84DF7D9-3E3A-5A3B-AD12-717281DEB272}"/>
          </ac:spMkLst>
        </pc:spChg>
        <pc:picChg chg="mod">
          <ac:chgData name="Hossain, Tanvir" userId="5379524b-2947-4ff6-93a6-0f4602028252" providerId="ADAL" clId="{6C322C08-DB2A-409D-8D4A-D051AB3FF070}" dt="2024-11-21T15:53:09.129" v="224" actId="14100"/>
          <ac:picMkLst>
            <pc:docMk/>
            <pc:sldMk cId="3987652711" sldId="278"/>
            <ac:picMk id="4" creationId="{44FED578-BB82-DEE9-4B2E-C0CDF4CF91BD}"/>
          </ac:picMkLst>
        </pc:picChg>
        <pc:cxnChg chg="mod">
          <ac:chgData name="Hossain, Tanvir" userId="5379524b-2947-4ff6-93a6-0f4602028252" providerId="ADAL" clId="{6C322C08-DB2A-409D-8D4A-D051AB3FF070}" dt="2024-11-21T15:53:15.487" v="226" actId="14100"/>
          <ac:cxnSpMkLst>
            <pc:docMk/>
            <pc:sldMk cId="3987652711" sldId="278"/>
            <ac:cxnSpMk id="10" creationId="{AB3C4B2F-2508-1D3B-74BD-8E510E5CEA31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936687709" sldId="279"/>
        </pc:sldMkLst>
      </pc:sldChg>
      <pc:sldChg chg="addSp delSp modSp mod">
        <pc:chgData name="Hossain, Tanvir" userId="5379524b-2947-4ff6-93a6-0f4602028252" providerId="ADAL" clId="{6C322C08-DB2A-409D-8D4A-D051AB3FF070}" dt="2024-11-21T16:01:51.917" v="340" actId="207"/>
        <pc:sldMkLst>
          <pc:docMk/>
          <pc:sldMk cId="2495798332" sldId="279"/>
        </pc:sldMkLst>
        <pc:spChg chg="del">
          <ac:chgData name="Hossain, Tanvir" userId="5379524b-2947-4ff6-93a6-0f4602028252" providerId="ADAL" clId="{6C322C08-DB2A-409D-8D4A-D051AB3FF070}" dt="2024-11-21T15:55:37.837" v="286" actId="478"/>
          <ac:spMkLst>
            <pc:docMk/>
            <pc:sldMk cId="2495798332" sldId="279"/>
            <ac:spMk id="2" creationId="{1923967F-AF51-53FD-295A-D26B577EEAB3}"/>
          </ac:spMkLst>
        </pc:spChg>
        <pc:spChg chg="del mod">
          <ac:chgData name="Hossain, Tanvir" userId="5379524b-2947-4ff6-93a6-0f4602028252" providerId="ADAL" clId="{6C322C08-DB2A-409D-8D4A-D051AB3FF070}" dt="2024-11-21T15:55:35.878" v="285"/>
          <ac:spMkLst>
            <pc:docMk/>
            <pc:sldMk cId="2495798332" sldId="279"/>
            <ac:spMk id="4" creationId="{EC46B5A4-A216-02FA-0089-4286C72FD558}"/>
          </ac:spMkLst>
        </pc:spChg>
        <pc:spChg chg="mod">
          <ac:chgData name="Hossain, Tanvir" userId="5379524b-2947-4ff6-93a6-0f4602028252" providerId="ADAL" clId="{6C322C08-DB2A-409D-8D4A-D051AB3FF070}" dt="2024-11-21T16:01:51.917" v="340" actId="207"/>
          <ac:spMkLst>
            <pc:docMk/>
            <pc:sldMk cId="2495798332" sldId="279"/>
            <ac:spMk id="6" creationId="{485F2A34-D270-5DEF-CDE4-6C7A4EA0C459}"/>
          </ac:spMkLst>
        </pc:spChg>
        <pc:spChg chg="mod">
          <ac:chgData name="Hossain, Tanvir" userId="5379524b-2947-4ff6-93a6-0f4602028252" providerId="ADAL" clId="{6C322C08-DB2A-409D-8D4A-D051AB3FF070}" dt="2024-11-21T16:01:51.917" v="340" actId="207"/>
          <ac:spMkLst>
            <pc:docMk/>
            <pc:sldMk cId="2495798332" sldId="279"/>
            <ac:spMk id="9" creationId="{74E84E66-48D4-217B-1D6E-7A69F56FE020}"/>
          </ac:spMkLst>
        </pc:spChg>
        <pc:spChg chg="add mod">
          <ac:chgData name="Hossain, Tanvir" userId="5379524b-2947-4ff6-93a6-0f4602028252" providerId="ADAL" clId="{6C322C08-DB2A-409D-8D4A-D051AB3FF070}" dt="2024-11-21T15:55:34.495" v="283" actId="120"/>
          <ac:spMkLst>
            <pc:docMk/>
            <pc:sldMk cId="2495798332" sldId="279"/>
            <ac:spMk id="10" creationId="{ADFB5435-A2D4-ABB7-57DE-98325F64A0CA}"/>
          </ac:spMkLst>
        </pc:spChg>
      </pc:sldChg>
      <pc:sldChg chg="delSp modSp del mod">
        <pc:chgData name="Hossain, Tanvir" userId="5379524b-2947-4ff6-93a6-0f4602028252" providerId="ADAL" clId="{6C322C08-DB2A-409D-8D4A-D051AB3FF070}" dt="2024-11-21T15:36:41.789" v="27" actId="47"/>
        <pc:sldMkLst>
          <pc:docMk/>
          <pc:sldMk cId="1512428724" sldId="280"/>
        </pc:sldMkLst>
        <pc:spChg chg="del mod">
          <ac:chgData name="Hossain, Tanvir" userId="5379524b-2947-4ff6-93a6-0f4602028252" providerId="ADAL" clId="{6C322C08-DB2A-409D-8D4A-D051AB3FF070}" dt="2024-11-21T15:36:31.686" v="24" actId="478"/>
          <ac:spMkLst>
            <pc:docMk/>
            <pc:sldMk cId="1512428724" sldId="280"/>
            <ac:spMk id="9" creationId="{E1D1C582-CDDC-7191-46E0-D10A5DDC1D53}"/>
          </ac:spMkLst>
        </pc:sp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4042136807" sldId="280"/>
        </pc:sldMkLst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2601502647" sldId="281"/>
        </pc:sldMkLst>
      </pc:sldChg>
      <pc:sldChg chg="addSp delSp modSp mod">
        <pc:chgData name="Hossain, Tanvir" userId="5379524b-2947-4ff6-93a6-0f4602028252" providerId="ADAL" clId="{6C322C08-DB2A-409D-8D4A-D051AB3FF070}" dt="2024-11-21T16:02:30.447" v="346" actId="207"/>
        <pc:sldMkLst>
          <pc:docMk/>
          <pc:sldMk cId="3534527127" sldId="281"/>
        </pc:sldMkLst>
        <pc:spChg chg="del">
          <ac:chgData name="Hossain, Tanvir" userId="5379524b-2947-4ff6-93a6-0f4602028252" providerId="ADAL" clId="{6C322C08-DB2A-409D-8D4A-D051AB3FF070}" dt="2024-11-21T15:53:37.169" v="233" actId="478"/>
          <ac:spMkLst>
            <pc:docMk/>
            <pc:sldMk cId="3534527127" sldId="281"/>
            <ac:spMk id="2" creationId="{20056FE7-0C4A-0A87-5DB9-C190AE6D8F7D}"/>
          </ac:spMkLst>
        </pc:spChg>
        <pc:spChg chg="add mod">
          <ac:chgData name="Hossain, Tanvir" userId="5379524b-2947-4ff6-93a6-0f4602028252" providerId="ADAL" clId="{6C322C08-DB2A-409D-8D4A-D051AB3FF070}" dt="2024-11-21T15:53:34.070" v="232" actId="20577"/>
          <ac:spMkLst>
            <pc:docMk/>
            <pc:sldMk cId="3534527127" sldId="281"/>
            <ac:spMk id="4" creationId="{96972DB2-206C-5B22-21EE-5AF40B8509FF}"/>
          </ac:spMkLst>
        </pc:spChg>
        <pc:spChg chg="del mod">
          <ac:chgData name="Hossain, Tanvir" userId="5379524b-2947-4ff6-93a6-0f4602028252" providerId="ADAL" clId="{6C322C08-DB2A-409D-8D4A-D051AB3FF070}" dt="2024-11-21T15:53:37.170" v="235"/>
          <ac:spMkLst>
            <pc:docMk/>
            <pc:sldMk cId="3534527127" sldId="281"/>
            <ac:spMk id="6" creationId="{7FCA2D09-A53D-9EA6-9F37-7B82706B22D9}"/>
          </ac:spMkLst>
        </pc:spChg>
        <pc:spChg chg="mod">
          <ac:chgData name="Hossain, Tanvir" userId="5379524b-2947-4ff6-93a6-0f4602028252" providerId="ADAL" clId="{6C322C08-DB2A-409D-8D4A-D051AB3FF070}" dt="2024-11-21T16:02:30.447" v="346" actId="207"/>
          <ac:spMkLst>
            <pc:docMk/>
            <pc:sldMk cId="3534527127" sldId="281"/>
            <ac:spMk id="8" creationId="{3AFA0005-E5C9-E852-CE2F-5BEF0A355043}"/>
          </ac:spMkLst>
        </pc:spChg>
        <pc:picChg chg="mod">
          <ac:chgData name="Hossain, Tanvir" userId="5379524b-2947-4ff6-93a6-0f4602028252" providerId="ADAL" clId="{6C322C08-DB2A-409D-8D4A-D051AB3FF070}" dt="2024-11-21T15:53:41.844" v="237" actId="14100"/>
          <ac:picMkLst>
            <pc:docMk/>
            <pc:sldMk cId="3534527127" sldId="281"/>
            <ac:picMk id="3" creationId="{903C90E7-930C-5594-2A5A-BC147CA273E7}"/>
          </ac:picMkLst>
        </pc:picChg>
      </pc:sldChg>
      <pc:sldChg chg="addSp delSp modSp mod">
        <pc:chgData name="Hossain, Tanvir" userId="5379524b-2947-4ff6-93a6-0f4602028252" providerId="ADAL" clId="{6C322C08-DB2A-409D-8D4A-D051AB3FF070}" dt="2024-11-21T16:02:25.909" v="345" actId="207"/>
        <pc:sldMkLst>
          <pc:docMk/>
          <pc:sldMk cId="2155167852" sldId="282"/>
        </pc:sldMkLst>
        <pc:spChg chg="mod">
          <ac:chgData name="Hossain, Tanvir" userId="5379524b-2947-4ff6-93a6-0f4602028252" providerId="ADAL" clId="{6C322C08-DB2A-409D-8D4A-D051AB3FF070}" dt="2024-11-21T16:02:25.909" v="345" actId="207"/>
          <ac:spMkLst>
            <pc:docMk/>
            <pc:sldMk cId="2155167852" sldId="282"/>
            <ac:spMk id="5" creationId="{84EF27AF-3534-4861-F8D5-11F8FCB8DA99}"/>
          </ac:spMkLst>
        </pc:spChg>
        <pc:spChg chg="del mod">
          <ac:chgData name="Hossain, Tanvir" userId="5379524b-2947-4ff6-93a6-0f4602028252" providerId="ADAL" clId="{6C322C08-DB2A-409D-8D4A-D051AB3FF070}" dt="2024-11-21T15:54:01.513" v="247"/>
          <ac:spMkLst>
            <pc:docMk/>
            <pc:sldMk cId="2155167852" sldId="282"/>
            <ac:spMk id="6" creationId="{7FCA2D09-A53D-9EA6-9F37-7B82706B22D9}"/>
          </ac:spMkLst>
        </pc:spChg>
        <pc:spChg chg="add mod">
          <ac:chgData name="Hossain, Tanvir" userId="5379524b-2947-4ff6-93a6-0f4602028252" providerId="ADAL" clId="{6C322C08-DB2A-409D-8D4A-D051AB3FF070}" dt="2024-11-21T15:53:55.143" v="242" actId="20577"/>
          <ac:spMkLst>
            <pc:docMk/>
            <pc:sldMk cId="2155167852" sldId="282"/>
            <ac:spMk id="7" creationId="{208C16A3-5376-CE14-1F29-FC1D23C8A477}"/>
          </ac:spMkLst>
        </pc:spChg>
        <pc:spChg chg="mod">
          <ac:chgData name="Hossain, Tanvir" userId="5379524b-2947-4ff6-93a6-0f4602028252" providerId="ADAL" clId="{6C322C08-DB2A-409D-8D4A-D051AB3FF070}" dt="2024-11-21T16:02:25.909" v="345" actId="207"/>
          <ac:spMkLst>
            <pc:docMk/>
            <pc:sldMk cId="2155167852" sldId="282"/>
            <ac:spMk id="8" creationId="{3AFA0005-E5C9-E852-CE2F-5BEF0A355043}"/>
          </ac:spMkLst>
        </pc:spChg>
        <pc:grpChg chg="mod ord">
          <ac:chgData name="Hossain, Tanvir" userId="5379524b-2947-4ff6-93a6-0f4602028252" providerId="ADAL" clId="{6C322C08-DB2A-409D-8D4A-D051AB3FF070}" dt="2024-11-21T15:54:01.162" v="245" actId="167"/>
          <ac:grpSpMkLst>
            <pc:docMk/>
            <pc:sldMk cId="2155167852" sldId="282"/>
            <ac:grpSpMk id="3" creationId="{EDEA51F8-6457-5690-66CE-7070009DF230}"/>
          </ac:grpSpMkLst>
        </pc:grp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3414793742" sldId="282"/>
        </pc:sldMkLst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764038822" sldId="283"/>
        </pc:sldMkLst>
      </pc:sldChg>
      <pc:sldChg chg="addSp delSp modSp mod">
        <pc:chgData name="Hossain, Tanvir" userId="5379524b-2947-4ff6-93a6-0f4602028252" providerId="ADAL" clId="{6C322C08-DB2A-409D-8D4A-D051AB3FF070}" dt="2024-11-21T16:02:22.128" v="344" actId="207"/>
        <pc:sldMkLst>
          <pc:docMk/>
          <pc:sldMk cId="1129539114" sldId="283"/>
        </pc:sldMkLst>
        <pc:spChg chg="del mod">
          <ac:chgData name="Hossain, Tanvir" userId="5379524b-2947-4ff6-93a6-0f4602028252" providerId="ADAL" clId="{6C322C08-DB2A-409D-8D4A-D051AB3FF070}" dt="2024-11-21T15:54:25.696" v="256" actId="478"/>
          <ac:spMkLst>
            <pc:docMk/>
            <pc:sldMk cId="1129539114" sldId="283"/>
            <ac:spMk id="2" creationId="{20056FE7-0C4A-0A87-5DB9-C190AE6D8F7D}"/>
          </ac:spMkLst>
        </pc:spChg>
        <pc:spChg chg="add mod">
          <ac:chgData name="Hossain, Tanvir" userId="5379524b-2947-4ff6-93a6-0f4602028252" providerId="ADAL" clId="{6C322C08-DB2A-409D-8D4A-D051AB3FF070}" dt="2024-11-21T15:54:18.176" v="252" actId="20577"/>
          <ac:spMkLst>
            <pc:docMk/>
            <pc:sldMk cId="1129539114" sldId="283"/>
            <ac:spMk id="4" creationId="{71CD13DC-32EC-B5B3-3717-C6C0E353B1BE}"/>
          </ac:spMkLst>
        </pc:spChg>
        <pc:spChg chg="del mod">
          <ac:chgData name="Hossain, Tanvir" userId="5379524b-2947-4ff6-93a6-0f4602028252" providerId="ADAL" clId="{6C322C08-DB2A-409D-8D4A-D051AB3FF070}" dt="2024-11-21T15:54:25.697" v="258"/>
          <ac:spMkLst>
            <pc:docMk/>
            <pc:sldMk cId="1129539114" sldId="283"/>
            <ac:spMk id="6" creationId="{7FCA2D09-A53D-9EA6-9F37-7B82706B22D9}"/>
          </ac:spMkLst>
        </pc:spChg>
        <pc:spChg chg="mod">
          <ac:chgData name="Hossain, Tanvir" userId="5379524b-2947-4ff6-93a6-0f4602028252" providerId="ADAL" clId="{6C322C08-DB2A-409D-8D4A-D051AB3FF070}" dt="2024-11-21T16:02:22.128" v="344" actId="207"/>
          <ac:spMkLst>
            <pc:docMk/>
            <pc:sldMk cId="1129539114" sldId="283"/>
            <ac:spMk id="8" creationId="{3AFA0005-E5C9-E852-CE2F-5BEF0A355043}"/>
          </ac:spMkLst>
        </pc:spChg>
        <pc:picChg chg="mod">
          <ac:chgData name="Hossain, Tanvir" userId="5379524b-2947-4ff6-93a6-0f4602028252" providerId="ADAL" clId="{6C322C08-DB2A-409D-8D4A-D051AB3FF070}" dt="2024-11-21T15:54:27.827" v="259" actId="14100"/>
          <ac:picMkLst>
            <pc:docMk/>
            <pc:sldMk cId="1129539114" sldId="283"/>
            <ac:picMk id="3" creationId="{6C2FBD21-D958-9990-9AA7-EE5B67F32366}"/>
          </ac:picMkLst>
        </pc:picChg>
        <pc:cxnChg chg="mod">
          <ac:chgData name="Hossain, Tanvir" userId="5379524b-2947-4ff6-93a6-0f4602028252" providerId="ADAL" clId="{6C322C08-DB2A-409D-8D4A-D051AB3FF070}" dt="2024-11-21T15:54:30.916" v="260" actId="14100"/>
          <ac:cxnSpMkLst>
            <pc:docMk/>
            <pc:sldMk cId="1129539114" sldId="283"/>
            <ac:cxnSpMk id="10" creationId="{AB3C4B2F-2508-1D3B-74BD-8E510E5CEA31}"/>
          </ac:cxnSpMkLst>
        </pc:cxnChg>
      </pc:sldChg>
      <pc:sldChg chg="addSp delSp modSp mod">
        <pc:chgData name="Hossain, Tanvir" userId="5379524b-2947-4ff6-93a6-0f4602028252" providerId="ADAL" clId="{6C322C08-DB2A-409D-8D4A-D051AB3FF070}" dt="2024-11-21T16:02:15.106" v="343" actId="207"/>
        <pc:sldMkLst>
          <pc:docMk/>
          <pc:sldMk cId="553502697" sldId="284"/>
        </pc:sldMkLst>
        <pc:spChg chg="del">
          <ac:chgData name="Hossain, Tanvir" userId="5379524b-2947-4ff6-93a6-0f4602028252" providerId="ADAL" clId="{6C322C08-DB2A-409D-8D4A-D051AB3FF070}" dt="2024-11-21T15:54:49.503" v="266" actId="478"/>
          <ac:spMkLst>
            <pc:docMk/>
            <pc:sldMk cId="553502697" sldId="284"/>
            <ac:spMk id="2" creationId="{20056FE7-0C4A-0A87-5DB9-C190AE6D8F7D}"/>
          </ac:spMkLst>
        </pc:spChg>
        <pc:spChg chg="add mod">
          <ac:chgData name="Hossain, Tanvir" userId="5379524b-2947-4ff6-93a6-0f4602028252" providerId="ADAL" clId="{6C322C08-DB2A-409D-8D4A-D051AB3FF070}" dt="2024-11-21T15:54:41.196" v="263" actId="120"/>
          <ac:spMkLst>
            <pc:docMk/>
            <pc:sldMk cId="553502697" sldId="284"/>
            <ac:spMk id="3" creationId="{E0E9390F-32E4-1889-6AEE-D649FEF6168A}"/>
          </ac:spMkLst>
        </pc:spChg>
        <pc:spChg chg="del mod">
          <ac:chgData name="Hossain, Tanvir" userId="5379524b-2947-4ff6-93a6-0f4602028252" providerId="ADAL" clId="{6C322C08-DB2A-409D-8D4A-D051AB3FF070}" dt="2024-11-21T15:54:49.504" v="268"/>
          <ac:spMkLst>
            <pc:docMk/>
            <pc:sldMk cId="553502697" sldId="284"/>
            <ac:spMk id="6" creationId="{7FCA2D09-A53D-9EA6-9F37-7B82706B22D9}"/>
          </ac:spMkLst>
        </pc:spChg>
        <pc:spChg chg="mod">
          <ac:chgData name="Hossain, Tanvir" userId="5379524b-2947-4ff6-93a6-0f4602028252" providerId="ADAL" clId="{6C322C08-DB2A-409D-8D4A-D051AB3FF070}" dt="2024-11-21T16:02:15.106" v="343" actId="207"/>
          <ac:spMkLst>
            <pc:docMk/>
            <pc:sldMk cId="553502697" sldId="284"/>
            <ac:spMk id="9" creationId="{2220288F-CDED-845B-D1BD-95CA6FFBED43}"/>
          </ac:spMkLst>
        </pc:spChg>
        <pc:spChg chg="mod">
          <ac:chgData name="Hossain, Tanvir" userId="5379524b-2947-4ff6-93a6-0f4602028252" providerId="ADAL" clId="{6C322C08-DB2A-409D-8D4A-D051AB3FF070}" dt="2024-11-21T16:02:15.106" v="343" actId="207"/>
          <ac:spMkLst>
            <pc:docMk/>
            <pc:sldMk cId="553502697" sldId="284"/>
            <ac:spMk id="11" creationId="{D78DB644-44F1-BE5B-29C3-37064D21EFA7}"/>
          </ac:spMkLst>
        </pc:spChg>
        <pc:picChg chg="mod">
          <ac:chgData name="Hossain, Tanvir" userId="5379524b-2947-4ff6-93a6-0f4602028252" providerId="ADAL" clId="{6C322C08-DB2A-409D-8D4A-D051AB3FF070}" dt="2024-11-21T15:54:51.525" v="269" actId="14100"/>
          <ac:picMkLst>
            <pc:docMk/>
            <pc:sldMk cId="553502697" sldId="284"/>
            <ac:picMk id="4" creationId="{5B795CCA-DD9B-7BA4-F4B8-6ADE79777564}"/>
          </ac:picMkLst>
        </pc:picChg>
        <pc:cxnChg chg="mod">
          <ac:chgData name="Hossain, Tanvir" userId="5379524b-2947-4ff6-93a6-0f4602028252" providerId="ADAL" clId="{6C322C08-DB2A-409D-8D4A-D051AB3FF070}" dt="2024-11-21T15:54:57.143" v="270" actId="14100"/>
          <ac:cxnSpMkLst>
            <pc:docMk/>
            <pc:sldMk cId="553502697" sldId="284"/>
            <ac:cxnSpMk id="5" creationId="{06BA2C57-7ABC-F6A7-BD82-C4B765A4F5EF}"/>
          </ac:cxnSpMkLst>
        </pc:cxnChg>
        <pc:cxnChg chg="mod">
          <ac:chgData name="Hossain, Tanvir" userId="5379524b-2947-4ff6-93a6-0f4602028252" providerId="ADAL" clId="{6C322C08-DB2A-409D-8D4A-D051AB3FF070}" dt="2024-11-21T15:55:01.353" v="271" actId="14100"/>
          <ac:cxnSpMkLst>
            <pc:docMk/>
            <pc:sldMk cId="553502697" sldId="284"/>
            <ac:cxnSpMk id="10" creationId="{AB3C4B2F-2508-1D3B-74BD-8E510E5CEA31}"/>
          </ac:cxnSpMkLst>
        </pc:cxnChg>
      </pc:sldChg>
      <pc:sldChg chg="addSp delSp modSp mod">
        <pc:chgData name="Hossain, Tanvir" userId="5379524b-2947-4ff6-93a6-0f4602028252" providerId="ADAL" clId="{6C322C08-DB2A-409D-8D4A-D051AB3FF070}" dt="2024-11-21T16:02:06.875" v="342" actId="207"/>
        <pc:sldMkLst>
          <pc:docMk/>
          <pc:sldMk cId="1022414557" sldId="285"/>
        </pc:sldMkLst>
        <pc:spChg chg="del">
          <ac:chgData name="Hossain, Tanvir" userId="5379524b-2947-4ff6-93a6-0f4602028252" providerId="ADAL" clId="{6C322C08-DB2A-409D-8D4A-D051AB3FF070}" dt="2024-11-21T15:55:18.563" v="277" actId="478"/>
          <ac:spMkLst>
            <pc:docMk/>
            <pc:sldMk cId="1022414557" sldId="285"/>
            <ac:spMk id="2" creationId="{20056FE7-0C4A-0A87-5DB9-C190AE6D8F7D}"/>
          </ac:spMkLst>
        </pc:spChg>
        <pc:spChg chg="del mod">
          <ac:chgData name="Hossain, Tanvir" userId="5379524b-2947-4ff6-93a6-0f4602028252" providerId="ADAL" clId="{6C322C08-DB2A-409D-8D4A-D051AB3FF070}" dt="2024-11-21T15:55:18.564" v="279"/>
          <ac:spMkLst>
            <pc:docMk/>
            <pc:sldMk cId="1022414557" sldId="285"/>
            <ac:spMk id="6" creationId="{7FCA2D09-A53D-9EA6-9F37-7B82706B22D9}"/>
          </ac:spMkLst>
        </pc:spChg>
        <pc:spChg chg="add mod">
          <ac:chgData name="Hossain, Tanvir" userId="5379524b-2947-4ff6-93a6-0f4602028252" providerId="ADAL" clId="{6C322C08-DB2A-409D-8D4A-D051AB3FF070}" dt="2024-11-21T15:55:14.147" v="276" actId="20577"/>
          <ac:spMkLst>
            <pc:docMk/>
            <pc:sldMk cId="1022414557" sldId="285"/>
            <ac:spMk id="7" creationId="{0D1393FF-0803-A8F1-733C-6CAFA000CEDA}"/>
          </ac:spMkLst>
        </pc:spChg>
        <pc:spChg chg="mod">
          <ac:chgData name="Hossain, Tanvir" userId="5379524b-2947-4ff6-93a6-0f4602028252" providerId="ADAL" clId="{6C322C08-DB2A-409D-8D4A-D051AB3FF070}" dt="2024-11-21T16:01:58.808" v="341" actId="207"/>
          <ac:spMkLst>
            <pc:docMk/>
            <pc:sldMk cId="1022414557" sldId="285"/>
            <ac:spMk id="11" creationId="{D78DB644-44F1-BE5B-29C3-37064D21EFA7}"/>
          </ac:spMkLst>
        </pc:spChg>
        <pc:spChg chg="mod">
          <ac:chgData name="Hossain, Tanvir" userId="5379524b-2947-4ff6-93a6-0f4602028252" providerId="ADAL" clId="{6C322C08-DB2A-409D-8D4A-D051AB3FF070}" dt="2024-11-21T16:02:06.875" v="342" actId="207"/>
          <ac:spMkLst>
            <pc:docMk/>
            <pc:sldMk cId="1022414557" sldId="285"/>
            <ac:spMk id="13" creationId="{1EF0C846-027D-F2E3-B639-F2AE11D15482}"/>
          </ac:spMkLst>
        </pc:spChg>
        <pc:grpChg chg="mod">
          <ac:chgData name="Hossain, Tanvir" userId="5379524b-2947-4ff6-93a6-0f4602028252" providerId="ADAL" clId="{6C322C08-DB2A-409D-8D4A-D051AB3FF070}" dt="2024-11-21T15:55:21.811" v="280" actId="14100"/>
          <ac:grpSpMkLst>
            <pc:docMk/>
            <pc:sldMk cId="1022414557" sldId="285"/>
            <ac:grpSpMk id="4" creationId="{F3EEF710-739D-4ACB-835D-72A7CAD20F93}"/>
          </ac:grpSpMkLst>
        </pc:grp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3080078185" sldId="285"/>
        </pc:sldMkLst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535414834" sldId="286"/>
        </pc:sldMkLst>
      </pc:sldChg>
      <pc:sldChg chg="addSp delSp modSp mod">
        <pc:chgData name="Hossain, Tanvir" userId="5379524b-2947-4ff6-93a6-0f4602028252" providerId="ADAL" clId="{6C322C08-DB2A-409D-8D4A-D051AB3FF070}" dt="2024-11-21T16:01:45.908" v="339" actId="207"/>
        <pc:sldMkLst>
          <pc:docMk/>
          <pc:sldMk cId="1285730990" sldId="286"/>
        </pc:sldMkLst>
        <pc:spChg chg="add mod">
          <ac:chgData name="Hossain, Tanvir" userId="5379524b-2947-4ff6-93a6-0f4602028252" providerId="ADAL" clId="{6C322C08-DB2A-409D-8D4A-D051AB3FF070}" dt="2024-11-21T15:55:47.372" v="289" actId="120"/>
          <ac:spMkLst>
            <pc:docMk/>
            <pc:sldMk cId="1285730990" sldId="286"/>
            <ac:spMk id="3" creationId="{B24FCDE7-3FE8-7FB4-245F-720D8A4D32BB}"/>
          </ac:spMkLst>
        </pc:spChg>
        <pc:spChg chg="del mod">
          <ac:chgData name="Hossain, Tanvir" userId="5379524b-2947-4ff6-93a6-0f4602028252" providerId="ADAL" clId="{6C322C08-DB2A-409D-8D4A-D051AB3FF070}" dt="2024-11-21T15:56:10.533" v="308"/>
          <ac:spMkLst>
            <pc:docMk/>
            <pc:sldMk cId="1285730990" sldId="286"/>
            <ac:spMk id="4" creationId="{EC46B5A4-A216-02FA-0089-4286C72FD558}"/>
          </ac:spMkLst>
        </pc:spChg>
        <pc:spChg chg="mod">
          <ac:chgData name="Hossain, Tanvir" userId="5379524b-2947-4ff6-93a6-0f4602028252" providerId="ADAL" clId="{6C322C08-DB2A-409D-8D4A-D051AB3FF070}" dt="2024-11-21T16:01:04.135" v="331" actId="207"/>
          <ac:spMkLst>
            <pc:docMk/>
            <pc:sldMk cId="1285730990" sldId="286"/>
            <ac:spMk id="6" creationId="{485F2A34-D270-5DEF-CDE4-6C7A4EA0C459}"/>
          </ac:spMkLst>
        </pc:spChg>
        <pc:spChg chg="mod">
          <ac:chgData name="Hossain, Tanvir" userId="5379524b-2947-4ff6-93a6-0f4602028252" providerId="ADAL" clId="{6C322C08-DB2A-409D-8D4A-D051AB3FF070}" dt="2024-11-21T16:01:45.908" v="339" actId="207"/>
          <ac:spMkLst>
            <pc:docMk/>
            <pc:sldMk cId="1285730990" sldId="286"/>
            <ac:spMk id="8" creationId="{C5C9507F-4D6C-D34A-AF8E-FD4DE1D1A085}"/>
          </ac:spMkLst>
        </pc:spChg>
        <pc:spChg chg="mod">
          <ac:chgData name="Hossain, Tanvir" userId="5379524b-2947-4ff6-93a6-0f4602028252" providerId="ADAL" clId="{6C322C08-DB2A-409D-8D4A-D051AB3FF070}" dt="2024-11-21T16:00:52.726" v="330" actId="20577"/>
          <ac:spMkLst>
            <pc:docMk/>
            <pc:sldMk cId="1285730990" sldId="286"/>
            <ac:spMk id="9" creationId="{74E84E66-48D4-217B-1D6E-7A69F56FE020}"/>
          </ac:spMkLst>
        </pc:spChg>
        <pc:spChg chg="mod">
          <ac:chgData name="Hossain, Tanvir" userId="5379524b-2947-4ff6-93a6-0f4602028252" providerId="ADAL" clId="{6C322C08-DB2A-409D-8D4A-D051AB3FF070}" dt="2024-11-21T16:01:11.865" v="332" actId="207"/>
          <ac:spMkLst>
            <pc:docMk/>
            <pc:sldMk cId="1285730990" sldId="286"/>
            <ac:spMk id="11" creationId="{143251C4-BEAF-E058-F122-0AF5F2F40A24}"/>
          </ac:spMkLst>
        </pc:spChg>
        <pc:spChg chg="del">
          <ac:chgData name="Hossain, Tanvir" userId="5379524b-2947-4ff6-93a6-0f4602028252" providerId="ADAL" clId="{6C322C08-DB2A-409D-8D4A-D051AB3FF070}" dt="2024-11-21T15:56:10.532" v="306" actId="478"/>
          <ac:spMkLst>
            <pc:docMk/>
            <pc:sldMk cId="1285730990" sldId="286"/>
            <ac:spMk id="12" creationId="{0E367F95-D691-9ED7-9BC6-50EB150F802C}"/>
          </ac:spMkLst>
        </pc:sp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992610679" sldId="287"/>
        </pc:sldMkLst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202281001" sldId="288"/>
        </pc:sldMkLst>
      </pc:sldChg>
      <pc:sldChg chg="delSp modSp del mod ord">
        <pc:chgData name="Hossain, Tanvir" userId="5379524b-2947-4ff6-93a6-0f4602028252" providerId="ADAL" clId="{6C322C08-DB2A-409D-8D4A-D051AB3FF070}" dt="2024-11-21T15:36:02.638" v="17" actId="47"/>
        <pc:sldMkLst>
          <pc:docMk/>
          <pc:sldMk cId="1035544348" sldId="288"/>
        </pc:sldMkLst>
        <pc:spChg chg="del mod">
          <ac:chgData name="Hossain, Tanvir" userId="5379524b-2947-4ff6-93a6-0f4602028252" providerId="ADAL" clId="{6C322C08-DB2A-409D-8D4A-D051AB3FF070}" dt="2024-11-21T15:35:18.377" v="7" actId="478"/>
          <ac:spMkLst>
            <pc:docMk/>
            <pc:sldMk cId="1035544348" sldId="288"/>
            <ac:spMk id="11" creationId="{B575B2EB-77D0-3F94-B2D3-C091588A9DE4}"/>
          </ac:spMkLst>
        </pc:spChg>
      </pc:sldChg>
      <pc:sldChg chg="addSp delSp modSp mod">
        <pc:chgData name="Hossain, Tanvir" userId="5379524b-2947-4ff6-93a6-0f4602028252" providerId="ADAL" clId="{6C322C08-DB2A-409D-8D4A-D051AB3FF070}" dt="2024-11-21T16:03:42.077" v="359" actId="207"/>
        <pc:sldMkLst>
          <pc:docMk/>
          <pc:sldMk cId="849401799" sldId="289"/>
        </pc:sldMkLst>
        <pc:spChg chg="del">
          <ac:chgData name="Hossain, Tanvir" userId="5379524b-2947-4ff6-93a6-0f4602028252" providerId="ADAL" clId="{6C322C08-DB2A-409D-8D4A-D051AB3FF070}" dt="2024-11-21T15:47:55.174" v="127" actId="478"/>
          <ac:spMkLst>
            <pc:docMk/>
            <pc:sldMk cId="849401799" sldId="289"/>
            <ac:spMk id="2" creationId="{9E103918-6C73-E6F1-C879-8AD55C820B96}"/>
          </ac:spMkLst>
        </pc:spChg>
        <pc:spChg chg="mod">
          <ac:chgData name="Hossain, Tanvir" userId="5379524b-2947-4ff6-93a6-0f4602028252" providerId="ADAL" clId="{6C322C08-DB2A-409D-8D4A-D051AB3FF070}" dt="2024-11-21T16:03:42.077" v="359" actId="207"/>
          <ac:spMkLst>
            <pc:docMk/>
            <pc:sldMk cId="849401799" sldId="289"/>
            <ac:spMk id="4" creationId="{D1938DBA-A12B-342A-415D-ACD7BDE6E595}"/>
          </ac:spMkLst>
        </pc:spChg>
        <pc:spChg chg="mod">
          <ac:chgData name="Hossain, Tanvir" userId="5379524b-2947-4ff6-93a6-0f4602028252" providerId="ADAL" clId="{6C322C08-DB2A-409D-8D4A-D051AB3FF070}" dt="2024-11-21T16:03:42.077" v="359" actId="207"/>
          <ac:spMkLst>
            <pc:docMk/>
            <pc:sldMk cId="849401799" sldId="289"/>
            <ac:spMk id="6" creationId="{598C4C6F-531B-1350-B87B-9E0EE9121114}"/>
          </ac:spMkLst>
        </pc:spChg>
        <pc:spChg chg="add mod">
          <ac:chgData name="Hossain, Tanvir" userId="5379524b-2947-4ff6-93a6-0f4602028252" providerId="ADAL" clId="{6C322C08-DB2A-409D-8D4A-D051AB3FF070}" dt="2024-11-21T15:40:58.690" v="95"/>
          <ac:spMkLst>
            <pc:docMk/>
            <pc:sldMk cId="849401799" sldId="289"/>
            <ac:spMk id="8" creationId="{0CB57439-541B-F84C-957B-525E3BCBCCF9}"/>
          </ac:spMkLst>
        </pc:spChg>
        <pc:spChg chg="del">
          <ac:chgData name="Hossain, Tanvir" userId="5379524b-2947-4ff6-93a6-0f4602028252" providerId="ADAL" clId="{6C322C08-DB2A-409D-8D4A-D051AB3FF070}" dt="2024-11-21T15:47:50.041" v="126" actId="478"/>
          <ac:spMkLst>
            <pc:docMk/>
            <pc:sldMk cId="849401799" sldId="289"/>
            <ac:spMk id="9" creationId="{556E8EE8-8B58-337A-3281-30B2CA9AFD53}"/>
          </ac:spMkLst>
        </pc:sp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3255037851" sldId="289"/>
        </pc:sldMkLst>
      </pc:sldChg>
      <pc:sldChg chg="addSp delSp modSp mod">
        <pc:chgData name="Hossain, Tanvir" userId="5379524b-2947-4ff6-93a6-0f4602028252" providerId="ADAL" clId="{6C322C08-DB2A-409D-8D4A-D051AB3FF070}" dt="2024-11-21T16:03:22.068" v="353" actId="207"/>
        <pc:sldMkLst>
          <pc:docMk/>
          <pc:sldMk cId="63227288" sldId="290"/>
        </pc:sldMkLst>
        <pc:spChg chg="add mod">
          <ac:chgData name="Hossain, Tanvir" userId="5379524b-2947-4ff6-93a6-0f4602028252" providerId="ADAL" clId="{6C322C08-DB2A-409D-8D4A-D051AB3FF070}" dt="2024-11-21T15:50:20.464" v="165" actId="20577"/>
          <ac:spMkLst>
            <pc:docMk/>
            <pc:sldMk cId="63227288" sldId="290"/>
            <ac:spMk id="3" creationId="{23E4F399-A7A3-F1F6-686B-038F867D5136}"/>
          </ac:spMkLst>
        </pc:spChg>
        <pc:spChg chg="mod">
          <ac:chgData name="Hossain, Tanvir" userId="5379524b-2947-4ff6-93a6-0f4602028252" providerId="ADAL" clId="{6C322C08-DB2A-409D-8D4A-D051AB3FF070}" dt="2024-11-21T16:03:22.068" v="353" actId="207"/>
          <ac:spMkLst>
            <pc:docMk/>
            <pc:sldMk cId="63227288" sldId="290"/>
            <ac:spMk id="7" creationId="{B5A68BEF-FFDC-CC6E-7FD3-47B0EB565804}"/>
          </ac:spMkLst>
        </pc:spChg>
        <pc:spChg chg="del mod">
          <ac:chgData name="Hossain, Tanvir" userId="5379524b-2947-4ff6-93a6-0f4602028252" providerId="ADAL" clId="{6C322C08-DB2A-409D-8D4A-D051AB3FF070}" dt="2024-11-21T15:50:29.269" v="170"/>
          <ac:spMkLst>
            <pc:docMk/>
            <pc:sldMk cId="63227288" sldId="290"/>
            <ac:spMk id="9" creationId="{4C8284E1-82E3-AE28-C06D-DC6158996ABC}"/>
          </ac:spMkLst>
        </pc:spChg>
        <pc:picChg chg="mod">
          <ac:chgData name="Hossain, Tanvir" userId="5379524b-2947-4ff6-93a6-0f4602028252" providerId="ADAL" clId="{6C322C08-DB2A-409D-8D4A-D051AB3FF070}" dt="2024-11-21T15:50:25.701" v="167" actId="14100"/>
          <ac:picMkLst>
            <pc:docMk/>
            <pc:sldMk cId="63227288" sldId="290"/>
            <ac:picMk id="6" creationId="{1BA0E174-4952-FFBC-BBB2-27729C3FFFF2}"/>
          </ac:picMkLst>
        </pc:picChg>
        <pc:cxnChg chg="mod">
          <ac:chgData name="Hossain, Tanvir" userId="5379524b-2947-4ff6-93a6-0f4602028252" providerId="ADAL" clId="{6C322C08-DB2A-409D-8D4A-D051AB3FF070}" dt="2024-11-21T15:50:28.753" v="168" actId="14100"/>
          <ac:cxnSpMkLst>
            <pc:docMk/>
            <pc:sldMk cId="63227288" sldId="290"/>
            <ac:cxnSpMk id="8" creationId="{8DCEC1AD-C068-51B3-A253-BC3FC782EF5A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3216208510" sldId="290"/>
        </pc:sldMkLst>
      </pc:sldChg>
      <pc:sldChg chg="addSp delSp modSp add mod">
        <pc:chgData name="Hossain, Tanvir" userId="5379524b-2947-4ff6-93a6-0f4602028252" providerId="ADAL" clId="{6C322C08-DB2A-409D-8D4A-D051AB3FF070}" dt="2024-11-21T16:04:12.557" v="366" actId="207"/>
        <pc:sldMkLst>
          <pc:docMk/>
          <pc:sldMk cId="632185542" sldId="291"/>
        </pc:sldMkLst>
        <pc:spChg chg="del">
          <ac:chgData name="Hossain, Tanvir" userId="5379524b-2947-4ff6-93a6-0f4602028252" providerId="ADAL" clId="{6C322C08-DB2A-409D-8D4A-D051AB3FF070}" dt="2024-11-21T15:35:49.270" v="12" actId="478"/>
          <ac:spMkLst>
            <pc:docMk/>
            <pc:sldMk cId="632185542" sldId="291"/>
            <ac:spMk id="2" creationId="{E69EA725-E76E-E803-0781-E4BB48838D4F}"/>
          </ac:spMkLst>
        </pc:spChg>
        <pc:spChg chg="mod">
          <ac:chgData name="Hossain, Tanvir" userId="5379524b-2947-4ff6-93a6-0f4602028252" providerId="ADAL" clId="{6C322C08-DB2A-409D-8D4A-D051AB3FF070}" dt="2024-11-21T15:36:24.070" v="23" actId="6549"/>
          <ac:spMkLst>
            <pc:docMk/>
            <pc:sldMk cId="632185542" sldId="291"/>
            <ac:spMk id="4" creationId="{2B9CFE48-A70C-CEF2-BAA1-F8E84B0BA3D8}"/>
          </ac:spMkLst>
        </pc:spChg>
        <pc:spChg chg="del">
          <ac:chgData name="Hossain, Tanvir" userId="5379524b-2947-4ff6-93a6-0f4602028252" providerId="ADAL" clId="{6C322C08-DB2A-409D-8D4A-D051AB3FF070}" dt="2024-11-21T15:35:49.270" v="12" actId="478"/>
          <ac:spMkLst>
            <pc:docMk/>
            <pc:sldMk cId="632185542" sldId="291"/>
            <ac:spMk id="5" creationId="{FC0C9DE5-D538-FA8A-C03C-A77F34770C07}"/>
          </ac:spMkLst>
        </pc:spChg>
        <pc:spChg chg="add mod">
          <ac:chgData name="Hossain, Tanvir" userId="5379524b-2947-4ff6-93a6-0f4602028252" providerId="ADAL" clId="{6C322C08-DB2A-409D-8D4A-D051AB3FF070}" dt="2024-11-21T16:04:12.557" v="366" actId="207"/>
          <ac:spMkLst>
            <pc:docMk/>
            <pc:sldMk cId="632185542" sldId="291"/>
            <ac:spMk id="6" creationId="{38B282DA-CF8D-D6D3-782C-0303B9ACCD07}"/>
          </ac:spMkLst>
        </pc:spChg>
        <pc:spChg chg="del">
          <ac:chgData name="Hossain, Tanvir" userId="5379524b-2947-4ff6-93a6-0f4602028252" providerId="ADAL" clId="{6C322C08-DB2A-409D-8D4A-D051AB3FF070}" dt="2024-11-21T15:35:49.270" v="12" actId="478"/>
          <ac:spMkLst>
            <pc:docMk/>
            <pc:sldMk cId="632185542" sldId="291"/>
            <ac:spMk id="8" creationId="{436A3FE4-6A3E-BD52-1172-B50222A070C6}"/>
          </ac:spMkLst>
        </pc:spChg>
        <pc:spChg chg="del">
          <ac:chgData name="Hossain, Tanvir" userId="5379524b-2947-4ff6-93a6-0f4602028252" providerId="ADAL" clId="{6C322C08-DB2A-409D-8D4A-D051AB3FF070}" dt="2024-11-21T15:35:49.270" v="12" actId="478"/>
          <ac:spMkLst>
            <pc:docMk/>
            <pc:sldMk cId="632185542" sldId="291"/>
            <ac:spMk id="10" creationId="{471236B5-EA09-77E3-BAC8-82E48A9C5B42}"/>
          </ac:spMkLst>
        </pc:spChg>
        <pc:spChg chg="add mod">
          <ac:chgData name="Hossain, Tanvir" userId="5379524b-2947-4ff6-93a6-0f4602028252" providerId="ADAL" clId="{6C322C08-DB2A-409D-8D4A-D051AB3FF070}" dt="2024-11-21T15:36:35.672" v="25"/>
          <ac:spMkLst>
            <pc:docMk/>
            <pc:sldMk cId="632185542" sldId="291"/>
            <ac:spMk id="11" creationId="{6D10313E-2AC8-5584-2E5C-B5215473A307}"/>
          </ac:spMkLst>
        </pc:spChg>
        <pc:spChg chg="add mod">
          <ac:chgData name="Hossain, Tanvir" userId="5379524b-2947-4ff6-93a6-0f4602028252" providerId="ADAL" clId="{6C322C08-DB2A-409D-8D4A-D051AB3FF070}" dt="2024-11-21T16:04:12.557" v="366" actId="207"/>
          <ac:spMkLst>
            <pc:docMk/>
            <pc:sldMk cId="632185542" sldId="291"/>
            <ac:spMk id="12" creationId="{2A25B3F7-7C03-6678-9FAB-4BF1FD8A004A}"/>
          </ac:spMkLst>
        </pc:spChg>
        <pc:picChg chg="del">
          <ac:chgData name="Hossain, Tanvir" userId="5379524b-2947-4ff6-93a6-0f4602028252" providerId="ADAL" clId="{6C322C08-DB2A-409D-8D4A-D051AB3FF070}" dt="2024-11-21T15:35:49.270" v="12" actId="478"/>
          <ac:picMkLst>
            <pc:docMk/>
            <pc:sldMk cId="632185542" sldId="291"/>
            <ac:picMk id="3" creationId="{0C79BAE1-BCFF-40D6-70BE-169539229204}"/>
          </ac:picMkLst>
        </pc:picChg>
        <pc:picChg chg="add mod">
          <ac:chgData name="Hossain, Tanvir" userId="5379524b-2947-4ff6-93a6-0f4602028252" providerId="ADAL" clId="{6C322C08-DB2A-409D-8D4A-D051AB3FF070}" dt="2024-11-21T15:36:35.672" v="25"/>
          <ac:picMkLst>
            <pc:docMk/>
            <pc:sldMk cId="632185542" sldId="291"/>
            <ac:picMk id="7" creationId="{A636FD6A-E827-9F43-2C4B-10FA584CCED0}"/>
          </ac:picMkLst>
        </pc:picChg>
        <pc:cxnChg chg="del mod">
          <ac:chgData name="Hossain, Tanvir" userId="5379524b-2947-4ff6-93a6-0f4602028252" providerId="ADAL" clId="{6C322C08-DB2A-409D-8D4A-D051AB3FF070}" dt="2024-11-21T15:35:49.270" v="12" actId="478"/>
          <ac:cxnSpMkLst>
            <pc:docMk/>
            <pc:sldMk cId="632185542" sldId="291"/>
            <ac:cxnSpMk id="9" creationId="{E3AFB7B3-888E-B234-7055-5A9B3F6DB5F0}"/>
          </ac:cxnSpMkLst>
        </pc:cxnChg>
      </pc:sldChg>
      <pc:sldChg chg="del">
        <pc:chgData name="Hossain, Tanvir" userId="5379524b-2947-4ff6-93a6-0f4602028252" providerId="ADAL" clId="{6C322C08-DB2A-409D-8D4A-D051AB3FF070}" dt="2024-11-21T15:34:20.319" v="0" actId="47"/>
        <pc:sldMkLst>
          <pc:docMk/>
          <pc:sldMk cId="2325894209" sldId="291"/>
        </pc:sldMkLst>
      </pc:sldChg>
      <pc:sldChg chg="addSp delSp modSp add mod">
        <pc:chgData name="Hossain, Tanvir" userId="5379524b-2947-4ff6-93a6-0f4602028252" providerId="ADAL" clId="{6C322C08-DB2A-409D-8D4A-D051AB3FF070}" dt="2024-11-21T16:04:18.236" v="367" actId="207"/>
        <pc:sldMkLst>
          <pc:docMk/>
          <pc:sldMk cId="3316494164" sldId="292"/>
        </pc:sldMkLst>
        <pc:spChg chg="add mod">
          <ac:chgData name="Hossain, Tanvir" userId="5379524b-2947-4ff6-93a6-0f4602028252" providerId="ADAL" clId="{6C322C08-DB2A-409D-8D4A-D051AB3FF070}" dt="2024-11-21T15:36:57.414" v="31"/>
          <ac:spMkLst>
            <pc:docMk/>
            <pc:sldMk cId="3316494164" sldId="292"/>
            <ac:spMk id="2" creationId="{D086CE6D-0AE3-063F-D964-CA5E1561EA82}"/>
          </ac:spMkLst>
        </pc:spChg>
        <pc:spChg chg="mod">
          <ac:chgData name="Hossain, Tanvir" userId="5379524b-2947-4ff6-93a6-0f4602028252" providerId="ADAL" clId="{6C322C08-DB2A-409D-8D4A-D051AB3FF070}" dt="2024-11-21T15:36:49.364" v="29" actId="20577"/>
          <ac:spMkLst>
            <pc:docMk/>
            <pc:sldMk cId="3316494164" sldId="292"/>
            <ac:spMk id="4" creationId="{AA26BB3C-D797-439A-FBE4-3C9A91F3133D}"/>
          </ac:spMkLst>
        </pc:spChg>
        <pc:spChg chg="add mod">
          <ac:chgData name="Hossain, Tanvir" userId="5379524b-2947-4ff6-93a6-0f4602028252" providerId="ADAL" clId="{6C322C08-DB2A-409D-8D4A-D051AB3FF070}" dt="2024-11-21T16:04:18.236" v="367" actId="207"/>
          <ac:spMkLst>
            <pc:docMk/>
            <pc:sldMk cId="3316494164" sldId="292"/>
            <ac:spMk id="5" creationId="{80700891-C2E5-E816-0C56-E9ED3C7A6E2D}"/>
          </ac:spMkLst>
        </pc:spChg>
        <pc:spChg chg="add mod">
          <ac:chgData name="Hossain, Tanvir" userId="5379524b-2947-4ff6-93a6-0f4602028252" providerId="ADAL" clId="{6C322C08-DB2A-409D-8D4A-D051AB3FF070}" dt="2024-11-21T16:04:18.236" v="367" actId="207"/>
          <ac:spMkLst>
            <pc:docMk/>
            <pc:sldMk cId="3316494164" sldId="292"/>
            <ac:spMk id="6" creationId="{90210793-B13B-1C87-F873-E225150FD21F}"/>
          </ac:spMkLst>
        </pc:spChg>
        <pc:spChg chg="add del mod">
          <ac:chgData name="Hossain, Tanvir" userId="5379524b-2947-4ff6-93a6-0f4602028252" providerId="ADAL" clId="{6C322C08-DB2A-409D-8D4A-D051AB3FF070}" dt="2024-11-21T15:37:09.281" v="33" actId="478"/>
          <ac:spMkLst>
            <pc:docMk/>
            <pc:sldMk cId="3316494164" sldId="292"/>
            <ac:spMk id="7" creationId="{C5FCB733-2DEA-6BE6-D35D-D7DC68455B4C}"/>
          </ac:spMkLst>
        </pc:spChg>
        <pc:spChg chg="add del mod">
          <ac:chgData name="Hossain, Tanvir" userId="5379524b-2947-4ff6-93a6-0f4602028252" providerId="ADAL" clId="{6C322C08-DB2A-409D-8D4A-D051AB3FF070}" dt="2024-11-21T15:37:04.447" v="32" actId="478"/>
          <ac:spMkLst>
            <pc:docMk/>
            <pc:sldMk cId="3316494164" sldId="292"/>
            <ac:spMk id="10" creationId="{AFAAE1AD-2B67-7938-4EB6-4D0932C6E7B9}"/>
          </ac:spMkLst>
        </pc:spChg>
        <pc:spChg chg="add mod">
          <ac:chgData name="Hossain, Tanvir" userId="5379524b-2947-4ff6-93a6-0f4602028252" providerId="ADAL" clId="{6C322C08-DB2A-409D-8D4A-D051AB3FF070}" dt="2024-11-21T16:04:18.236" v="367" actId="207"/>
          <ac:spMkLst>
            <pc:docMk/>
            <pc:sldMk cId="3316494164" sldId="292"/>
            <ac:spMk id="12" creationId="{578154ED-385B-0D43-CFDE-C7A29083CCB5}"/>
          </ac:spMkLst>
        </pc:spChg>
        <pc:spChg chg="add mod">
          <ac:chgData name="Hossain, Tanvir" userId="5379524b-2947-4ff6-93a6-0f4602028252" providerId="ADAL" clId="{6C322C08-DB2A-409D-8D4A-D051AB3FF070}" dt="2024-11-21T16:04:18.236" v="367" actId="207"/>
          <ac:spMkLst>
            <pc:docMk/>
            <pc:sldMk cId="3316494164" sldId="292"/>
            <ac:spMk id="16" creationId="{779A6DA9-694E-1D8D-32EE-9D1E36E4129B}"/>
          </ac:spMkLst>
        </pc:spChg>
        <pc:spChg chg="add mod">
          <ac:chgData name="Hossain, Tanvir" userId="5379524b-2947-4ff6-93a6-0f4602028252" providerId="ADAL" clId="{6C322C08-DB2A-409D-8D4A-D051AB3FF070}" dt="2024-11-21T16:04:18.236" v="367" actId="207"/>
          <ac:spMkLst>
            <pc:docMk/>
            <pc:sldMk cId="3316494164" sldId="292"/>
            <ac:spMk id="20" creationId="{350A3C4F-146F-31EC-D4ED-F803D2301881}"/>
          </ac:spMkLst>
        </pc:spChg>
        <pc:picChg chg="add mod">
          <ac:chgData name="Hossain, Tanvir" userId="5379524b-2947-4ff6-93a6-0f4602028252" providerId="ADAL" clId="{6C322C08-DB2A-409D-8D4A-D051AB3FF070}" dt="2024-11-21T15:37:18.895" v="35" actId="14100"/>
          <ac:picMkLst>
            <pc:docMk/>
            <pc:sldMk cId="3316494164" sldId="292"/>
            <ac:picMk id="3" creationId="{5FCBF79B-DDF6-3359-9420-B741389E8711}"/>
          </ac:picMkLst>
        </pc:picChg>
        <pc:cxnChg chg="add mod">
          <ac:chgData name="Hossain, Tanvir" userId="5379524b-2947-4ff6-93a6-0f4602028252" providerId="ADAL" clId="{6C322C08-DB2A-409D-8D4A-D051AB3FF070}" dt="2024-11-21T15:36:57.414" v="31"/>
          <ac:cxnSpMkLst>
            <pc:docMk/>
            <pc:sldMk cId="3316494164" sldId="292"/>
            <ac:cxnSpMk id="8" creationId="{53C0BBE7-F13D-094C-0700-76102861D51E}"/>
          </ac:cxnSpMkLst>
        </pc:cxnChg>
        <pc:cxnChg chg="add mod">
          <ac:chgData name="Hossain, Tanvir" userId="5379524b-2947-4ff6-93a6-0f4602028252" providerId="ADAL" clId="{6C322C08-DB2A-409D-8D4A-D051AB3FF070}" dt="2024-11-21T15:36:57.414" v="31"/>
          <ac:cxnSpMkLst>
            <pc:docMk/>
            <pc:sldMk cId="3316494164" sldId="292"/>
            <ac:cxnSpMk id="9" creationId="{EE1C2AAB-FEB6-9C7A-9DDA-A8C74724D664}"/>
          </ac:cxnSpMkLst>
        </pc:cxnChg>
        <pc:cxnChg chg="add mod">
          <ac:chgData name="Hossain, Tanvir" userId="5379524b-2947-4ff6-93a6-0f4602028252" providerId="ADAL" clId="{6C322C08-DB2A-409D-8D4A-D051AB3FF070}" dt="2024-11-21T15:36:57.414" v="31"/>
          <ac:cxnSpMkLst>
            <pc:docMk/>
            <pc:sldMk cId="3316494164" sldId="292"/>
            <ac:cxnSpMk id="13" creationId="{A79498B3-0AC8-2CF1-4244-07D71D8BD708}"/>
          </ac:cxnSpMkLst>
        </pc:cxnChg>
        <pc:cxnChg chg="add mod">
          <ac:chgData name="Hossain, Tanvir" userId="5379524b-2947-4ff6-93a6-0f4602028252" providerId="ADAL" clId="{6C322C08-DB2A-409D-8D4A-D051AB3FF070}" dt="2024-11-21T15:36:57.414" v="31"/>
          <ac:cxnSpMkLst>
            <pc:docMk/>
            <pc:sldMk cId="3316494164" sldId="292"/>
            <ac:cxnSpMk id="17" creationId="{41598E97-6683-A536-9E32-CA005D24661A}"/>
          </ac:cxnSpMkLst>
        </pc:cxnChg>
        <pc:cxnChg chg="add mod">
          <ac:chgData name="Hossain, Tanvir" userId="5379524b-2947-4ff6-93a6-0f4602028252" providerId="ADAL" clId="{6C322C08-DB2A-409D-8D4A-D051AB3FF070}" dt="2024-11-21T15:36:57.414" v="31"/>
          <ac:cxnSpMkLst>
            <pc:docMk/>
            <pc:sldMk cId="3316494164" sldId="292"/>
            <ac:cxnSpMk id="21" creationId="{09B45AC7-F869-268D-26AD-239A70545B13}"/>
          </ac:cxnSpMkLst>
        </pc:cxnChg>
      </pc:sldChg>
      <pc:sldChg chg="addSp delSp modSp add mod">
        <pc:chgData name="Hossain, Tanvir" userId="5379524b-2947-4ff6-93a6-0f4602028252" providerId="ADAL" clId="{6C322C08-DB2A-409D-8D4A-D051AB3FF070}" dt="2024-11-21T16:04:22.218" v="368" actId="207"/>
        <pc:sldMkLst>
          <pc:docMk/>
          <pc:sldMk cId="4052571854" sldId="293"/>
        </pc:sldMkLst>
        <pc:spChg chg="add mod">
          <ac:chgData name="Hossain, Tanvir" userId="5379524b-2947-4ff6-93a6-0f4602028252" providerId="ADAL" clId="{6C322C08-DB2A-409D-8D4A-D051AB3FF070}" dt="2024-11-21T16:04:22.218" v="368" actId="207"/>
          <ac:spMkLst>
            <pc:docMk/>
            <pc:sldMk cId="4052571854" sldId="293"/>
            <ac:spMk id="3" creationId="{D7EFB527-B9D9-072C-9F47-97EF2BA0530B}"/>
          </ac:spMkLst>
        </pc:spChg>
        <pc:spChg chg="mod">
          <ac:chgData name="Hossain, Tanvir" userId="5379524b-2947-4ff6-93a6-0f4602028252" providerId="ADAL" clId="{6C322C08-DB2A-409D-8D4A-D051AB3FF070}" dt="2024-11-21T15:38:16.634" v="50" actId="20577"/>
          <ac:spMkLst>
            <pc:docMk/>
            <pc:sldMk cId="4052571854" sldId="293"/>
            <ac:spMk id="4" creationId="{B217B500-6381-290F-DAA3-4ABE1CAE0099}"/>
          </ac:spMkLst>
        </pc:spChg>
        <pc:spChg chg="add mod">
          <ac:chgData name="Hossain, Tanvir" userId="5379524b-2947-4ff6-93a6-0f4602028252" providerId="ADAL" clId="{6C322C08-DB2A-409D-8D4A-D051AB3FF070}" dt="2024-11-21T16:04:22.218" v="368" actId="207"/>
          <ac:spMkLst>
            <pc:docMk/>
            <pc:sldMk cId="4052571854" sldId="293"/>
            <ac:spMk id="6" creationId="{EBC72552-48D4-0154-5C90-97D55F4A338A}"/>
          </ac:spMkLst>
        </pc:spChg>
        <pc:spChg chg="add mod">
          <ac:chgData name="Hossain, Tanvir" userId="5379524b-2947-4ff6-93a6-0f4602028252" providerId="ADAL" clId="{6C322C08-DB2A-409D-8D4A-D051AB3FF070}" dt="2024-11-21T15:37:58.390" v="43" actId="14100"/>
          <ac:spMkLst>
            <pc:docMk/>
            <pc:sldMk cId="4052571854" sldId="293"/>
            <ac:spMk id="8" creationId="{75E6EB1A-73A8-488B-2B8B-A51D471958D2}"/>
          </ac:spMkLst>
        </pc:spChg>
        <pc:spChg chg="add del mod">
          <ac:chgData name="Hossain, Tanvir" userId="5379524b-2947-4ff6-93a6-0f4602028252" providerId="ADAL" clId="{6C322C08-DB2A-409D-8D4A-D051AB3FF070}" dt="2024-11-21T15:38:17.089" v="52"/>
          <ac:spMkLst>
            <pc:docMk/>
            <pc:sldMk cId="4052571854" sldId="293"/>
            <ac:spMk id="9" creationId="{1952C97B-A081-AAAA-99DB-02516982E2C2}"/>
          </ac:spMkLst>
        </pc:spChg>
        <pc:picChg chg="add mod">
          <ac:chgData name="Hossain, Tanvir" userId="5379524b-2947-4ff6-93a6-0f4602028252" providerId="ADAL" clId="{6C322C08-DB2A-409D-8D4A-D051AB3FF070}" dt="2024-11-21T15:38:03.250" v="44" actId="14100"/>
          <ac:picMkLst>
            <pc:docMk/>
            <pc:sldMk cId="4052571854" sldId="293"/>
            <ac:picMk id="2" creationId="{20B4C000-4797-CD66-12DE-DBDF2BD3FE3F}"/>
          </ac:picMkLst>
        </pc:picChg>
        <pc:cxnChg chg="add mod">
          <ac:chgData name="Hossain, Tanvir" userId="5379524b-2947-4ff6-93a6-0f4602028252" providerId="ADAL" clId="{6C322C08-DB2A-409D-8D4A-D051AB3FF070}" dt="2024-11-21T15:37:58.390" v="43" actId="14100"/>
          <ac:cxnSpMkLst>
            <pc:docMk/>
            <pc:sldMk cId="4052571854" sldId="293"/>
            <ac:cxnSpMk id="5" creationId="{013EFE76-6D59-61A0-36B0-D8112A52ABB2}"/>
          </ac:cxnSpMkLst>
        </pc:cxnChg>
        <pc:cxnChg chg="add mod">
          <ac:chgData name="Hossain, Tanvir" userId="5379524b-2947-4ff6-93a6-0f4602028252" providerId="ADAL" clId="{6C322C08-DB2A-409D-8D4A-D051AB3FF070}" dt="2024-11-21T15:38:07.078" v="45" actId="14100"/>
          <ac:cxnSpMkLst>
            <pc:docMk/>
            <pc:sldMk cId="4052571854" sldId="293"/>
            <ac:cxnSpMk id="7" creationId="{94385CC1-58C0-90C5-029C-43D37B11AFF1}"/>
          </ac:cxnSpMkLst>
        </pc:cxnChg>
      </pc:sldChg>
      <pc:sldChg chg="addSp delSp modSp add mod">
        <pc:chgData name="Hossain, Tanvir" userId="5379524b-2947-4ff6-93a6-0f4602028252" providerId="ADAL" clId="{6C322C08-DB2A-409D-8D4A-D051AB3FF070}" dt="2024-11-21T16:04:26.349" v="369" actId="207"/>
        <pc:sldMkLst>
          <pc:docMk/>
          <pc:sldMk cId="4110577989" sldId="294"/>
        </pc:sldMkLst>
        <pc:spChg chg="add del mod">
          <ac:chgData name="Hossain, Tanvir" userId="5379524b-2947-4ff6-93a6-0f4602028252" providerId="ADAL" clId="{6C322C08-DB2A-409D-8D4A-D051AB3FF070}" dt="2024-11-21T15:38:37.355" v="57" actId="478"/>
          <ac:spMkLst>
            <pc:docMk/>
            <pc:sldMk cId="4110577989" sldId="294"/>
            <ac:spMk id="2" creationId="{0A3F4DFB-FBE5-1199-A211-ADAC0F36575B}"/>
          </ac:spMkLst>
        </pc:spChg>
        <pc:spChg chg="add mod">
          <ac:chgData name="Hossain, Tanvir" userId="5379524b-2947-4ff6-93a6-0f4602028252" providerId="ADAL" clId="{6C322C08-DB2A-409D-8D4A-D051AB3FF070}" dt="2024-11-21T16:04:26.349" v="369" actId="207"/>
          <ac:spMkLst>
            <pc:docMk/>
            <pc:sldMk cId="4110577989" sldId="294"/>
            <ac:spMk id="3" creationId="{D4972001-75BC-A145-1479-19526570D238}"/>
          </ac:spMkLst>
        </pc:spChg>
        <pc:spChg chg="mod">
          <ac:chgData name="Hossain, Tanvir" userId="5379524b-2947-4ff6-93a6-0f4602028252" providerId="ADAL" clId="{6C322C08-DB2A-409D-8D4A-D051AB3FF070}" dt="2024-11-21T15:39:09.117" v="67" actId="20577"/>
          <ac:spMkLst>
            <pc:docMk/>
            <pc:sldMk cId="4110577989" sldId="294"/>
            <ac:spMk id="4" creationId="{5F49C42B-00C3-F986-1C91-3D436505F5DA}"/>
          </ac:spMkLst>
        </pc:spChg>
        <pc:spChg chg="add mod">
          <ac:chgData name="Hossain, Tanvir" userId="5379524b-2947-4ff6-93a6-0f4602028252" providerId="ADAL" clId="{6C322C08-DB2A-409D-8D4A-D051AB3FF070}" dt="2024-11-21T16:04:26.349" v="369" actId="207"/>
          <ac:spMkLst>
            <pc:docMk/>
            <pc:sldMk cId="4110577989" sldId="294"/>
            <ac:spMk id="6" creationId="{90210793-B13B-1C87-F873-E225150FD21F}"/>
          </ac:spMkLst>
        </pc:spChg>
        <pc:spChg chg="add del mod">
          <ac:chgData name="Hossain, Tanvir" userId="5379524b-2947-4ff6-93a6-0f4602028252" providerId="ADAL" clId="{6C322C08-DB2A-409D-8D4A-D051AB3FF070}" dt="2024-11-21T15:39:01.269" v="63" actId="478"/>
          <ac:spMkLst>
            <pc:docMk/>
            <pc:sldMk cId="4110577989" sldId="294"/>
            <ac:spMk id="7" creationId="{1D96D4E6-329E-D884-2C9E-DE9D48A49643}"/>
          </ac:spMkLst>
        </pc:spChg>
        <pc:spChg chg="add mod">
          <ac:chgData name="Hossain, Tanvir" userId="5379524b-2947-4ff6-93a6-0f4602028252" providerId="ADAL" clId="{6C322C08-DB2A-409D-8D4A-D051AB3FF070}" dt="2024-11-21T16:04:26.349" v="369" actId="207"/>
          <ac:spMkLst>
            <pc:docMk/>
            <pc:sldMk cId="4110577989" sldId="294"/>
            <ac:spMk id="12" creationId="{578154ED-385B-0D43-CFDE-C7A29083CCB5}"/>
          </ac:spMkLst>
        </pc:spChg>
        <pc:picChg chg="add mod">
          <ac:chgData name="Hossain, Tanvir" userId="5379524b-2947-4ff6-93a6-0f4602028252" providerId="ADAL" clId="{6C322C08-DB2A-409D-8D4A-D051AB3FF070}" dt="2024-11-21T15:38:44.190" v="59" actId="1076"/>
          <ac:picMkLst>
            <pc:docMk/>
            <pc:sldMk cId="4110577989" sldId="294"/>
            <ac:picMk id="11" creationId="{FA702983-6E8D-71CC-3D7C-6F59D4567CA7}"/>
          </ac:picMkLst>
        </pc:picChg>
        <pc:cxnChg chg="add mod">
          <ac:chgData name="Hossain, Tanvir" userId="5379524b-2947-4ff6-93a6-0f4602028252" providerId="ADAL" clId="{6C322C08-DB2A-409D-8D4A-D051AB3FF070}" dt="2024-11-21T15:38:56.312" v="61" actId="1076"/>
          <ac:cxnSpMkLst>
            <pc:docMk/>
            <pc:sldMk cId="4110577989" sldId="294"/>
            <ac:cxnSpMk id="5" creationId="{28251CE7-00B6-A2B1-AA0D-FA16AF943A67}"/>
          </ac:cxnSpMkLst>
        </pc:cxnChg>
        <pc:cxnChg chg="add mod">
          <ac:chgData name="Hossain, Tanvir" userId="5379524b-2947-4ff6-93a6-0f4602028252" providerId="ADAL" clId="{6C322C08-DB2A-409D-8D4A-D051AB3FF070}" dt="2024-11-21T15:38:32.382" v="56"/>
          <ac:cxnSpMkLst>
            <pc:docMk/>
            <pc:sldMk cId="4110577989" sldId="294"/>
            <ac:cxnSpMk id="9" creationId="{EE1C2AAB-FEB6-9C7A-9DDA-A8C74724D664}"/>
          </ac:cxnSpMkLst>
        </pc:cxnChg>
        <pc:cxnChg chg="add mod">
          <ac:chgData name="Hossain, Tanvir" userId="5379524b-2947-4ff6-93a6-0f4602028252" providerId="ADAL" clId="{6C322C08-DB2A-409D-8D4A-D051AB3FF070}" dt="2024-11-21T15:38:51.983" v="60" actId="1076"/>
          <ac:cxnSpMkLst>
            <pc:docMk/>
            <pc:sldMk cId="4110577989" sldId="294"/>
            <ac:cxnSpMk id="13" creationId="{A79498B3-0AC8-2CF1-4244-07D71D8BD708}"/>
          </ac:cxnSpMkLst>
        </pc:cxnChg>
      </pc:sldChg>
      <pc:sldChg chg="addSp delSp modSp add mod">
        <pc:chgData name="Hossain, Tanvir" userId="5379524b-2947-4ff6-93a6-0f4602028252" providerId="ADAL" clId="{6C322C08-DB2A-409D-8D4A-D051AB3FF070}" dt="2024-11-21T16:04:30.858" v="370" actId="207"/>
        <pc:sldMkLst>
          <pc:docMk/>
          <pc:sldMk cId="1237928814" sldId="295"/>
        </pc:sldMkLst>
        <pc:spChg chg="add mod">
          <ac:chgData name="Hossain, Tanvir" userId="5379524b-2947-4ff6-93a6-0f4602028252" providerId="ADAL" clId="{6C322C08-DB2A-409D-8D4A-D051AB3FF070}" dt="2024-11-21T15:39:31.112" v="71"/>
          <ac:spMkLst>
            <pc:docMk/>
            <pc:sldMk cId="1237928814" sldId="295"/>
            <ac:spMk id="2" creationId="{95FB0401-0A95-7173-FA23-77559D582420}"/>
          </ac:spMkLst>
        </pc:spChg>
        <pc:spChg chg="add del mod">
          <ac:chgData name="Hossain, Tanvir" userId="5379524b-2947-4ff6-93a6-0f4602028252" providerId="ADAL" clId="{6C322C08-DB2A-409D-8D4A-D051AB3FF070}" dt="2024-11-21T15:40:08.364" v="81" actId="478"/>
          <ac:spMkLst>
            <pc:docMk/>
            <pc:sldMk cId="1237928814" sldId="295"/>
            <ac:spMk id="3" creationId="{C8525544-8A22-9DC6-A9E2-82F1D2640A19}"/>
          </ac:spMkLst>
        </pc:spChg>
        <pc:spChg chg="mod">
          <ac:chgData name="Hossain, Tanvir" userId="5379524b-2947-4ff6-93a6-0f4602028252" providerId="ADAL" clId="{6C322C08-DB2A-409D-8D4A-D051AB3FF070}" dt="2024-11-21T15:40:16.208" v="85" actId="20577"/>
          <ac:spMkLst>
            <pc:docMk/>
            <pc:sldMk cId="1237928814" sldId="295"/>
            <ac:spMk id="4" creationId="{A76C153E-C98E-82C2-4728-99535B39D15C}"/>
          </ac:spMkLst>
        </pc:spChg>
        <pc:spChg chg="add mod">
          <ac:chgData name="Hossain, Tanvir" userId="5379524b-2947-4ff6-93a6-0f4602028252" providerId="ADAL" clId="{6C322C08-DB2A-409D-8D4A-D051AB3FF070}" dt="2024-11-21T16:04:30.858" v="370" actId="207"/>
          <ac:spMkLst>
            <pc:docMk/>
            <pc:sldMk cId="1237928814" sldId="295"/>
            <ac:spMk id="6" creationId="{2CD4814A-9DD6-596C-3931-1E9B225C891A}"/>
          </ac:spMkLst>
        </pc:spChg>
        <pc:spChg chg="add mod">
          <ac:chgData name="Hossain, Tanvir" userId="5379524b-2947-4ff6-93a6-0f4602028252" providerId="ADAL" clId="{6C322C08-DB2A-409D-8D4A-D051AB3FF070}" dt="2024-11-21T16:04:30.858" v="370" actId="207"/>
          <ac:spMkLst>
            <pc:docMk/>
            <pc:sldMk cId="1237928814" sldId="295"/>
            <ac:spMk id="8" creationId="{279E9DAD-A759-5468-D1DC-C9710C33C810}"/>
          </ac:spMkLst>
        </pc:spChg>
        <pc:spChg chg="add mod">
          <ac:chgData name="Hossain, Tanvir" userId="5379524b-2947-4ff6-93a6-0f4602028252" providerId="ADAL" clId="{6C322C08-DB2A-409D-8D4A-D051AB3FF070}" dt="2024-11-21T16:04:30.858" v="370" actId="207"/>
          <ac:spMkLst>
            <pc:docMk/>
            <pc:sldMk cId="1237928814" sldId="295"/>
            <ac:spMk id="12" creationId="{E2C3C557-4D30-0CB5-D5D8-1B888439356A}"/>
          </ac:spMkLst>
        </pc:spChg>
        <pc:picChg chg="add mod">
          <ac:chgData name="Hossain, Tanvir" userId="5379524b-2947-4ff6-93a6-0f4602028252" providerId="ADAL" clId="{6C322C08-DB2A-409D-8D4A-D051AB3FF070}" dt="2024-11-21T15:39:56.841" v="77" actId="1076"/>
          <ac:picMkLst>
            <pc:docMk/>
            <pc:sldMk cId="1237928814" sldId="295"/>
            <ac:picMk id="5" creationId="{491A6506-1752-B991-4F3E-A2D72DDE3C28}"/>
          </ac:picMkLst>
        </pc:picChg>
        <pc:cxnChg chg="add mod">
          <ac:chgData name="Hossain, Tanvir" userId="5379524b-2947-4ff6-93a6-0f4602028252" providerId="ADAL" clId="{6C322C08-DB2A-409D-8D4A-D051AB3FF070}" dt="2024-11-21T15:39:31.112" v="71"/>
          <ac:cxnSpMkLst>
            <pc:docMk/>
            <pc:sldMk cId="1237928814" sldId="295"/>
            <ac:cxnSpMk id="7" creationId="{129AB645-559A-59EA-12DA-1BE9BF27E75B}"/>
          </ac:cxnSpMkLst>
        </pc:cxnChg>
        <pc:cxnChg chg="add mod">
          <ac:chgData name="Hossain, Tanvir" userId="5379524b-2947-4ff6-93a6-0f4602028252" providerId="ADAL" clId="{6C322C08-DB2A-409D-8D4A-D051AB3FF070}" dt="2024-11-21T15:39:59.777" v="78" actId="14100"/>
          <ac:cxnSpMkLst>
            <pc:docMk/>
            <pc:sldMk cId="1237928814" sldId="295"/>
            <ac:cxnSpMk id="9" creationId="{C8C18ABB-FE17-58EE-4202-21232E18FDFA}"/>
          </ac:cxnSpMkLst>
        </pc:cxnChg>
        <pc:cxnChg chg="add mod">
          <ac:chgData name="Hossain, Tanvir" userId="5379524b-2947-4ff6-93a6-0f4602028252" providerId="ADAL" clId="{6C322C08-DB2A-409D-8D4A-D051AB3FF070}" dt="2024-11-21T15:40:02.779" v="79" actId="14100"/>
          <ac:cxnSpMkLst>
            <pc:docMk/>
            <pc:sldMk cId="1237928814" sldId="295"/>
            <ac:cxnSpMk id="13" creationId="{72539BB5-B4FC-6B70-CBD0-1CE84C125741}"/>
          </ac:cxnSpMkLst>
        </pc:cxnChg>
      </pc:sldChg>
      <pc:sldChg chg="add del">
        <pc:chgData name="Hossain, Tanvir" userId="5379524b-2947-4ff6-93a6-0f4602028252" providerId="ADAL" clId="{6C322C08-DB2A-409D-8D4A-D051AB3FF070}" dt="2024-11-21T16:04:01.277" v="364" actId="47"/>
        <pc:sldMkLst>
          <pc:docMk/>
          <pc:sldMk cId="1682832171" sldId="296"/>
        </pc:sldMkLst>
      </pc:sldChg>
      <pc:sldChg chg="add ord">
        <pc:chgData name="Hossain, Tanvir" userId="5379524b-2947-4ff6-93a6-0f4602028252" providerId="ADAL" clId="{6C322C08-DB2A-409D-8D4A-D051AB3FF070}" dt="2024-11-21T16:11:07.897" v="492"/>
        <pc:sldMkLst>
          <pc:docMk/>
          <pc:sldMk cId="1830072399" sldId="296"/>
        </pc:sldMkLst>
      </pc:sldChg>
      <pc:sldChg chg="modSp add del mod">
        <pc:chgData name="Hossain, Tanvir" userId="5379524b-2947-4ff6-93a6-0f4602028252" providerId="ADAL" clId="{6C322C08-DB2A-409D-8D4A-D051AB3FF070}" dt="2024-11-21T16:38:40.316" v="1594" actId="47"/>
        <pc:sldMkLst>
          <pc:docMk/>
          <pc:sldMk cId="3938423812" sldId="297"/>
        </pc:sldMkLst>
        <pc:spChg chg="mod">
          <ac:chgData name="Hossain, Tanvir" userId="5379524b-2947-4ff6-93a6-0f4602028252" providerId="ADAL" clId="{6C322C08-DB2A-409D-8D4A-D051AB3FF070}" dt="2024-11-21T16:12:58.913" v="512"/>
          <ac:spMkLst>
            <pc:docMk/>
            <pc:sldMk cId="3938423812" sldId="297"/>
            <ac:spMk id="4" creationId="{321367A7-D93B-56BB-0092-A0342425A09D}"/>
          </ac:spMkLst>
        </pc:spChg>
        <pc:spChg chg="mod">
          <ac:chgData name="Hossain, Tanvir" userId="5379524b-2947-4ff6-93a6-0f4602028252" providerId="ADAL" clId="{6C322C08-DB2A-409D-8D4A-D051AB3FF070}" dt="2024-11-21T16:38:30.636" v="1593" actId="1076"/>
          <ac:spMkLst>
            <pc:docMk/>
            <pc:sldMk cId="3938423812" sldId="297"/>
            <ac:spMk id="13" creationId="{E9521921-F758-786A-E739-8A2116BEB5F7}"/>
          </ac:spMkLst>
        </pc:spChg>
      </pc:sldChg>
      <pc:sldChg chg="addSp delSp modSp add mod">
        <pc:chgData name="Hossain, Tanvir" userId="5379524b-2947-4ff6-93a6-0f4602028252" providerId="ADAL" clId="{6C322C08-DB2A-409D-8D4A-D051AB3FF070}" dt="2024-11-21T16:21:07.877" v="1139" actId="113"/>
        <pc:sldMkLst>
          <pc:docMk/>
          <pc:sldMk cId="141586046" sldId="298"/>
        </pc:sldMkLst>
        <pc:spChg chg="add mod">
          <ac:chgData name="Hossain, Tanvir" userId="5379524b-2947-4ff6-93a6-0f4602028252" providerId="ADAL" clId="{6C322C08-DB2A-409D-8D4A-D051AB3FF070}" dt="2024-11-21T16:21:07.877" v="1139" actId="113"/>
          <ac:spMkLst>
            <pc:docMk/>
            <pc:sldMk cId="141586046" sldId="298"/>
            <ac:spMk id="3" creationId="{1FCCD421-7C4C-EE28-DF76-2E48A472C0D5}"/>
          </ac:spMkLst>
        </pc:spChg>
        <pc:spChg chg="mod">
          <ac:chgData name="Hossain, Tanvir" userId="5379524b-2947-4ff6-93a6-0f4602028252" providerId="ADAL" clId="{6C322C08-DB2A-409D-8D4A-D051AB3FF070}" dt="2024-11-21T16:19:12.043" v="1096"/>
          <ac:spMkLst>
            <pc:docMk/>
            <pc:sldMk cId="141586046" sldId="298"/>
            <ac:spMk id="4" creationId="{3F1C2255-FCF4-71BC-3336-B329357FCF37}"/>
          </ac:spMkLst>
        </pc:spChg>
        <pc:spChg chg="del">
          <ac:chgData name="Hossain, Tanvir" userId="5379524b-2947-4ff6-93a6-0f4602028252" providerId="ADAL" clId="{6C322C08-DB2A-409D-8D4A-D051AB3FF070}" dt="2024-11-21T16:18:33.840" v="1091" actId="478"/>
          <ac:spMkLst>
            <pc:docMk/>
            <pc:sldMk cId="141586046" sldId="298"/>
            <ac:spMk id="13" creationId="{E16DC637-D828-16AC-EF94-366914F25604}"/>
          </ac:spMkLst>
        </pc:spChg>
        <pc:picChg chg="add del mod">
          <ac:chgData name="Hossain, Tanvir" userId="5379524b-2947-4ff6-93a6-0f4602028252" providerId="ADAL" clId="{6C322C08-DB2A-409D-8D4A-D051AB3FF070}" dt="2024-11-21T16:18:45.446" v="1095" actId="478"/>
          <ac:picMkLst>
            <pc:docMk/>
            <pc:sldMk cId="141586046" sldId="298"/>
            <ac:picMk id="2" creationId="{BDD5A178-A602-FFDE-7673-FAFCF6D9B110}"/>
          </ac:picMkLst>
        </pc:picChg>
      </pc:sldChg>
      <pc:sldChg chg="addSp delSp modSp add mod modAnim">
        <pc:chgData name="Hossain, Tanvir" userId="5379524b-2947-4ff6-93a6-0f4602028252" providerId="ADAL" clId="{6C322C08-DB2A-409D-8D4A-D051AB3FF070}" dt="2024-11-21T16:38:14.840" v="1589"/>
        <pc:sldMkLst>
          <pc:docMk/>
          <pc:sldMk cId="650459462" sldId="299"/>
        </pc:sldMkLst>
        <pc:spChg chg="del">
          <ac:chgData name="Hossain, Tanvir" userId="5379524b-2947-4ff6-93a6-0f4602028252" providerId="ADAL" clId="{6C322C08-DB2A-409D-8D4A-D051AB3FF070}" dt="2024-11-21T16:21:46.543" v="1141" actId="478"/>
          <ac:spMkLst>
            <pc:docMk/>
            <pc:sldMk cId="650459462" sldId="299"/>
            <ac:spMk id="3" creationId="{049CF735-D6B6-8EBF-E1DA-6A7816CD9D3D}"/>
          </ac:spMkLst>
        </pc:spChg>
        <pc:spChg chg="add mod">
          <ac:chgData name="Hossain, Tanvir" userId="5379524b-2947-4ff6-93a6-0f4602028252" providerId="ADAL" clId="{6C322C08-DB2A-409D-8D4A-D051AB3FF070}" dt="2024-11-21T16:24:48.530" v="1214" actId="1035"/>
          <ac:spMkLst>
            <pc:docMk/>
            <pc:sldMk cId="650459462" sldId="299"/>
            <ac:spMk id="9" creationId="{BD4A9A45-2F9A-7DE7-9CC9-2F4ACEFBCB09}"/>
          </ac:spMkLst>
        </pc:spChg>
        <pc:spChg chg="add mod">
          <ac:chgData name="Hossain, Tanvir" userId="5379524b-2947-4ff6-93a6-0f4602028252" providerId="ADAL" clId="{6C322C08-DB2A-409D-8D4A-D051AB3FF070}" dt="2024-11-21T16:24:48.530" v="1214" actId="1035"/>
          <ac:spMkLst>
            <pc:docMk/>
            <pc:sldMk cId="650459462" sldId="299"/>
            <ac:spMk id="11" creationId="{F7D54E0C-E658-196A-42F1-6B6105945C56}"/>
          </ac:spMkLst>
        </pc:spChg>
        <pc:spChg chg="add mod">
          <ac:chgData name="Hossain, Tanvir" userId="5379524b-2947-4ff6-93a6-0f4602028252" providerId="ADAL" clId="{6C322C08-DB2A-409D-8D4A-D051AB3FF070}" dt="2024-11-21T16:24:48.530" v="1214" actId="1035"/>
          <ac:spMkLst>
            <pc:docMk/>
            <pc:sldMk cId="650459462" sldId="299"/>
            <ac:spMk id="13" creationId="{BF221640-3824-0847-B5E0-C9E7ABDF631A}"/>
          </ac:spMkLst>
        </pc:spChg>
        <pc:spChg chg="add mod">
          <ac:chgData name="Hossain, Tanvir" userId="5379524b-2947-4ff6-93a6-0f4602028252" providerId="ADAL" clId="{6C322C08-DB2A-409D-8D4A-D051AB3FF070}" dt="2024-11-21T16:24:48.530" v="1214" actId="1035"/>
          <ac:spMkLst>
            <pc:docMk/>
            <pc:sldMk cId="650459462" sldId="299"/>
            <ac:spMk id="14" creationId="{E9513E3A-2B5C-5C1F-152D-DB96270003E3}"/>
          </ac:spMkLst>
        </pc:spChg>
        <pc:spChg chg="add mod">
          <ac:chgData name="Hossain, Tanvir" userId="5379524b-2947-4ff6-93a6-0f4602028252" providerId="ADAL" clId="{6C322C08-DB2A-409D-8D4A-D051AB3FF070}" dt="2024-11-21T16:24:48.530" v="1214" actId="1035"/>
          <ac:spMkLst>
            <pc:docMk/>
            <pc:sldMk cId="650459462" sldId="299"/>
            <ac:spMk id="16" creationId="{56D403A5-4CFA-0F80-B0FE-952B6ECEDD94}"/>
          </ac:spMkLst>
        </pc:spChg>
        <pc:picChg chg="add mod">
          <ac:chgData name="Hossain, Tanvir" userId="5379524b-2947-4ff6-93a6-0f4602028252" providerId="ADAL" clId="{6C322C08-DB2A-409D-8D4A-D051AB3FF070}" dt="2024-11-21T16:24:48.530" v="1214" actId="1035"/>
          <ac:picMkLst>
            <pc:docMk/>
            <pc:sldMk cId="650459462" sldId="299"/>
            <ac:picMk id="5" creationId="{892E8103-2DC2-08DF-022B-3689C17051BC}"/>
          </ac:picMkLst>
        </pc:picChg>
        <pc:picChg chg="add mod">
          <ac:chgData name="Hossain, Tanvir" userId="5379524b-2947-4ff6-93a6-0f4602028252" providerId="ADAL" clId="{6C322C08-DB2A-409D-8D4A-D051AB3FF070}" dt="2024-11-21T16:24:48.530" v="1214" actId="1035"/>
          <ac:picMkLst>
            <pc:docMk/>
            <pc:sldMk cId="650459462" sldId="299"/>
            <ac:picMk id="7" creationId="{19925C7A-F15F-F99F-1711-60CE0D175A1A}"/>
          </ac:picMkLst>
        </pc:picChg>
        <pc:picChg chg="add mod">
          <ac:chgData name="Hossain, Tanvir" userId="5379524b-2947-4ff6-93a6-0f4602028252" providerId="ADAL" clId="{6C322C08-DB2A-409D-8D4A-D051AB3FF070}" dt="2024-11-21T16:24:48.530" v="1214" actId="1035"/>
          <ac:picMkLst>
            <pc:docMk/>
            <pc:sldMk cId="650459462" sldId="299"/>
            <ac:picMk id="12" creationId="{128B08A1-D87B-E194-842A-48C3427A2D02}"/>
          </ac:picMkLst>
        </pc:picChg>
      </pc:sldChg>
      <pc:sldChg chg="addSp delSp modSp add mod">
        <pc:chgData name="Hossain, Tanvir" userId="5379524b-2947-4ff6-93a6-0f4602028252" providerId="ADAL" clId="{6C322C08-DB2A-409D-8D4A-D051AB3FF070}" dt="2024-11-21T16:26:03.363" v="1236" actId="22"/>
        <pc:sldMkLst>
          <pc:docMk/>
          <pc:sldMk cId="1144816729" sldId="300"/>
        </pc:sldMkLst>
        <pc:spChg chg="mod">
          <ac:chgData name="Hossain, Tanvir" userId="5379524b-2947-4ff6-93a6-0f4602028252" providerId="ADAL" clId="{6C322C08-DB2A-409D-8D4A-D051AB3FF070}" dt="2024-11-21T16:25:08.669" v="1235" actId="20577"/>
          <ac:spMkLst>
            <pc:docMk/>
            <pc:sldMk cId="1144816729" sldId="300"/>
            <ac:spMk id="4" creationId="{15553CA6-C600-4769-6160-068515EB3D6C}"/>
          </ac:spMkLst>
        </pc:spChg>
        <pc:spChg chg="del">
          <ac:chgData name="Hossain, Tanvir" userId="5379524b-2947-4ff6-93a6-0f4602028252" providerId="ADAL" clId="{6C322C08-DB2A-409D-8D4A-D051AB3FF070}" dt="2024-11-21T16:24:56.838" v="1216" actId="478"/>
          <ac:spMkLst>
            <pc:docMk/>
            <pc:sldMk cId="1144816729" sldId="300"/>
            <ac:spMk id="9" creationId="{9B491EB1-BC79-B24E-1462-7519036BAFA2}"/>
          </ac:spMkLst>
        </pc:spChg>
        <pc:spChg chg="del">
          <ac:chgData name="Hossain, Tanvir" userId="5379524b-2947-4ff6-93a6-0f4602028252" providerId="ADAL" clId="{6C322C08-DB2A-409D-8D4A-D051AB3FF070}" dt="2024-11-21T16:24:56.838" v="1216" actId="478"/>
          <ac:spMkLst>
            <pc:docMk/>
            <pc:sldMk cId="1144816729" sldId="300"/>
            <ac:spMk id="11" creationId="{3AFD22F1-8FF8-F6E1-F97B-9F0CCDF8C11C}"/>
          </ac:spMkLst>
        </pc:spChg>
        <pc:spChg chg="del">
          <ac:chgData name="Hossain, Tanvir" userId="5379524b-2947-4ff6-93a6-0f4602028252" providerId="ADAL" clId="{6C322C08-DB2A-409D-8D4A-D051AB3FF070}" dt="2024-11-21T16:24:56.838" v="1216" actId="478"/>
          <ac:spMkLst>
            <pc:docMk/>
            <pc:sldMk cId="1144816729" sldId="300"/>
            <ac:spMk id="13" creationId="{1F857717-9575-B6E5-68F3-77ADE0DB984F}"/>
          </ac:spMkLst>
        </pc:spChg>
        <pc:spChg chg="del">
          <ac:chgData name="Hossain, Tanvir" userId="5379524b-2947-4ff6-93a6-0f4602028252" providerId="ADAL" clId="{6C322C08-DB2A-409D-8D4A-D051AB3FF070}" dt="2024-11-21T16:24:56.838" v="1216" actId="478"/>
          <ac:spMkLst>
            <pc:docMk/>
            <pc:sldMk cId="1144816729" sldId="300"/>
            <ac:spMk id="14" creationId="{E2318085-8098-1970-99F7-B57E47FAD7D0}"/>
          </ac:spMkLst>
        </pc:spChg>
        <pc:spChg chg="del">
          <ac:chgData name="Hossain, Tanvir" userId="5379524b-2947-4ff6-93a6-0f4602028252" providerId="ADAL" clId="{6C322C08-DB2A-409D-8D4A-D051AB3FF070}" dt="2024-11-21T16:24:56.838" v="1216" actId="478"/>
          <ac:spMkLst>
            <pc:docMk/>
            <pc:sldMk cId="1144816729" sldId="300"/>
            <ac:spMk id="16" creationId="{46658A96-665D-85ED-02E3-D01E57D62F76}"/>
          </ac:spMkLst>
        </pc:spChg>
        <pc:picChg chg="add">
          <ac:chgData name="Hossain, Tanvir" userId="5379524b-2947-4ff6-93a6-0f4602028252" providerId="ADAL" clId="{6C322C08-DB2A-409D-8D4A-D051AB3FF070}" dt="2024-11-21T16:26:03.363" v="1236" actId="22"/>
          <ac:picMkLst>
            <pc:docMk/>
            <pc:sldMk cId="1144816729" sldId="300"/>
            <ac:picMk id="3" creationId="{36D4D81E-0B41-E1CD-179A-A0696A82BF8A}"/>
          </ac:picMkLst>
        </pc:picChg>
        <pc:picChg chg="del">
          <ac:chgData name="Hossain, Tanvir" userId="5379524b-2947-4ff6-93a6-0f4602028252" providerId="ADAL" clId="{6C322C08-DB2A-409D-8D4A-D051AB3FF070}" dt="2024-11-21T16:24:56.838" v="1216" actId="478"/>
          <ac:picMkLst>
            <pc:docMk/>
            <pc:sldMk cId="1144816729" sldId="300"/>
            <ac:picMk id="5" creationId="{CACF3CA5-E2C1-6955-E5D8-8F138C293466}"/>
          </ac:picMkLst>
        </pc:picChg>
        <pc:picChg chg="del">
          <ac:chgData name="Hossain, Tanvir" userId="5379524b-2947-4ff6-93a6-0f4602028252" providerId="ADAL" clId="{6C322C08-DB2A-409D-8D4A-D051AB3FF070}" dt="2024-11-21T16:24:56.838" v="1216" actId="478"/>
          <ac:picMkLst>
            <pc:docMk/>
            <pc:sldMk cId="1144816729" sldId="300"/>
            <ac:picMk id="7" creationId="{62BA49EE-6102-0C03-B827-974F6DDB7DC0}"/>
          </ac:picMkLst>
        </pc:picChg>
        <pc:picChg chg="del">
          <ac:chgData name="Hossain, Tanvir" userId="5379524b-2947-4ff6-93a6-0f4602028252" providerId="ADAL" clId="{6C322C08-DB2A-409D-8D4A-D051AB3FF070}" dt="2024-11-21T16:24:56.838" v="1216" actId="478"/>
          <ac:picMkLst>
            <pc:docMk/>
            <pc:sldMk cId="1144816729" sldId="300"/>
            <ac:picMk id="12" creationId="{95603156-3770-2D6D-C3AA-B6E2515A8E8E}"/>
          </ac:picMkLst>
        </pc:picChg>
      </pc:sldChg>
      <pc:sldChg chg="addSp delSp modSp add mod">
        <pc:chgData name="Hossain, Tanvir" userId="5379524b-2947-4ff6-93a6-0f4602028252" providerId="ADAL" clId="{6C322C08-DB2A-409D-8D4A-D051AB3FF070}" dt="2024-11-21T16:27:07.669" v="1248" actId="14100"/>
        <pc:sldMkLst>
          <pc:docMk/>
          <pc:sldMk cId="3555926565" sldId="301"/>
        </pc:sldMkLst>
        <pc:spChg chg="add mod">
          <ac:chgData name="Hossain, Tanvir" userId="5379524b-2947-4ff6-93a6-0f4602028252" providerId="ADAL" clId="{6C322C08-DB2A-409D-8D4A-D051AB3FF070}" dt="2024-11-21T16:26:54.821" v="1243" actId="1076"/>
          <ac:spMkLst>
            <pc:docMk/>
            <pc:sldMk cId="3555926565" sldId="301"/>
            <ac:spMk id="7" creationId="{EA686140-6F63-8B8C-5612-370ED40BA892}"/>
          </ac:spMkLst>
        </pc:spChg>
        <pc:spChg chg="add mod">
          <ac:chgData name="Hossain, Tanvir" userId="5379524b-2947-4ff6-93a6-0f4602028252" providerId="ADAL" clId="{6C322C08-DB2A-409D-8D4A-D051AB3FF070}" dt="2024-11-21T16:27:07.669" v="1248" actId="14100"/>
          <ac:spMkLst>
            <pc:docMk/>
            <pc:sldMk cId="3555926565" sldId="301"/>
            <ac:spMk id="9" creationId="{1956234A-8EF8-AB49-2C33-4B3482CD8AF4}"/>
          </ac:spMkLst>
        </pc:spChg>
        <pc:picChg chg="add mod">
          <ac:chgData name="Hossain, Tanvir" userId="5379524b-2947-4ff6-93a6-0f4602028252" providerId="ADAL" clId="{6C322C08-DB2A-409D-8D4A-D051AB3FF070}" dt="2024-11-21T16:26:56.468" v="1245" actId="1076"/>
          <ac:picMkLst>
            <pc:docMk/>
            <pc:sldMk cId="3555926565" sldId="301"/>
            <ac:picMk id="2" creationId="{14616F4D-A917-9FB1-833D-C070A012E017}"/>
          </ac:picMkLst>
        </pc:picChg>
        <pc:picChg chg="del">
          <ac:chgData name="Hossain, Tanvir" userId="5379524b-2947-4ff6-93a6-0f4602028252" providerId="ADAL" clId="{6C322C08-DB2A-409D-8D4A-D051AB3FF070}" dt="2024-11-21T16:26:42.362" v="1238" actId="478"/>
          <ac:picMkLst>
            <pc:docMk/>
            <pc:sldMk cId="3555926565" sldId="301"/>
            <ac:picMk id="3" creationId="{AE9551B6-F899-D93A-85DB-5BC6A420A631}"/>
          </ac:picMkLst>
        </pc:picChg>
        <pc:picChg chg="add mod">
          <ac:chgData name="Hossain, Tanvir" userId="5379524b-2947-4ff6-93a6-0f4602028252" providerId="ADAL" clId="{6C322C08-DB2A-409D-8D4A-D051AB3FF070}" dt="2024-11-21T16:26:46.719" v="1241"/>
          <ac:picMkLst>
            <pc:docMk/>
            <pc:sldMk cId="3555926565" sldId="301"/>
            <ac:picMk id="5" creationId="{1D8C38FA-2AC0-CEBE-D6A1-79935028658D}"/>
          </ac:picMkLst>
        </pc:picChg>
      </pc:sldChg>
      <pc:sldChg chg="addSp delSp modSp add mod">
        <pc:chgData name="Hossain, Tanvir" userId="5379524b-2947-4ff6-93a6-0f4602028252" providerId="ADAL" clId="{6C322C08-DB2A-409D-8D4A-D051AB3FF070}" dt="2024-11-21T16:39:04.185" v="1597" actId="11529"/>
        <pc:sldMkLst>
          <pc:docMk/>
          <pc:sldMk cId="636468752" sldId="302"/>
        </pc:sldMkLst>
        <pc:spChg chg="add mod">
          <ac:chgData name="Hossain, Tanvir" userId="5379524b-2947-4ff6-93a6-0f4602028252" providerId="ADAL" clId="{6C322C08-DB2A-409D-8D4A-D051AB3FF070}" dt="2024-11-21T16:28:24.888" v="1281" actId="20577"/>
          <ac:spMkLst>
            <pc:docMk/>
            <pc:sldMk cId="636468752" sldId="302"/>
            <ac:spMk id="3" creationId="{AF42FBCA-515C-E2F4-9D5B-20C88537F358}"/>
          </ac:spMkLst>
        </pc:spChg>
        <pc:spChg chg="mod">
          <ac:chgData name="Hossain, Tanvir" userId="5379524b-2947-4ff6-93a6-0f4602028252" providerId="ADAL" clId="{6C322C08-DB2A-409D-8D4A-D051AB3FF070}" dt="2024-11-21T16:27:28.566" v="1250"/>
          <ac:spMkLst>
            <pc:docMk/>
            <pc:sldMk cId="636468752" sldId="302"/>
            <ac:spMk id="4" creationId="{2DCFE614-B58F-D06B-1E17-FDF355315C87}"/>
          </ac:spMkLst>
        </pc:spChg>
        <pc:spChg chg="add mod">
          <ac:chgData name="Hossain, Tanvir" userId="5379524b-2947-4ff6-93a6-0f4602028252" providerId="ADAL" clId="{6C322C08-DB2A-409D-8D4A-D051AB3FF070}" dt="2024-11-21T16:28:30.468" v="1285" actId="20577"/>
          <ac:spMkLst>
            <pc:docMk/>
            <pc:sldMk cId="636468752" sldId="302"/>
            <ac:spMk id="5" creationId="{F2D01A49-F833-BEE7-AA82-2CDBFC7202EF}"/>
          </ac:spMkLst>
        </pc:spChg>
        <pc:spChg chg="add mod">
          <ac:chgData name="Hossain, Tanvir" userId="5379524b-2947-4ff6-93a6-0f4602028252" providerId="ADAL" clId="{6C322C08-DB2A-409D-8D4A-D051AB3FF070}" dt="2024-11-21T16:28:38.113" v="1309" actId="20577"/>
          <ac:spMkLst>
            <pc:docMk/>
            <pc:sldMk cId="636468752" sldId="302"/>
            <ac:spMk id="6" creationId="{7912B326-32ED-9B08-0465-52E12E2FDB9E}"/>
          </ac:spMkLst>
        </pc:spChg>
        <pc:spChg chg="add del">
          <ac:chgData name="Hossain, Tanvir" userId="5379524b-2947-4ff6-93a6-0f4602028252" providerId="ADAL" clId="{6C322C08-DB2A-409D-8D4A-D051AB3FF070}" dt="2024-11-21T16:27:37.834" v="1253" actId="478"/>
          <ac:spMkLst>
            <pc:docMk/>
            <pc:sldMk cId="636468752" sldId="302"/>
            <ac:spMk id="7" creationId="{E6F8537A-BFB7-8A27-E1DC-E5F577A3FE43}"/>
          </ac:spMkLst>
        </pc:spChg>
        <pc:spChg chg="add del">
          <ac:chgData name="Hossain, Tanvir" userId="5379524b-2947-4ff6-93a6-0f4602028252" providerId="ADAL" clId="{6C322C08-DB2A-409D-8D4A-D051AB3FF070}" dt="2024-11-21T16:27:37.834" v="1253" actId="478"/>
          <ac:spMkLst>
            <pc:docMk/>
            <pc:sldMk cId="636468752" sldId="302"/>
            <ac:spMk id="9" creationId="{5A0D53A0-C07B-8FBB-031F-CB42313B6075}"/>
          </ac:spMkLst>
        </pc:spChg>
        <pc:picChg chg="add del mod">
          <ac:chgData name="Hossain, Tanvir" userId="5379524b-2947-4ff6-93a6-0f4602028252" providerId="ADAL" clId="{6C322C08-DB2A-409D-8D4A-D051AB3FF070}" dt="2024-11-21T16:27:39.452" v="1254" actId="1076"/>
          <ac:picMkLst>
            <pc:docMk/>
            <pc:sldMk cId="636468752" sldId="302"/>
            <ac:picMk id="2" creationId="{A77FDB93-DD1F-9ED3-7B25-15318471CCED}"/>
          </ac:picMkLst>
        </pc:picChg>
        <pc:cxnChg chg="add">
          <ac:chgData name="Hossain, Tanvir" userId="5379524b-2947-4ff6-93a6-0f4602028252" providerId="ADAL" clId="{6C322C08-DB2A-409D-8D4A-D051AB3FF070}" dt="2024-11-21T16:38:56.900" v="1595" actId="11529"/>
          <ac:cxnSpMkLst>
            <pc:docMk/>
            <pc:sldMk cId="636468752" sldId="302"/>
            <ac:cxnSpMk id="10" creationId="{41F6B6D1-3DCA-DEE2-2DCE-7F3B9303F0E8}"/>
          </ac:cxnSpMkLst>
        </pc:cxnChg>
        <pc:cxnChg chg="add">
          <ac:chgData name="Hossain, Tanvir" userId="5379524b-2947-4ff6-93a6-0f4602028252" providerId="ADAL" clId="{6C322C08-DB2A-409D-8D4A-D051AB3FF070}" dt="2024-11-21T16:39:00.727" v="1596" actId="11529"/>
          <ac:cxnSpMkLst>
            <pc:docMk/>
            <pc:sldMk cId="636468752" sldId="302"/>
            <ac:cxnSpMk id="12" creationId="{9623E561-73A6-109B-9E9E-A4B978A94827}"/>
          </ac:cxnSpMkLst>
        </pc:cxnChg>
        <pc:cxnChg chg="add">
          <ac:chgData name="Hossain, Tanvir" userId="5379524b-2947-4ff6-93a6-0f4602028252" providerId="ADAL" clId="{6C322C08-DB2A-409D-8D4A-D051AB3FF070}" dt="2024-11-21T16:39:04.185" v="1597" actId="11529"/>
          <ac:cxnSpMkLst>
            <pc:docMk/>
            <pc:sldMk cId="636468752" sldId="302"/>
            <ac:cxnSpMk id="14" creationId="{DFB6C9EE-F5AF-0E5C-1CDF-AE8C58E242AF}"/>
          </ac:cxnSpMkLst>
        </pc:cxnChg>
      </pc:sldChg>
      <pc:sldChg chg="addSp modSp add mod">
        <pc:chgData name="Hossain, Tanvir" userId="5379524b-2947-4ff6-93a6-0f4602028252" providerId="ADAL" clId="{6C322C08-DB2A-409D-8D4A-D051AB3FF070}" dt="2024-11-21T16:39:20.682" v="1600" actId="11529"/>
        <pc:sldMkLst>
          <pc:docMk/>
          <pc:sldMk cId="3943910798" sldId="303"/>
        </pc:sldMkLst>
        <pc:spChg chg="mod">
          <ac:chgData name="Hossain, Tanvir" userId="5379524b-2947-4ff6-93a6-0f4602028252" providerId="ADAL" clId="{6C322C08-DB2A-409D-8D4A-D051AB3FF070}" dt="2024-11-21T16:29:09.330" v="1320" actId="20577"/>
          <ac:spMkLst>
            <pc:docMk/>
            <pc:sldMk cId="3943910798" sldId="303"/>
            <ac:spMk id="3" creationId="{AAE0FE89-F7C6-E051-B2E0-8443C91268D1}"/>
          </ac:spMkLst>
        </pc:spChg>
        <pc:spChg chg="mod">
          <ac:chgData name="Hossain, Tanvir" userId="5379524b-2947-4ff6-93a6-0f4602028252" providerId="ADAL" clId="{6C322C08-DB2A-409D-8D4A-D051AB3FF070}" dt="2024-11-21T16:28:53.164" v="1311"/>
          <ac:spMkLst>
            <pc:docMk/>
            <pc:sldMk cId="3943910798" sldId="303"/>
            <ac:spMk id="4" creationId="{FE042333-FE4A-CC16-D319-E86999DCAC20}"/>
          </ac:spMkLst>
        </pc:spChg>
        <pc:spChg chg="mod">
          <ac:chgData name="Hossain, Tanvir" userId="5379524b-2947-4ff6-93a6-0f4602028252" providerId="ADAL" clId="{6C322C08-DB2A-409D-8D4A-D051AB3FF070}" dt="2024-11-21T16:29:18.367" v="1337" actId="20577"/>
          <ac:spMkLst>
            <pc:docMk/>
            <pc:sldMk cId="3943910798" sldId="303"/>
            <ac:spMk id="5" creationId="{0F0CBB28-4622-E8FF-9B0D-3EBF5E0461FE}"/>
          </ac:spMkLst>
        </pc:spChg>
        <pc:spChg chg="mod">
          <ac:chgData name="Hossain, Tanvir" userId="5379524b-2947-4ff6-93a6-0f4602028252" providerId="ADAL" clId="{6C322C08-DB2A-409D-8D4A-D051AB3FF070}" dt="2024-11-21T16:29:33.470" v="1362" actId="20577"/>
          <ac:spMkLst>
            <pc:docMk/>
            <pc:sldMk cId="3943910798" sldId="303"/>
            <ac:spMk id="6" creationId="{EC4DB368-5BD9-5A0D-E4AD-EC5BAF4E40E3}"/>
          </ac:spMkLst>
        </pc:spChg>
        <pc:cxnChg chg="add">
          <ac:chgData name="Hossain, Tanvir" userId="5379524b-2947-4ff6-93a6-0f4602028252" providerId="ADAL" clId="{6C322C08-DB2A-409D-8D4A-D051AB3FF070}" dt="2024-11-21T16:39:12.845" v="1598" actId="11529"/>
          <ac:cxnSpMkLst>
            <pc:docMk/>
            <pc:sldMk cId="3943910798" sldId="303"/>
            <ac:cxnSpMk id="8" creationId="{5E45025C-2CF6-D328-0652-C47B7696D21E}"/>
          </ac:cxnSpMkLst>
        </pc:cxnChg>
        <pc:cxnChg chg="add">
          <ac:chgData name="Hossain, Tanvir" userId="5379524b-2947-4ff6-93a6-0f4602028252" providerId="ADAL" clId="{6C322C08-DB2A-409D-8D4A-D051AB3FF070}" dt="2024-11-21T16:39:15.915" v="1599" actId="11529"/>
          <ac:cxnSpMkLst>
            <pc:docMk/>
            <pc:sldMk cId="3943910798" sldId="303"/>
            <ac:cxnSpMk id="10" creationId="{5B5FA266-F615-30FB-C664-8D55732B67C7}"/>
          </ac:cxnSpMkLst>
        </pc:cxnChg>
        <pc:cxnChg chg="add">
          <ac:chgData name="Hossain, Tanvir" userId="5379524b-2947-4ff6-93a6-0f4602028252" providerId="ADAL" clId="{6C322C08-DB2A-409D-8D4A-D051AB3FF070}" dt="2024-11-21T16:39:20.682" v="1600" actId="11529"/>
          <ac:cxnSpMkLst>
            <pc:docMk/>
            <pc:sldMk cId="3943910798" sldId="303"/>
            <ac:cxnSpMk id="12" creationId="{5A11B9E5-CEC9-218D-A5D9-FE2282B3153B}"/>
          </ac:cxnSpMkLst>
        </pc:cxnChg>
      </pc:sldChg>
      <pc:sldChg chg="delSp modSp add mod">
        <pc:chgData name="Hossain, Tanvir" userId="5379524b-2947-4ff6-93a6-0f4602028252" providerId="ADAL" clId="{6C322C08-DB2A-409D-8D4A-D051AB3FF070}" dt="2024-11-21T16:30:42.360" v="1464"/>
        <pc:sldMkLst>
          <pc:docMk/>
          <pc:sldMk cId="3986137191" sldId="304"/>
        </pc:sldMkLst>
        <pc:spChg chg="del">
          <ac:chgData name="Hossain, Tanvir" userId="5379524b-2947-4ff6-93a6-0f4602028252" providerId="ADAL" clId="{6C322C08-DB2A-409D-8D4A-D051AB3FF070}" dt="2024-11-21T16:30:06.557" v="1366" actId="478"/>
          <ac:spMkLst>
            <pc:docMk/>
            <pc:sldMk cId="3986137191" sldId="304"/>
            <ac:spMk id="3" creationId="{A1D3789A-7914-5BF4-FB87-EF0BBFB38B71}"/>
          </ac:spMkLst>
        </pc:spChg>
        <pc:spChg chg="mod">
          <ac:chgData name="Hossain, Tanvir" userId="5379524b-2947-4ff6-93a6-0f4602028252" providerId="ADAL" clId="{6C322C08-DB2A-409D-8D4A-D051AB3FF070}" dt="2024-11-21T16:29:59.743" v="1364"/>
          <ac:spMkLst>
            <pc:docMk/>
            <pc:sldMk cId="3986137191" sldId="304"/>
            <ac:spMk id="4" creationId="{2B85F2F1-587C-2E00-DDDA-E96E57775318}"/>
          </ac:spMkLst>
        </pc:spChg>
        <pc:spChg chg="mod">
          <ac:chgData name="Hossain, Tanvir" userId="5379524b-2947-4ff6-93a6-0f4602028252" providerId="ADAL" clId="{6C322C08-DB2A-409D-8D4A-D051AB3FF070}" dt="2024-11-21T16:30:42.360" v="1464"/>
          <ac:spMkLst>
            <pc:docMk/>
            <pc:sldMk cId="3986137191" sldId="304"/>
            <ac:spMk id="5" creationId="{D55D4600-3DAE-5184-7C51-9C187A039C4F}"/>
          </ac:spMkLst>
        </pc:spChg>
        <pc:spChg chg="del">
          <ac:chgData name="Hossain, Tanvir" userId="5379524b-2947-4ff6-93a6-0f4602028252" providerId="ADAL" clId="{6C322C08-DB2A-409D-8D4A-D051AB3FF070}" dt="2024-11-21T16:30:07.548" v="1367" actId="478"/>
          <ac:spMkLst>
            <pc:docMk/>
            <pc:sldMk cId="3986137191" sldId="304"/>
            <ac:spMk id="6" creationId="{07516803-2215-C97E-32D2-7785C744ACB5}"/>
          </ac:spMkLst>
        </pc:spChg>
        <pc:picChg chg="mod">
          <ac:chgData name="Hossain, Tanvir" userId="5379524b-2947-4ff6-93a6-0f4602028252" providerId="ADAL" clId="{6C322C08-DB2A-409D-8D4A-D051AB3FF070}" dt="2024-11-21T16:30:04.789" v="1365" actId="1076"/>
          <ac:picMkLst>
            <pc:docMk/>
            <pc:sldMk cId="3986137191" sldId="304"/>
            <ac:picMk id="2" creationId="{9B30065C-2B17-D13F-4CEF-F1366CA3CB84}"/>
          </ac:picMkLst>
        </pc:picChg>
      </pc:sldChg>
      <pc:sldChg chg="addSp delSp modSp add mod">
        <pc:chgData name="Hossain, Tanvir" userId="5379524b-2947-4ff6-93a6-0f4602028252" providerId="ADAL" clId="{6C322C08-DB2A-409D-8D4A-D051AB3FF070}" dt="2024-11-21T16:32:34.202" v="1476" actId="1076"/>
        <pc:sldMkLst>
          <pc:docMk/>
          <pc:sldMk cId="1764565755" sldId="305"/>
        </pc:sldMkLst>
        <pc:spChg chg="mod">
          <ac:chgData name="Hossain, Tanvir" userId="5379524b-2947-4ff6-93a6-0f4602028252" providerId="ADAL" clId="{6C322C08-DB2A-409D-8D4A-D051AB3FF070}" dt="2024-11-21T16:30:57.925" v="1466"/>
          <ac:spMkLst>
            <pc:docMk/>
            <pc:sldMk cId="1764565755" sldId="305"/>
            <ac:spMk id="4" creationId="{8A608A63-6A6A-A2E8-829F-B17601B5F679}"/>
          </ac:spMkLst>
        </pc:spChg>
        <pc:spChg chg="del">
          <ac:chgData name="Hossain, Tanvir" userId="5379524b-2947-4ff6-93a6-0f4602028252" providerId="ADAL" clId="{6C322C08-DB2A-409D-8D4A-D051AB3FF070}" dt="2024-11-21T16:32:06.843" v="1467" actId="478"/>
          <ac:spMkLst>
            <pc:docMk/>
            <pc:sldMk cId="1764565755" sldId="305"/>
            <ac:spMk id="5" creationId="{97992666-AAB5-9089-D38B-69183797DCF6}"/>
          </ac:spMkLst>
        </pc:spChg>
        <pc:spChg chg="add mod">
          <ac:chgData name="Hossain, Tanvir" userId="5379524b-2947-4ff6-93a6-0f4602028252" providerId="ADAL" clId="{6C322C08-DB2A-409D-8D4A-D051AB3FF070}" dt="2024-11-21T16:32:32.995" v="1475" actId="14100"/>
          <ac:spMkLst>
            <pc:docMk/>
            <pc:sldMk cId="1764565755" sldId="305"/>
            <ac:spMk id="7" creationId="{12D32071-2FCB-DCB6-4D35-FAA51D7AC764}"/>
          </ac:spMkLst>
        </pc:spChg>
        <pc:picChg chg="mod">
          <ac:chgData name="Hossain, Tanvir" userId="5379524b-2947-4ff6-93a6-0f4602028252" providerId="ADAL" clId="{6C322C08-DB2A-409D-8D4A-D051AB3FF070}" dt="2024-11-21T16:32:34.202" v="1476" actId="1076"/>
          <ac:picMkLst>
            <pc:docMk/>
            <pc:sldMk cId="1764565755" sldId="305"/>
            <ac:picMk id="2" creationId="{37E74D8C-C45D-9BE8-149D-6A9D55766B53}"/>
          </ac:picMkLst>
        </pc:picChg>
        <pc:picChg chg="add mod">
          <ac:chgData name="Hossain, Tanvir" userId="5379524b-2947-4ff6-93a6-0f4602028252" providerId="ADAL" clId="{6C322C08-DB2A-409D-8D4A-D051AB3FF070}" dt="2024-11-21T16:32:12.476" v="1470" actId="1076"/>
          <ac:picMkLst>
            <pc:docMk/>
            <pc:sldMk cId="1764565755" sldId="305"/>
            <ac:picMk id="6" creationId="{FECAA74B-A5DC-FC76-7D47-74045D859940}"/>
          </ac:picMkLst>
        </pc:picChg>
      </pc:sldChg>
      <pc:sldChg chg="addSp delSp modSp add mod">
        <pc:chgData name="Hossain, Tanvir" userId="5379524b-2947-4ff6-93a6-0f4602028252" providerId="ADAL" clId="{6C322C08-DB2A-409D-8D4A-D051AB3FF070}" dt="2024-11-21T16:34:48.454" v="1506" actId="1076"/>
        <pc:sldMkLst>
          <pc:docMk/>
          <pc:sldMk cId="449240283" sldId="306"/>
        </pc:sldMkLst>
        <pc:spChg chg="mod">
          <ac:chgData name="Hossain, Tanvir" userId="5379524b-2947-4ff6-93a6-0f4602028252" providerId="ADAL" clId="{6C322C08-DB2A-409D-8D4A-D051AB3FF070}" dt="2024-11-21T16:33:03.942" v="1481"/>
          <ac:spMkLst>
            <pc:docMk/>
            <pc:sldMk cId="449240283" sldId="306"/>
            <ac:spMk id="4" creationId="{CA5F32CD-68AE-213B-CC03-376C00CE2F30}"/>
          </ac:spMkLst>
        </pc:spChg>
        <pc:spChg chg="add del">
          <ac:chgData name="Hossain, Tanvir" userId="5379524b-2947-4ff6-93a6-0f4602028252" providerId="ADAL" clId="{6C322C08-DB2A-409D-8D4A-D051AB3FF070}" dt="2024-11-21T16:33:01.828" v="1480" actId="22"/>
          <ac:spMkLst>
            <pc:docMk/>
            <pc:sldMk cId="449240283" sldId="306"/>
            <ac:spMk id="5" creationId="{DE194AF6-C5B6-B928-19AC-A77960D050F6}"/>
          </ac:spMkLst>
        </pc:spChg>
        <pc:spChg chg="del">
          <ac:chgData name="Hossain, Tanvir" userId="5379524b-2947-4ff6-93a6-0f4602028252" providerId="ADAL" clId="{6C322C08-DB2A-409D-8D4A-D051AB3FF070}" dt="2024-11-21T16:32:54.994" v="1478" actId="478"/>
          <ac:spMkLst>
            <pc:docMk/>
            <pc:sldMk cId="449240283" sldId="306"/>
            <ac:spMk id="7" creationId="{C97A97E4-A7D7-BDF1-80D4-9FDD386BD536}"/>
          </ac:spMkLst>
        </pc:spChg>
        <pc:spChg chg="add mod">
          <ac:chgData name="Hossain, Tanvir" userId="5379524b-2947-4ff6-93a6-0f4602028252" providerId="ADAL" clId="{6C322C08-DB2A-409D-8D4A-D051AB3FF070}" dt="2024-11-21T16:34:48.454" v="1506" actId="1076"/>
          <ac:spMkLst>
            <pc:docMk/>
            <pc:sldMk cId="449240283" sldId="306"/>
            <ac:spMk id="8" creationId="{F50E3820-BD4B-6FE1-3D23-1452ABB52DCC}"/>
          </ac:spMkLst>
        </pc:spChg>
        <pc:picChg chg="del">
          <ac:chgData name="Hossain, Tanvir" userId="5379524b-2947-4ff6-93a6-0f4602028252" providerId="ADAL" clId="{6C322C08-DB2A-409D-8D4A-D051AB3FF070}" dt="2024-11-21T16:32:54.994" v="1478" actId="478"/>
          <ac:picMkLst>
            <pc:docMk/>
            <pc:sldMk cId="449240283" sldId="306"/>
            <ac:picMk id="2" creationId="{D31209E1-E385-006C-AFAE-3FEE2B1FA702}"/>
          </ac:picMkLst>
        </pc:picChg>
        <pc:picChg chg="del">
          <ac:chgData name="Hossain, Tanvir" userId="5379524b-2947-4ff6-93a6-0f4602028252" providerId="ADAL" clId="{6C322C08-DB2A-409D-8D4A-D051AB3FF070}" dt="2024-11-21T16:32:54.994" v="1478" actId="478"/>
          <ac:picMkLst>
            <pc:docMk/>
            <pc:sldMk cId="449240283" sldId="306"/>
            <ac:picMk id="6" creationId="{EEC23201-794D-32E7-40D4-7B05DD406728}"/>
          </ac:picMkLst>
        </pc:picChg>
      </pc:sldChg>
      <pc:sldChg chg="addSp delSp modSp add mod">
        <pc:chgData name="Hossain, Tanvir" userId="5379524b-2947-4ff6-93a6-0f4602028252" providerId="ADAL" clId="{6C322C08-DB2A-409D-8D4A-D051AB3FF070}" dt="2024-11-21T16:37:00.432" v="1554" actId="14100"/>
        <pc:sldMkLst>
          <pc:docMk/>
          <pc:sldMk cId="1435318450" sldId="307"/>
        </pc:sldMkLst>
        <pc:spChg chg="add mod">
          <ac:chgData name="Hossain, Tanvir" userId="5379524b-2947-4ff6-93a6-0f4602028252" providerId="ADAL" clId="{6C322C08-DB2A-409D-8D4A-D051AB3FF070}" dt="2024-11-21T16:37:00.432" v="1554" actId="14100"/>
          <ac:spMkLst>
            <pc:docMk/>
            <pc:sldMk cId="1435318450" sldId="307"/>
            <ac:spMk id="3" creationId="{3A948138-B4F1-BB3D-C4AD-CA336CB72A3F}"/>
          </ac:spMkLst>
        </pc:spChg>
        <pc:spChg chg="mod">
          <ac:chgData name="Hossain, Tanvir" userId="5379524b-2947-4ff6-93a6-0f4602028252" providerId="ADAL" clId="{6C322C08-DB2A-409D-8D4A-D051AB3FF070}" dt="2024-11-21T16:35:19.764" v="1517" actId="20577"/>
          <ac:spMkLst>
            <pc:docMk/>
            <pc:sldMk cId="1435318450" sldId="307"/>
            <ac:spMk id="4" creationId="{149B395B-48C4-EF30-1BAC-58A91EDC0A6F}"/>
          </ac:spMkLst>
        </pc:spChg>
        <pc:spChg chg="del">
          <ac:chgData name="Hossain, Tanvir" userId="5379524b-2947-4ff6-93a6-0f4602028252" providerId="ADAL" clId="{6C322C08-DB2A-409D-8D4A-D051AB3FF070}" dt="2024-11-21T16:35:13.003" v="1508" actId="478"/>
          <ac:spMkLst>
            <pc:docMk/>
            <pc:sldMk cId="1435318450" sldId="307"/>
            <ac:spMk id="8" creationId="{90DB92F6-6721-B3FD-1E82-E98124A7650A}"/>
          </ac:spMkLst>
        </pc:spChg>
        <pc:picChg chg="add mod">
          <ac:chgData name="Hossain, Tanvir" userId="5379524b-2947-4ff6-93a6-0f4602028252" providerId="ADAL" clId="{6C322C08-DB2A-409D-8D4A-D051AB3FF070}" dt="2024-11-21T16:36:50.998" v="1552" actId="1076"/>
          <ac:picMkLst>
            <pc:docMk/>
            <pc:sldMk cId="1435318450" sldId="307"/>
            <ac:picMk id="5" creationId="{C3BDAED6-C168-0878-E28B-25E3497D161B}"/>
          </ac:picMkLst>
        </pc:picChg>
        <pc:picChg chg="add mod">
          <ac:chgData name="Hossain, Tanvir" userId="5379524b-2947-4ff6-93a6-0f4602028252" providerId="ADAL" clId="{6C322C08-DB2A-409D-8D4A-D051AB3FF070}" dt="2024-11-21T16:36:48.409" v="1550" actId="1076"/>
          <ac:picMkLst>
            <pc:docMk/>
            <pc:sldMk cId="1435318450" sldId="307"/>
            <ac:picMk id="6" creationId="{2BD58928-4B70-F45E-8819-34D2CCE98B09}"/>
          </ac:picMkLst>
        </pc:picChg>
        <pc:picChg chg="add mod">
          <ac:chgData name="Hossain, Tanvir" userId="5379524b-2947-4ff6-93a6-0f4602028252" providerId="ADAL" clId="{6C322C08-DB2A-409D-8D4A-D051AB3FF070}" dt="2024-11-21T16:36:49.812" v="1551" actId="1076"/>
          <ac:picMkLst>
            <pc:docMk/>
            <pc:sldMk cId="1435318450" sldId="307"/>
            <ac:picMk id="3074" creationId="{D467B704-1B49-517D-F3EA-2DCA413CD0C2}"/>
          </ac:picMkLst>
        </pc:picChg>
      </pc:sldChg>
      <pc:sldChg chg="delSp modSp add mod">
        <pc:chgData name="Hossain, Tanvir" userId="5379524b-2947-4ff6-93a6-0f4602028252" providerId="ADAL" clId="{6C322C08-DB2A-409D-8D4A-D051AB3FF070}" dt="2024-11-21T16:37:40.441" v="1586" actId="20577"/>
        <pc:sldMkLst>
          <pc:docMk/>
          <pc:sldMk cId="1443839606" sldId="308"/>
        </pc:sldMkLst>
        <pc:spChg chg="mod">
          <ac:chgData name="Hossain, Tanvir" userId="5379524b-2947-4ff6-93a6-0f4602028252" providerId="ADAL" clId="{6C322C08-DB2A-409D-8D4A-D051AB3FF070}" dt="2024-11-21T16:37:40.441" v="1586" actId="20577"/>
          <ac:spMkLst>
            <pc:docMk/>
            <pc:sldMk cId="1443839606" sldId="308"/>
            <ac:spMk id="3" creationId="{6A04C125-9B3D-9F3F-0141-1B6C0E2EB4BD}"/>
          </ac:spMkLst>
        </pc:spChg>
        <pc:spChg chg="mod">
          <ac:chgData name="Hossain, Tanvir" userId="5379524b-2947-4ff6-93a6-0f4602028252" providerId="ADAL" clId="{6C322C08-DB2A-409D-8D4A-D051AB3FF070}" dt="2024-11-21T16:37:36.157" v="1584" actId="20577"/>
          <ac:spMkLst>
            <pc:docMk/>
            <pc:sldMk cId="1443839606" sldId="308"/>
            <ac:spMk id="4" creationId="{D2578B9C-04A5-3024-AED9-6F74E9851C74}"/>
          </ac:spMkLst>
        </pc:spChg>
        <pc:picChg chg="del mod">
          <ac:chgData name="Hossain, Tanvir" userId="5379524b-2947-4ff6-93a6-0f4602028252" providerId="ADAL" clId="{6C322C08-DB2A-409D-8D4A-D051AB3FF070}" dt="2024-11-21T16:37:22.720" v="1570" actId="478"/>
          <ac:picMkLst>
            <pc:docMk/>
            <pc:sldMk cId="1443839606" sldId="308"/>
            <ac:picMk id="5" creationId="{D10C3124-E729-2A0D-8940-82E2D36901D0}"/>
          </ac:picMkLst>
        </pc:picChg>
        <pc:picChg chg="del">
          <ac:chgData name="Hossain, Tanvir" userId="5379524b-2947-4ff6-93a6-0f4602028252" providerId="ADAL" clId="{6C322C08-DB2A-409D-8D4A-D051AB3FF070}" dt="2024-11-21T16:37:20.156" v="1568" actId="478"/>
          <ac:picMkLst>
            <pc:docMk/>
            <pc:sldMk cId="1443839606" sldId="308"/>
            <ac:picMk id="6" creationId="{EB624D1A-94B1-1522-2A5A-24739D026382}"/>
          </ac:picMkLst>
        </pc:picChg>
        <pc:picChg chg="del">
          <ac:chgData name="Hossain, Tanvir" userId="5379524b-2947-4ff6-93a6-0f4602028252" providerId="ADAL" clId="{6C322C08-DB2A-409D-8D4A-D051AB3FF070}" dt="2024-11-21T16:37:20.156" v="1568" actId="478"/>
          <ac:picMkLst>
            <pc:docMk/>
            <pc:sldMk cId="1443839606" sldId="308"/>
            <ac:picMk id="3074" creationId="{907B2F7D-BC58-97BD-6CAE-63F03C06D093}"/>
          </ac:picMkLst>
        </pc:picChg>
      </pc:sldChg>
    </pc:docChg>
  </pc:docChgLst>
  <pc:docChgLst>
    <pc:chgData name="Hossain, Tanvir" userId="5379524b-2947-4ff6-93a6-0f4602028252" providerId="ADAL" clId="{010DD536-A2BC-423C-BF7F-E9AFD76B2992}"/>
    <pc:docChg chg="undo custSel addSld delSld modSld sldOrd modMainMaster">
      <pc:chgData name="Hossain, Tanvir" userId="5379524b-2947-4ff6-93a6-0f4602028252" providerId="ADAL" clId="{010DD536-A2BC-423C-BF7F-E9AFD76B2992}" dt="2024-11-15T17:41:15.382" v="2834" actId="20577"/>
      <pc:docMkLst>
        <pc:docMk/>
      </pc:docMkLst>
      <pc:sldChg chg="addSp delSp modSp mod">
        <pc:chgData name="Hossain, Tanvir" userId="5379524b-2947-4ff6-93a6-0f4602028252" providerId="ADAL" clId="{010DD536-A2BC-423C-BF7F-E9AFD76B2992}" dt="2024-11-03T19:18:38.623" v="2770"/>
        <pc:sldMkLst>
          <pc:docMk/>
          <pc:sldMk cId="2409443978" sldId="257"/>
        </pc:sldMkLst>
        <pc:spChg chg="add del mod">
          <ac:chgData name="Hossain, Tanvir" userId="5379524b-2947-4ff6-93a6-0f4602028252" providerId="ADAL" clId="{010DD536-A2BC-423C-BF7F-E9AFD76B2992}" dt="2024-10-31T09:33:23.258" v="258" actId="478"/>
          <ac:spMkLst>
            <pc:docMk/>
            <pc:sldMk cId="2409443978" sldId="257"/>
            <ac:spMk id="3" creationId="{8F19A2FA-72D7-F61E-AD6E-8E1434C2E5DA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2409443978" sldId="257"/>
            <ac:spMk id="4" creationId="{A9AE8F5C-077B-1C01-674E-90249A8AC1D3}"/>
          </ac:spMkLst>
        </pc:spChg>
        <pc:spChg chg="add del mod">
          <ac:chgData name="Hossain, Tanvir" userId="5379524b-2947-4ff6-93a6-0f4602028252" providerId="ADAL" clId="{010DD536-A2BC-423C-BF7F-E9AFD76B2992}" dt="2024-10-31T10:13:29.118" v="974" actId="478"/>
          <ac:spMkLst>
            <pc:docMk/>
            <pc:sldMk cId="2409443978" sldId="257"/>
            <ac:spMk id="7" creationId="{83005408-99E9-D284-A0BC-7F785A0A3707}"/>
          </ac:spMkLst>
        </pc:spChg>
        <pc:spChg chg="del mod">
          <ac:chgData name="Hossain, Tanvir" userId="5379524b-2947-4ff6-93a6-0f4602028252" providerId="ADAL" clId="{010DD536-A2BC-423C-BF7F-E9AFD76B2992}" dt="2024-10-31T09:20:12.215" v="33" actId="478"/>
          <ac:spMkLst>
            <pc:docMk/>
            <pc:sldMk cId="2409443978" sldId="257"/>
            <ac:spMk id="8" creationId="{114B4AD8-7617-63FE-AE9E-476033B4695B}"/>
          </ac:spMkLst>
        </pc:sp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409443978" sldId="257"/>
            <ac:graphicFrameMk id="2" creationId="{B904C58B-5F13-C70A-800F-80CCB95159E3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409443978" sldId="257"/>
            <ac:graphicFrameMk id="5" creationId="{2BCA00DB-7A07-9825-9DB1-1C2FDAF39113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409443978" sldId="257"/>
            <ac:graphicFrameMk id="9" creationId="{1D60B6B5-F164-2632-3A08-944CA51E5876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2409443978" sldId="257"/>
            <ac:picMk id="6" creationId="{0CC5A32E-43C7-9E99-EB95-3A2E2EBBA303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2409443978" sldId="257"/>
            <ac:picMk id="10" creationId="{09EE752F-3A0C-60B3-FB56-2A9765D68925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2409443978" sldId="257"/>
            <ac:inkMk id="3" creationId="{AFE4F930-5392-AA4B-5A49-BDE50402E5E0}"/>
          </ac:inkMkLst>
        </pc:inkChg>
      </pc:sldChg>
      <pc:sldChg chg="addSp modSp mod delDesignElem">
        <pc:chgData name="Hossain, Tanvir" userId="5379524b-2947-4ff6-93a6-0f4602028252" providerId="ADAL" clId="{010DD536-A2BC-423C-BF7F-E9AFD76B2992}" dt="2024-11-03T19:18:38.623" v="2770"/>
        <pc:sldMkLst>
          <pc:docMk/>
          <pc:sldMk cId="1190987144" sldId="260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1190987144" sldId="260"/>
            <ac:spMk id="2" creationId="{11A26416-FC0F-4EEA-99E1-3A73DAC6033F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1190987144" sldId="260"/>
            <ac:spMk id="3" creationId="{E94E92C6-AD72-4BF7-8A91-DDA807C252EA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190987144" sldId="260"/>
            <ac:spMk id="4" creationId="{9FFEC02B-5988-8F30-77A3-198C9CEE9E0F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190987144" sldId="260"/>
            <ac:spMk id="12" creationId="{097CD68E-23E3-4007-8847-CD0944C4F7BE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190987144" sldId="260"/>
            <ac:spMk id="14" creationId="{AF2F604E-43BE-4DC3-B983-E071523364F8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190987144" sldId="260"/>
            <ac:spMk id="16" creationId="{08C9B587-E65E-4B52-B37C-ABEBB6E87928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190987144" sldId="260"/>
            <ac:spMk id="17" creationId="{E91DC736-0EF8-4F87-9146-EBF1D2EE4D3D}"/>
          </ac:spMkLst>
        </pc:sp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1190987144" sldId="260"/>
            <ac:picMk id="5" creationId="{0A155DED-59B8-753D-E0CB-2DA63F335D18}"/>
          </ac:picMkLst>
        </pc:pic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1190987144" sldId="260"/>
            <ac:picMk id="2050" creationId="{BA09179F-40A0-4A17-2785-1C45BD9F8D54}"/>
          </ac:picMkLst>
        </pc:picChg>
      </pc:sldChg>
      <pc:sldChg chg="del">
        <pc:chgData name="Hossain, Tanvir" userId="5379524b-2947-4ff6-93a6-0f4602028252" providerId="ADAL" clId="{010DD536-A2BC-423C-BF7F-E9AFD76B2992}" dt="2024-10-31T01:02:37.299" v="9" actId="47"/>
        <pc:sldMkLst>
          <pc:docMk/>
          <pc:sldMk cId="1730249725" sldId="262"/>
        </pc:sldMkLst>
      </pc:sldChg>
      <pc:sldChg chg="del mod modShow">
        <pc:chgData name="Hossain, Tanvir" userId="5379524b-2947-4ff6-93a6-0f4602028252" providerId="ADAL" clId="{010DD536-A2BC-423C-BF7F-E9AFD76B2992}" dt="2024-10-31T20:05:54.804" v="2495" actId="2696"/>
        <pc:sldMkLst>
          <pc:docMk/>
          <pc:sldMk cId="538125563" sldId="263"/>
        </pc:sldMkLst>
      </pc:sldChg>
      <pc:sldChg chg="modSp del mod modShow">
        <pc:chgData name="Hossain, Tanvir" userId="5379524b-2947-4ff6-93a6-0f4602028252" providerId="ADAL" clId="{010DD536-A2BC-423C-BF7F-E9AFD76B2992}" dt="2024-10-31T20:05:58.358" v="2496" actId="2696"/>
        <pc:sldMkLst>
          <pc:docMk/>
          <pc:sldMk cId="131310744" sldId="264"/>
        </pc:sldMkLst>
        <pc:graphicFrameChg chg="mod modGraphic">
          <ac:chgData name="Hossain, Tanvir" userId="5379524b-2947-4ff6-93a6-0f4602028252" providerId="ADAL" clId="{010DD536-A2BC-423C-BF7F-E9AFD76B2992}" dt="2024-10-31T01:11:24.328" v="19" actId="6549"/>
          <ac:graphicFrameMkLst>
            <pc:docMk/>
            <pc:sldMk cId="131310744" sldId="264"/>
            <ac:graphicFrameMk id="9" creationId="{1D60B6B5-F164-2632-3A08-944CA51E5876}"/>
          </ac:graphicFrameMkLst>
        </pc:graphicFrameChg>
      </pc:sldChg>
      <pc:sldChg chg="modSp del mod modShow">
        <pc:chgData name="Hossain, Tanvir" userId="5379524b-2947-4ff6-93a6-0f4602028252" providerId="ADAL" clId="{010DD536-A2BC-423C-BF7F-E9AFD76B2992}" dt="2024-10-31T20:06:08.362" v="2498" actId="2696"/>
        <pc:sldMkLst>
          <pc:docMk/>
          <pc:sldMk cId="3373043845" sldId="265"/>
        </pc:sldMkLst>
        <pc:graphicFrameChg chg="mod modGraphic">
          <ac:chgData name="Hossain, Tanvir" userId="5379524b-2947-4ff6-93a6-0f4602028252" providerId="ADAL" clId="{010DD536-A2BC-423C-BF7F-E9AFD76B2992}" dt="2024-10-31T01:21:50.532" v="23" actId="20577"/>
          <ac:graphicFrameMkLst>
            <pc:docMk/>
            <pc:sldMk cId="3373043845" sldId="265"/>
            <ac:graphicFrameMk id="9" creationId="{1D60B6B5-F164-2632-3A08-944CA51E5876}"/>
          </ac:graphicFrameMkLst>
        </pc:graphicFrameChg>
      </pc:sldChg>
      <pc:sldChg chg="modSp del mod">
        <pc:chgData name="Hossain, Tanvir" userId="5379524b-2947-4ff6-93a6-0f4602028252" providerId="ADAL" clId="{010DD536-A2BC-423C-BF7F-E9AFD76B2992}" dt="2024-10-31T09:57:43.376" v="695" actId="47"/>
        <pc:sldMkLst>
          <pc:docMk/>
          <pc:sldMk cId="3880326868" sldId="266"/>
        </pc:sldMkLst>
        <pc:graphicFrameChg chg="mod modGraphic">
          <ac:chgData name="Hossain, Tanvir" userId="5379524b-2947-4ff6-93a6-0f4602028252" providerId="ADAL" clId="{010DD536-A2BC-423C-BF7F-E9AFD76B2992}" dt="2024-10-31T09:19:32.552" v="26"/>
          <ac:graphicFrameMkLst>
            <pc:docMk/>
            <pc:sldMk cId="3880326868" sldId="266"/>
            <ac:graphicFrameMk id="9" creationId="{1D60B6B5-F164-2632-3A08-944CA51E5876}"/>
          </ac:graphicFrameMkLst>
        </pc:graphicFrameChg>
      </pc:sldChg>
      <pc:sldChg chg="delSp modSp add del mod">
        <pc:chgData name="Hossain, Tanvir" userId="5379524b-2947-4ff6-93a6-0f4602028252" providerId="ADAL" clId="{010DD536-A2BC-423C-BF7F-E9AFD76B2992}" dt="2024-10-31T10:00:57.749" v="781" actId="47"/>
        <pc:sldMkLst>
          <pc:docMk/>
          <pc:sldMk cId="295314740" sldId="267"/>
        </pc:sldMkLst>
        <pc:spChg chg="del">
          <ac:chgData name="Hossain, Tanvir" userId="5379524b-2947-4ff6-93a6-0f4602028252" providerId="ADAL" clId="{010DD536-A2BC-423C-BF7F-E9AFD76B2992}" dt="2024-10-31T09:20:03.993" v="32" actId="478"/>
          <ac:spMkLst>
            <pc:docMk/>
            <pc:sldMk cId="295314740" sldId="267"/>
            <ac:spMk id="8" creationId="{E1495CF8-B462-C733-54E2-B53B310040E9}"/>
          </ac:spMkLst>
        </pc:spChg>
        <pc:graphicFrameChg chg="mod modGraphic">
          <ac:chgData name="Hossain, Tanvir" userId="5379524b-2947-4ff6-93a6-0f4602028252" providerId="ADAL" clId="{010DD536-A2BC-423C-BF7F-E9AFD76B2992}" dt="2024-10-31T09:19:55.257" v="31"/>
          <ac:graphicFrameMkLst>
            <pc:docMk/>
            <pc:sldMk cId="295314740" sldId="267"/>
            <ac:graphicFrameMk id="9" creationId="{BCE9B152-A403-7BB7-D22C-C434AD75986F}"/>
          </ac:graphicFrameMkLst>
        </pc:graphicFrameChg>
      </pc:sldChg>
      <pc:sldChg chg="addSp del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1729915323" sldId="268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1729915323" sldId="268"/>
            <ac:spMk id="4" creationId="{C9564E1D-07BE-E5D7-F8CB-8D6FB97F3265}"/>
          </ac:spMkLst>
        </pc:spChg>
        <pc:spChg chg="add del mod">
          <ac:chgData name="Hossain, Tanvir" userId="5379524b-2947-4ff6-93a6-0f4602028252" providerId="ADAL" clId="{010DD536-A2BC-423C-BF7F-E9AFD76B2992}" dt="2024-10-31T10:13:08.573" v="939" actId="478"/>
          <ac:spMkLst>
            <pc:docMk/>
            <pc:sldMk cId="1729915323" sldId="268"/>
            <ac:spMk id="5" creationId="{91B96924-BCF0-CA33-CD59-8C3354C57259}"/>
          </ac:spMkLst>
        </pc:sp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1729915323" sldId="268"/>
            <ac:graphicFrameMk id="2" creationId="{A2DEAC95-DAB4-62F6-7CB6-7E04F529AC7A}"/>
          </ac:graphicFrameMkLst>
        </pc:graphicFrameChg>
        <pc:graphicFrameChg chg="add del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1729915323" sldId="268"/>
            <ac:graphicFrameMk id="3" creationId="{6296F0D3-03BE-87B5-EF19-48EA2B1FBD44}"/>
          </ac:graphicFrameMkLst>
        </pc:graphicFrameChg>
        <pc:graphicFrameChg chg="add mod">
          <ac:chgData name="Hossain, Tanvir" userId="5379524b-2947-4ff6-93a6-0f4602028252" providerId="ADAL" clId="{010DD536-A2BC-423C-BF7F-E9AFD76B2992}" dt="2024-10-31T10:04:37.327" v="840"/>
          <ac:graphicFrameMkLst>
            <pc:docMk/>
            <pc:sldMk cId="1729915323" sldId="268"/>
            <ac:graphicFrameMk id="7" creationId="{F66A04C9-9874-5A06-549B-8FA64DDB220C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1729915323" sldId="268"/>
            <ac:graphicFrameMk id="9" creationId="{054323D3-15FE-56CF-B1B6-A3997A62F4C4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1729915323" sldId="268"/>
            <ac:picMk id="6" creationId="{5252877F-035A-963C-54DD-674C61FFCC7B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1729915323" sldId="268"/>
            <ac:picMk id="8" creationId="{16246181-F315-BCB1-A708-5E2136E61132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1729915323" sldId="268"/>
            <ac:inkMk id="5" creationId="{CF150D7A-260C-89F6-F6A0-713DEF5A555B}"/>
          </ac:inkMkLst>
        </pc:inkChg>
      </pc:sldChg>
      <pc:sldChg chg="addSp del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3948692902" sldId="269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948692902" sldId="269"/>
            <ac:spMk id="4" creationId="{5B11A4EB-4AD8-020E-4882-A3EA22A3866A}"/>
          </ac:spMkLst>
        </pc:spChg>
        <pc:spChg chg="del">
          <ac:chgData name="Hossain, Tanvir" userId="5379524b-2947-4ff6-93a6-0f4602028252" providerId="ADAL" clId="{010DD536-A2BC-423C-BF7F-E9AFD76B2992}" dt="2024-10-31T10:05:00.504" v="844" actId="478"/>
          <ac:spMkLst>
            <pc:docMk/>
            <pc:sldMk cId="3948692902" sldId="269"/>
            <ac:spMk id="7" creationId="{E44AA9EF-57E7-676A-A59F-D03325862361}"/>
          </ac:spMkLst>
        </pc:spChg>
        <pc:spChg chg="add del mod">
          <ac:chgData name="Hossain, Tanvir" userId="5379524b-2947-4ff6-93a6-0f4602028252" providerId="ADAL" clId="{010DD536-A2BC-423C-BF7F-E9AFD76B2992}" dt="2024-10-31T10:12:54.468" v="911" actId="478"/>
          <ac:spMkLst>
            <pc:docMk/>
            <pc:sldMk cId="3948692902" sldId="269"/>
            <ac:spMk id="8" creationId="{52B4820B-C249-31A1-C995-ECC79FB37E29}"/>
          </ac:spMkLst>
        </pc:sp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948692902" sldId="269"/>
            <ac:graphicFrameMk id="2" creationId="{F7C06253-320B-533C-870B-CAA2F15E639B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948692902" sldId="269"/>
            <ac:graphicFrameMk id="3" creationId="{5FC27007-BB5D-2D73-8C6E-DC601B6850B7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04:49.002" v="842" actId="478"/>
          <ac:graphicFrameMkLst>
            <pc:docMk/>
            <pc:sldMk cId="3948692902" sldId="269"/>
            <ac:graphicFrameMk id="5" creationId="{716F85D5-949D-1548-CB3F-EE4194E08861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948692902" sldId="269"/>
            <ac:graphicFrameMk id="9" creationId="{8DACF7B9-2B8A-2FD9-F65D-237AD28F0054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3948692902" sldId="269"/>
            <ac:picMk id="6" creationId="{56A4638F-4BEA-ED75-6FAF-2875E401317A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3948692902" sldId="269"/>
            <ac:picMk id="10" creationId="{73B03B88-47BE-3A32-744D-3F7B3A9F7564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3948692902" sldId="269"/>
            <ac:inkMk id="5" creationId="{9C19666F-990D-A8BA-30A2-4BFC8A802CE9}"/>
          </ac:inkMkLst>
        </pc:inkChg>
      </pc:sldChg>
      <pc:sldChg chg="addSp del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3178234004" sldId="270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178234004" sldId="270"/>
            <ac:spMk id="4" creationId="{DAC0836F-E0FA-0DBB-7748-39559B6722BF}"/>
          </ac:spMkLst>
        </pc:spChg>
        <pc:spChg chg="del mod">
          <ac:chgData name="Hossain, Tanvir" userId="5379524b-2947-4ff6-93a6-0f4602028252" providerId="ADAL" clId="{010DD536-A2BC-423C-BF7F-E9AFD76B2992}" dt="2024-10-31T10:11:48.083" v="857" actId="478"/>
          <ac:spMkLst>
            <pc:docMk/>
            <pc:sldMk cId="3178234004" sldId="270"/>
            <ac:spMk id="5" creationId="{75A80E57-72EA-787F-DAAF-CA14FCDC2AD1}"/>
          </ac:spMkLst>
        </pc:sp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178234004" sldId="270"/>
            <ac:graphicFrameMk id="2" creationId="{AA1C5BC7-4D9D-B1B9-757A-507EAC50CBB7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178234004" sldId="270"/>
            <ac:graphicFrameMk id="3" creationId="{C7A1371D-229E-D3B9-12F7-6C556F14A8F4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178234004" sldId="270"/>
            <ac:graphicFrameMk id="9" creationId="{9A020340-E3C4-C227-8819-A874EF7A695C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3178234004" sldId="270"/>
            <ac:picMk id="6" creationId="{5BD52386-8AAA-7CDA-41D1-579418CB757F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3178234004" sldId="270"/>
            <ac:picMk id="8" creationId="{77B1E157-D8E4-F296-634F-17E32F374978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3178234004" sldId="270"/>
            <ac:inkMk id="5" creationId="{8A3A6D97-52C5-8DBE-2286-C5F10020C67D}"/>
          </ac:inkMkLst>
        </pc:inkChg>
      </pc:sldChg>
      <pc:sldChg chg="addSp delSp modSp add mod">
        <pc:chgData name="Hossain, Tanvir" userId="5379524b-2947-4ff6-93a6-0f4602028252" providerId="ADAL" clId="{010DD536-A2BC-423C-BF7F-E9AFD76B2992}" dt="2024-11-03T19:18:38.623" v="2770"/>
        <pc:sldMkLst>
          <pc:docMk/>
          <pc:sldMk cId="2014493930" sldId="271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2014493930" sldId="271"/>
            <ac:spMk id="4" creationId="{7A4D81F5-94E0-9C84-5F99-0D17AEB6E540}"/>
          </ac:spMkLst>
        </pc:spChg>
        <pc:spChg chg="del mod">
          <ac:chgData name="Hossain, Tanvir" userId="5379524b-2947-4ff6-93a6-0f4602028252" providerId="ADAL" clId="{010DD536-A2BC-423C-BF7F-E9AFD76B2992}" dt="2024-10-31T10:12:35.976" v="875" actId="478"/>
          <ac:spMkLst>
            <pc:docMk/>
            <pc:sldMk cId="2014493930" sldId="271"/>
            <ac:spMk id="5" creationId="{4C137E6B-9EC9-2C21-0A7E-678E07921486}"/>
          </ac:spMkLst>
        </pc:sp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014493930" sldId="271"/>
            <ac:graphicFrameMk id="2" creationId="{7327477C-8926-68BA-68C8-3582537A5A98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014493930" sldId="271"/>
            <ac:graphicFrameMk id="3" creationId="{18AD2A97-6268-56A6-DF7A-2615B4F95884}"/>
          </ac:graphicFrameMkLst>
        </pc:graphicFrameChg>
        <pc:graphicFrameChg chg="mod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014493930" sldId="271"/>
            <ac:graphicFrameMk id="9" creationId="{3C58E618-4EA4-E529-0371-E90C70BDB782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2014493930" sldId="271"/>
            <ac:picMk id="6" creationId="{14D02989-6CCD-24FD-69DE-C5344A3EDF22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2014493930" sldId="271"/>
            <ac:picMk id="7" creationId="{B5D5DBFE-3B84-F83E-E930-0BC06E73F399}"/>
          </ac:picMkLst>
        </pc:picChg>
      </pc:sldChg>
      <pc:sldChg chg="addSp delSp modSp add mod">
        <pc:chgData name="Hossain, Tanvir" userId="5379524b-2947-4ff6-93a6-0f4602028252" providerId="ADAL" clId="{010DD536-A2BC-423C-BF7F-E9AFD76B2992}" dt="2024-11-03T19:18:38.623" v="2770"/>
        <pc:sldMkLst>
          <pc:docMk/>
          <pc:sldMk cId="2330456200" sldId="272"/>
        </pc:sldMkLst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2330456200" sldId="272"/>
            <ac:spMk id="2" creationId="{90B0124D-4E67-A5B9-8FE5-2F9A36B8BEB5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2330456200" sldId="272"/>
            <ac:spMk id="4" creationId="{C5467E15-01FF-C4E0-CC73-F1237D744DA4}"/>
          </ac:spMkLst>
        </pc:spChg>
        <pc:graphicFrameChg chg="del">
          <ac:chgData name="Hossain, Tanvir" userId="5379524b-2947-4ff6-93a6-0f4602028252" providerId="ADAL" clId="{010DD536-A2BC-423C-BF7F-E9AFD76B2992}" dt="2024-10-31T10:14:08.760" v="1006" actId="478"/>
          <ac:graphicFrameMkLst>
            <pc:docMk/>
            <pc:sldMk cId="2330456200" sldId="272"/>
            <ac:graphicFrameMk id="2" creationId="{92655BEE-E1DB-4C13-8C0D-C0E8DF2499C8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14:08.760" v="1006" actId="478"/>
          <ac:graphicFrameMkLst>
            <pc:docMk/>
            <pc:sldMk cId="2330456200" sldId="272"/>
            <ac:graphicFrameMk id="3" creationId="{1D02E86D-850A-494A-B381-7963BDAC8F89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330456200" sldId="272"/>
            <ac:graphicFrameMk id="5" creationId="{2A92F3BB-363C-7DB0-F455-F45E617F24AA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14:15.202" v="1008" actId="478"/>
          <ac:graphicFrameMkLst>
            <pc:docMk/>
            <pc:sldMk cId="2330456200" sldId="272"/>
            <ac:graphicFrameMk id="9" creationId="{1663B7FD-D796-D1EF-1992-1CD1B4C04563}"/>
          </ac:graphicFrameMkLst>
        </pc:graphicFrameChg>
        <pc:picChg chg="del">
          <ac:chgData name="Hossain, Tanvir" userId="5379524b-2947-4ff6-93a6-0f4602028252" providerId="ADAL" clId="{010DD536-A2BC-423C-BF7F-E9AFD76B2992}" dt="2024-10-31T10:14:12.688" v="1007" actId="478"/>
          <ac:picMkLst>
            <pc:docMk/>
            <pc:sldMk cId="2330456200" sldId="272"/>
            <ac:picMk id="6" creationId="{2B3A32CE-E1C5-F419-8E8F-25D93911F91E}"/>
          </ac:picMkLst>
        </pc:picChg>
        <pc:picChg chg="del">
          <ac:chgData name="Hossain, Tanvir" userId="5379524b-2947-4ff6-93a6-0f4602028252" providerId="ADAL" clId="{010DD536-A2BC-423C-BF7F-E9AFD76B2992}" dt="2024-10-31T10:14:08.760" v="1006" actId="478"/>
          <ac:picMkLst>
            <pc:docMk/>
            <pc:sldMk cId="2330456200" sldId="272"/>
            <ac:picMk id="7" creationId="{4B1EA326-B55C-A6B1-68AB-CFD5BE082496}"/>
          </ac:picMkLst>
        </pc:picChg>
      </pc:sldChg>
      <pc:sldChg chg="addSp del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402523472" sldId="273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402523472" sldId="273"/>
            <ac:spMk id="4" creationId="{F18F7527-B755-6C1C-C0A5-47DE673279AD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402523472" sldId="273"/>
            <ac:spMk id="7" creationId="{2C5AC11A-B873-833B-7293-FFFDF206D1C8}"/>
          </ac:spMkLst>
        </pc:spChg>
        <pc:graphicFrameChg chg="del modGraphic">
          <ac:chgData name="Hossain, Tanvir" userId="5379524b-2947-4ff6-93a6-0f4602028252" providerId="ADAL" clId="{010DD536-A2BC-423C-BF7F-E9AFD76B2992}" dt="2024-10-31T10:17:07.868" v="1041" actId="478"/>
          <ac:graphicFrameMkLst>
            <pc:docMk/>
            <pc:sldMk cId="402523472" sldId="273"/>
            <ac:graphicFrameMk id="2" creationId="{281739CD-72AF-F6E7-5DCA-C670C424232A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17:04.575" v="1038" actId="478"/>
          <ac:graphicFrameMkLst>
            <pc:docMk/>
            <pc:sldMk cId="402523472" sldId="273"/>
            <ac:graphicFrameMk id="5" creationId="{7C213015-E092-6007-E089-5E724FE8FD4B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17:05.845" v="1039" actId="478"/>
          <ac:graphicFrameMkLst>
            <pc:docMk/>
            <pc:sldMk cId="402523472" sldId="273"/>
            <ac:graphicFrameMk id="9" creationId="{58A5DC06-A04E-9DC6-95F2-5E99B83B5475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402523472" sldId="273"/>
            <ac:picMk id="6" creationId="{6B0B1DC6-92F6-9A41-ADC5-D844D6805BCB}"/>
          </ac:picMkLst>
        </pc:picChg>
        <pc:picChg chg="del">
          <ac:chgData name="Hossain, Tanvir" userId="5379524b-2947-4ff6-93a6-0f4602028252" providerId="ADAL" clId="{010DD536-A2BC-423C-BF7F-E9AFD76B2992}" dt="2024-10-31T10:17:02.695" v="1037" actId="478"/>
          <ac:picMkLst>
            <pc:docMk/>
            <pc:sldMk cId="402523472" sldId="273"/>
            <ac:picMk id="10" creationId="{98F88B94-9DE1-C618-A8F0-D1A2E343BEC0}"/>
          </ac:picMkLst>
        </pc:picChg>
      </pc:sldChg>
      <pc:sldChg chg="add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1575889371" sldId="274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1575889371" sldId="274"/>
            <ac:spMk id="4" creationId="{9B305C16-2C6A-5F31-EC7A-4D98B62DD3CA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1575889371" sldId="274"/>
            <ac:spMk id="7" creationId="{5FFA864C-EA04-6B03-6FEA-035AADD143B5}"/>
          </ac:spMkLst>
        </pc:sp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1575889371" sldId="274"/>
            <ac:graphicFrameMk id="2" creationId="{4634320D-C9C8-4479-C1BD-FD26F8FF14F0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1575889371" sldId="274"/>
            <ac:picMk id="6" creationId="{98964589-D71F-B265-4155-D8AD71F648B2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1575889371" sldId="274"/>
            <ac:inkMk id="3" creationId="{31680445-4758-0707-2B8E-7E9510C5CC0E}"/>
          </ac:inkMkLst>
        </pc:inkChg>
      </pc:sldChg>
      <pc:sldChg chg="addSp delSp modSp add mod ord">
        <pc:chgData name="Hossain, Tanvir" userId="5379524b-2947-4ff6-93a6-0f4602028252" providerId="ADAL" clId="{010DD536-A2BC-423C-BF7F-E9AFD76B2992}" dt="2024-11-03T19:21:20.028" v="2807" actId="14100"/>
        <pc:sldMkLst>
          <pc:docMk/>
          <pc:sldMk cId="2446670331" sldId="275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2446670331" sldId="275"/>
            <ac:spMk id="4" creationId="{409B2EAC-B327-7C11-47DF-A423F00138B8}"/>
          </ac:spMkLst>
        </pc:spChg>
        <pc:spChg chg="add del mod">
          <ac:chgData name="Hossain, Tanvir" userId="5379524b-2947-4ff6-93a6-0f4602028252" providerId="ADAL" clId="{010DD536-A2BC-423C-BF7F-E9AFD76B2992}" dt="2024-10-31T10:34:27.215" v="1211" actId="478"/>
          <ac:spMkLst>
            <pc:docMk/>
            <pc:sldMk cId="2446670331" sldId="275"/>
            <ac:spMk id="8" creationId="{9A796592-112A-7F35-4C16-610960BE9F6E}"/>
          </ac:spMkLst>
        </pc:spChg>
        <pc:graphicFrameChg chg="mod modGraphic">
          <ac:chgData name="Hossain, Tanvir" userId="5379524b-2947-4ff6-93a6-0f4602028252" providerId="ADAL" clId="{010DD536-A2BC-423C-BF7F-E9AFD76B2992}" dt="2024-11-03T19:21:20.028" v="2807" actId="14100"/>
          <ac:graphicFrameMkLst>
            <pc:docMk/>
            <pc:sldMk cId="2446670331" sldId="275"/>
            <ac:graphicFrameMk id="2" creationId="{D3715D70-68D9-06FB-1908-74E843FF0342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446670331" sldId="275"/>
            <ac:graphicFrameMk id="3" creationId="{57542DD3-A214-C422-9066-9EC1FEE6798E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27:46.827" v="1113" actId="478"/>
          <ac:graphicFrameMkLst>
            <pc:docMk/>
            <pc:sldMk cId="2446670331" sldId="275"/>
            <ac:graphicFrameMk id="5" creationId="{703542CA-3F2B-9FB0-C3BB-153B8BF4CA20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446670331" sldId="275"/>
            <ac:graphicFrameMk id="9" creationId="{169C2248-1C31-A15D-96F3-580FD22DAF8E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446670331" sldId="275"/>
            <ac:graphicFrameMk id="11" creationId="{B3C1646F-33DB-6C4A-E01C-02CACB81B47F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2446670331" sldId="275"/>
            <ac:picMk id="6" creationId="{43A796DF-3054-B515-6655-0B74468559B7}"/>
          </ac:picMkLst>
        </pc:picChg>
        <pc:picChg chg="del">
          <ac:chgData name="Hossain, Tanvir" userId="5379524b-2947-4ff6-93a6-0f4602028252" providerId="ADAL" clId="{010DD536-A2BC-423C-BF7F-E9AFD76B2992}" dt="2024-10-31T10:27:48.535" v="1114" actId="478"/>
          <ac:picMkLst>
            <pc:docMk/>
            <pc:sldMk cId="2446670331" sldId="275"/>
            <ac:picMk id="10" creationId="{5E579D5C-1A6F-53E4-1A88-01DE76B50EBD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2446670331" sldId="275"/>
            <ac:inkMk id="5" creationId="{EDDCC3A9-C8C8-36A0-6F8F-1699499E22C5}"/>
          </ac:inkMkLst>
        </pc:inkChg>
      </pc:sldChg>
      <pc:sldChg chg="addSp del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1785257647" sldId="276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" creationId="{950636AB-9A9C-2524-4763-0F71D79B346D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7" creationId="{E706527F-681C-2351-3B43-90FF57D04282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8" creationId="{0A62E7E8-B527-30B6-9560-18AE9EA85CD3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12" creationId="{BF2899DF-F2FB-3AB4-2474-4CC7E93EB827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15" creationId="{FBE1535B-304B-8511-CC89-C9A9D37942EE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16" creationId="{5A3781DA-E301-4939-43F2-F84C3AA74BCE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17" creationId="{0575EEE1-2AD4-1528-7F24-D5B6E609C534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1" creationId="{A27A1EF4-3223-2304-CBE3-E329B27B5883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2" creationId="{9E9CF021-C9A0-D37C-23A8-A0A9A46DC7F6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3" creationId="{1A11DE17-CD30-9BBF-996E-1335517917DA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4" creationId="{DADE27DE-A47B-B2D8-920A-CAA2701940CB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5" creationId="{2274FAA9-A6AA-E6CB-E34A-4AB2592CDE74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6" creationId="{36C36D6E-0DE3-ECAA-074A-8465709DA822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7" creationId="{48BCA496-FBD3-3DA8-CB16-F6401507F5AC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48" creationId="{91180EC5-2860-C361-EC84-6A4307D04CF3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1785257647" sldId="276"/>
            <ac:spMk id="50" creationId="{FA15306A-F94A-7A70-2858-D85E5A128505}"/>
          </ac:spMkLst>
        </pc:spChg>
        <pc:graphicFrameChg chg="del">
          <ac:chgData name="Hossain, Tanvir" userId="5379524b-2947-4ff6-93a6-0f4602028252" providerId="ADAL" clId="{010DD536-A2BC-423C-BF7F-E9AFD76B2992}" dt="2024-10-31T10:41:24.533" v="1245" actId="478"/>
          <ac:graphicFrameMkLst>
            <pc:docMk/>
            <pc:sldMk cId="1785257647" sldId="276"/>
            <ac:graphicFrameMk id="2" creationId="{A3CA05C3-0376-CEF2-3C08-5AEBBF0EA356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41:21.836" v="1243" actId="478"/>
          <ac:graphicFrameMkLst>
            <pc:docMk/>
            <pc:sldMk cId="1785257647" sldId="276"/>
            <ac:graphicFrameMk id="3" creationId="{E987FBC3-82B0-E65D-B20B-386A42C74914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41:20.439" v="1242" actId="478"/>
          <ac:graphicFrameMkLst>
            <pc:docMk/>
            <pc:sldMk cId="1785257647" sldId="276"/>
            <ac:graphicFrameMk id="9" creationId="{3178691A-D12C-05C7-FD8E-5B30F171D268}"/>
          </ac:graphicFrameMkLst>
        </pc:graphicFrameChg>
        <pc:graphicFrameChg chg="del">
          <ac:chgData name="Hossain, Tanvir" userId="5379524b-2947-4ff6-93a6-0f4602028252" providerId="ADAL" clId="{010DD536-A2BC-423C-BF7F-E9AFD76B2992}" dt="2024-10-31T10:41:22.694" v="1244" actId="478"/>
          <ac:graphicFrameMkLst>
            <pc:docMk/>
            <pc:sldMk cId="1785257647" sldId="276"/>
            <ac:graphicFrameMk id="11" creationId="{676F3306-6EC1-2AC6-7667-DCD1C7146281}"/>
          </ac:graphicFrameMkLst>
        </pc:graphicFrameChg>
        <pc:picChg chg="del">
          <ac:chgData name="Hossain, Tanvir" userId="5379524b-2947-4ff6-93a6-0f4602028252" providerId="ADAL" clId="{010DD536-A2BC-423C-BF7F-E9AFD76B2992}" dt="2024-10-31T10:41:17.962" v="1241" actId="478"/>
          <ac:picMkLst>
            <pc:docMk/>
            <pc:sldMk cId="1785257647" sldId="276"/>
            <ac:picMk id="6" creationId="{3EFD2C99-1F5F-3C6C-CC84-5EECA74374C0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1785257647" sldId="276"/>
            <ac:inkMk id="2" creationId="{B8D5B95D-D288-D7EB-717F-DC4E99C77469}"/>
          </ac:inkMkLst>
        </pc:ink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14" creationId="{5C085E3C-D4B2-AC90-B84B-076C1ADB2666}"/>
          </ac:cxnSpMkLst>
        </pc:cxnChg>
        <pc:cxnChg chg="add del mod">
          <ac:chgData name="Hossain, Tanvir" userId="5379524b-2947-4ff6-93a6-0f4602028252" providerId="ADAL" clId="{010DD536-A2BC-423C-BF7F-E9AFD76B2992}" dt="2024-10-31T10:48:24.401" v="1366" actId="478"/>
          <ac:cxnSpMkLst>
            <pc:docMk/>
            <pc:sldMk cId="1785257647" sldId="276"/>
            <ac:cxnSpMk id="18" creationId="{B8EF1308-52CA-B2E9-4997-4685DC020BD8}"/>
          </ac:cxnSpMkLst>
        </pc:cxnChg>
        <pc:cxnChg chg="add del mod">
          <ac:chgData name="Hossain, Tanvir" userId="5379524b-2947-4ff6-93a6-0f4602028252" providerId="ADAL" clId="{010DD536-A2BC-423C-BF7F-E9AFD76B2992}" dt="2024-10-31T10:48:24.401" v="1366" actId="478"/>
          <ac:cxnSpMkLst>
            <pc:docMk/>
            <pc:sldMk cId="1785257647" sldId="276"/>
            <ac:cxnSpMk id="20" creationId="{83095D37-82DC-566D-6B13-2C7CB65C7D12}"/>
          </ac:cxnSpMkLst>
        </pc:cxnChg>
        <pc:cxnChg chg="add del mod">
          <ac:chgData name="Hossain, Tanvir" userId="5379524b-2947-4ff6-93a6-0f4602028252" providerId="ADAL" clId="{010DD536-A2BC-423C-BF7F-E9AFD76B2992}" dt="2024-10-31T10:48:24.401" v="1366" actId="478"/>
          <ac:cxnSpMkLst>
            <pc:docMk/>
            <pc:sldMk cId="1785257647" sldId="276"/>
            <ac:cxnSpMk id="22" creationId="{6B3105BA-B291-262A-BF3A-8FE4B6DA049C}"/>
          </ac:cxnSpMkLst>
        </pc:cxnChg>
        <pc:cxnChg chg="add del mod">
          <ac:chgData name="Hossain, Tanvir" userId="5379524b-2947-4ff6-93a6-0f4602028252" providerId="ADAL" clId="{010DD536-A2BC-423C-BF7F-E9AFD76B2992}" dt="2024-10-31T10:48:24.401" v="1366" actId="478"/>
          <ac:cxnSpMkLst>
            <pc:docMk/>
            <pc:sldMk cId="1785257647" sldId="276"/>
            <ac:cxnSpMk id="23" creationId="{DACCCEFD-52C9-350D-CA0C-A52D2388D673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24" creationId="{2BE3E246-8418-6395-F761-E74530039024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25" creationId="{6A757CF1-2B00-C74D-C764-EDEA97624482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26" creationId="{9BF8C61E-3426-F2B9-BEBB-1383A58597D8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27" creationId="{BFEF526C-E942-674E-50DF-0B77633E4B32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37" creationId="{A1884102-599E-4B03-CEDD-3A59A7A7D982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38" creationId="{D2FC35A3-6035-F09C-CEBD-1F8A5060CC9F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39" creationId="{20AA9F95-CD04-D13F-95F0-8791BAFB6EB0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40" creationId="{28CAA15E-DBAC-49DF-385F-ACAB9BF15217}"/>
          </ac:cxnSpMkLst>
        </pc:cxnChg>
        <pc:cxnChg chg="add mod">
          <ac:chgData name="Hossain, Tanvir" userId="5379524b-2947-4ff6-93a6-0f4602028252" providerId="ADAL" clId="{010DD536-A2BC-423C-BF7F-E9AFD76B2992}" dt="2024-11-03T19:18:38.623" v="2770"/>
          <ac:cxnSpMkLst>
            <pc:docMk/>
            <pc:sldMk cId="1785257647" sldId="276"/>
            <ac:cxnSpMk id="51" creationId="{1DDB3627-23E4-8F01-6513-03A30B208215}"/>
          </ac:cxnSpMkLst>
        </pc:cxnChg>
      </pc:sldChg>
      <pc:sldChg chg="add del">
        <pc:chgData name="Hossain, Tanvir" userId="5379524b-2947-4ff6-93a6-0f4602028252" providerId="ADAL" clId="{010DD536-A2BC-423C-BF7F-E9AFD76B2992}" dt="2024-10-31T10:53:51.216" v="1459" actId="47"/>
        <pc:sldMkLst>
          <pc:docMk/>
          <pc:sldMk cId="2145795202" sldId="277"/>
        </pc:sldMkLst>
      </pc:sldChg>
      <pc:sldChg chg="modSp add mod ord">
        <pc:chgData name="Hossain, Tanvir" userId="5379524b-2947-4ff6-93a6-0f4602028252" providerId="ADAL" clId="{010DD536-A2BC-423C-BF7F-E9AFD76B2992}" dt="2024-11-03T19:19:55.453" v="2790" actId="1036"/>
        <pc:sldMkLst>
          <pc:docMk/>
          <pc:sldMk cId="4173929640" sldId="277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4173929640" sldId="277"/>
            <ac:spMk id="4" creationId="{E705C21D-58CF-066D-B6D1-C058014BA134}"/>
          </ac:spMkLst>
        </pc:spChg>
        <pc:graphicFrameChg chg="mod modGraphic">
          <ac:chgData name="Hossain, Tanvir" userId="5379524b-2947-4ff6-93a6-0f4602028252" providerId="ADAL" clId="{010DD536-A2BC-423C-BF7F-E9AFD76B2992}" dt="2024-11-03T19:19:55.453" v="2790" actId="1036"/>
          <ac:graphicFrameMkLst>
            <pc:docMk/>
            <pc:sldMk cId="4173929640" sldId="277"/>
            <ac:graphicFrameMk id="2" creationId="{896AB3BC-0D3D-B1F6-1518-4A6FD40EA3AF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4173929640" sldId="277"/>
            <ac:graphicFrameMk id="3" creationId="{D79991CB-6CCC-433F-764E-4CDE752B0BB9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4173929640" sldId="277"/>
            <ac:graphicFrameMk id="9" creationId="{9A447DE5-66AF-F965-B95B-CA4CC53DCA89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4173929640" sldId="277"/>
            <ac:graphicFrameMk id="11" creationId="{F8D593A6-9144-BD58-2E52-C2127747EF35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4173929640" sldId="277"/>
            <ac:picMk id="6" creationId="{6A8AD32A-D180-A07A-B74D-D1FE69DC1B48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4173929640" sldId="277"/>
            <ac:inkMk id="5" creationId="{5D9DAD33-328D-36DE-661E-C29CD42AD51F}"/>
          </ac:inkMkLst>
        </pc:inkChg>
      </pc:sldChg>
      <pc:sldChg chg="addSp delSp modSp add mod ord">
        <pc:chgData name="Hossain, Tanvir" userId="5379524b-2947-4ff6-93a6-0f4602028252" providerId="ADAL" clId="{010DD536-A2BC-423C-BF7F-E9AFD76B2992}" dt="2024-11-03T19:20:59.122" v="2802" actId="14100"/>
        <pc:sldMkLst>
          <pc:docMk/>
          <pc:sldMk cId="3249034943" sldId="278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249034943" sldId="278"/>
            <ac:spMk id="4" creationId="{11E200CC-5D28-9DE8-8268-430CF0F4AD71}"/>
          </ac:spMkLst>
        </pc:spChg>
        <pc:spChg chg="add del">
          <ac:chgData name="Hossain, Tanvir" userId="5379524b-2947-4ff6-93a6-0f4602028252" providerId="ADAL" clId="{010DD536-A2BC-423C-BF7F-E9AFD76B2992}" dt="2024-10-31T19:45:08.088" v="2212" actId="22"/>
          <ac:spMkLst>
            <pc:docMk/>
            <pc:sldMk cId="3249034943" sldId="278"/>
            <ac:spMk id="8" creationId="{E13AAA32-F4C8-B550-A85A-A2E6237BADE6}"/>
          </ac:spMkLst>
        </pc:spChg>
        <pc:graphicFrameChg chg="del">
          <ac:chgData name="Hossain, Tanvir" userId="5379524b-2947-4ff6-93a6-0f4602028252" providerId="ADAL" clId="{010DD536-A2BC-423C-BF7F-E9AFD76B2992}" dt="2024-10-31T10:56:58.217" v="1467" actId="478"/>
          <ac:graphicFrameMkLst>
            <pc:docMk/>
            <pc:sldMk cId="3249034943" sldId="278"/>
            <ac:graphicFrameMk id="2" creationId="{9522A39C-38CC-2FCE-2807-04EE0F5BF5E8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249034943" sldId="278"/>
            <ac:graphicFrameMk id="3" creationId="{6B025AE0-9D14-EB43-FD0D-073F5E03868C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20:59.122" v="2802" actId="14100"/>
          <ac:graphicFrameMkLst>
            <pc:docMk/>
            <pc:sldMk cId="3249034943" sldId="278"/>
            <ac:graphicFrameMk id="5" creationId="{40121EF5-378E-FC23-F850-D723407F3269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249034943" sldId="278"/>
            <ac:graphicFrameMk id="9" creationId="{30CA5B56-407A-4907-5FAB-020F4E9769B8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249034943" sldId="278"/>
            <ac:graphicFrameMk id="11" creationId="{F1B73B97-810D-502E-C602-C9BCF79FBD18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3249034943" sldId="278"/>
            <ac:picMk id="6" creationId="{CFFCCDFF-1427-7562-6E9E-599DBBE550AF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3249034943" sldId="278"/>
            <ac:inkMk id="2" creationId="{34CB5369-1043-EAA0-05AC-83CE307BC078}"/>
          </ac:inkMkLst>
        </pc:inkChg>
      </pc:sldChg>
      <pc:sldChg chg="addSp delSp modSp add mod ord">
        <pc:chgData name="Hossain, Tanvir" userId="5379524b-2947-4ff6-93a6-0f4602028252" providerId="ADAL" clId="{010DD536-A2BC-423C-BF7F-E9AFD76B2992}" dt="2024-11-03T19:19:29.222" v="2780" actId="1076"/>
        <pc:sldMkLst>
          <pc:docMk/>
          <pc:sldMk cId="936687709" sldId="279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936687709" sldId="279"/>
            <ac:spMk id="4" creationId="{B7DA34D5-41A2-3493-D0BC-2869E991E66D}"/>
          </ac:spMkLst>
        </pc:spChg>
        <pc:graphicFrameChg chg="add mod modGraphic">
          <ac:chgData name="Hossain, Tanvir" userId="5379524b-2947-4ff6-93a6-0f4602028252" providerId="ADAL" clId="{010DD536-A2BC-423C-BF7F-E9AFD76B2992}" dt="2024-11-03T19:19:29.222" v="2780" actId="1076"/>
          <ac:graphicFrameMkLst>
            <pc:docMk/>
            <pc:sldMk cId="936687709" sldId="279"/>
            <ac:graphicFrameMk id="2" creationId="{8593551F-EFC0-012D-9630-92849DAF78DD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936687709" sldId="279"/>
            <ac:graphicFrameMk id="3" creationId="{1E3C366D-6BB0-FCB3-4426-4E49CE83356C}"/>
          </ac:graphicFrameMkLst>
        </pc:graphicFrameChg>
        <pc:graphicFrameChg chg="del mod modGraphic">
          <ac:chgData name="Hossain, Tanvir" userId="5379524b-2947-4ff6-93a6-0f4602028252" providerId="ADAL" clId="{010DD536-A2BC-423C-BF7F-E9AFD76B2992}" dt="2024-10-31T11:02:45.872" v="1512" actId="478"/>
          <ac:graphicFrameMkLst>
            <pc:docMk/>
            <pc:sldMk cId="936687709" sldId="279"/>
            <ac:graphicFrameMk id="5" creationId="{138FD0C8-AAC2-EB81-3837-25A50C21E8EB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936687709" sldId="279"/>
            <ac:graphicFrameMk id="9" creationId="{1EB7F7FA-DD49-78A2-0476-C8728E58926E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936687709" sldId="279"/>
            <ac:graphicFrameMk id="11" creationId="{DA07D6EA-BD58-87C9-7ABC-BD8C2EB11D9F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936687709" sldId="279"/>
            <ac:picMk id="6" creationId="{07B3D2D8-E3BE-E226-09D3-027570EDCCF2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936687709" sldId="279"/>
            <ac:inkMk id="5" creationId="{2D455886-11B4-0475-3712-EAEFE76D50C0}"/>
          </ac:inkMkLst>
        </pc:inkChg>
      </pc:sldChg>
      <pc:sldChg chg="addSp delSp modSp add mod">
        <pc:chgData name="Hossain, Tanvir" userId="5379524b-2947-4ff6-93a6-0f4602028252" providerId="ADAL" clId="{010DD536-A2BC-423C-BF7F-E9AFD76B2992}" dt="2024-11-03T19:19:01.564" v="2774" actId="14100"/>
        <pc:sldMkLst>
          <pc:docMk/>
          <pc:sldMk cId="4042136807" sldId="280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4042136807" sldId="280"/>
            <ac:spMk id="4" creationId="{C07C93B4-7DF8-C615-2A49-CE5FB150D020}"/>
          </ac:spMkLst>
        </pc:spChg>
        <pc:graphicFrameChg chg="del">
          <ac:chgData name="Hossain, Tanvir" userId="5379524b-2947-4ff6-93a6-0f4602028252" providerId="ADAL" clId="{010DD536-A2BC-423C-BF7F-E9AFD76B2992}" dt="2024-10-31T11:07:11.528" v="1557" actId="478"/>
          <ac:graphicFrameMkLst>
            <pc:docMk/>
            <pc:sldMk cId="4042136807" sldId="280"/>
            <ac:graphicFrameMk id="2" creationId="{1CF64803-79B8-2AA5-AC4F-2DD414E2AD84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4042136807" sldId="280"/>
            <ac:graphicFrameMk id="3" creationId="{72BFB2EE-971A-14CC-4E4D-8F4E99267ECA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9:01.564" v="2774" actId="14100"/>
          <ac:graphicFrameMkLst>
            <pc:docMk/>
            <pc:sldMk cId="4042136807" sldId="280"/>
            <ac:graphicFrameMk id="5" creationId="{8CC3389A-0119-C65B-FF34-27A9B3B50570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4042136807" sldId="280"/>
            <ac:graphicFrameMk id="9" creationId="{C174D171-B92B-4AE6-C103-C694F1246329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4042136807" sldId="280"/>
            <ac:graphicFrameMk id="11" creationId="{8C3B02F0-1522-9DD3-6DD7-6FBDA58A5C05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4042136807" sldId="280"/>
            <ac:picMk id="6" creationId="{2EEF59F7-6F4D-8138-2A82-1107843153F1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4042136807" sldId="280"/>
            <ac:inkMk id="2" creationId="{C6004509-F625-67F4-7837-4710346D01FD}"/>
          </ac:inkMkLst>
        </pc:inkChg>
      </pc:sldChg>
      <pc:sldChg chg="addSp del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2601502647" sldId="281"/>
        </pc:sldMkLst>
        <pc:spChg chg="add">
          <ac:chgData name="Hossain, Tanvir" userId="5379524b-2947-4ff6-93a6-0f4602028252" providerId="ADAL" clId="{010DD536-A2BC-423C-BF7F-E9AFD76B2992}" dt="2024-10-31T11:21:36.232" v="1583"/>
          <ac:spMkLst>
            <pc:docMk/>
            <pc:sldMk cId="2601502647" sldId="281"/>
            <ac:spMk id="2" creationId="{6F9D1647-FF00-94D9-A56F-D8E80C00601C}"/>
          </ac:spMkLst>
        </pc:spChg>
        <pc:spChg chg="add mod">
          <ac:chgData name="Hossain, Tanvir" userId="5379524b-2947-4ff6-93a6-0f4602028252" providerId="ADAL" clId="{010DD536-A2BC-423C-BF7F-E9AFD76B2992}" dt="2024-10-31T11:21:56.185" v="1589" actId="1076"/>
          <ac:spMkLst>
            <pc:docMk/>
            <pc:sldMk cId="2601502647" sldId="281"/>
            <ac:spMk id="3" creationId="{9ABC1C9F-20FD-B3B5-0B5D-FD3C0FDE73CC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2601502647" sldId="281"/>
            <ac:spMk id="4" creationId="{0CDAD011-F108-39BA-2D6F-CAFC9ED4AC27}"/>
          </ac:spMkLst>
        </pc:spChg>
        <pc:spChg chg="del">
          <ac:chgData name="Hossain, Tanvir" userId="5379524b-2947-4ff6-93a6-0f4602028252" providerId="ADAL" clId="{010DD536-A2BC-423C-BF7F-E9AFD76B2992}" dt="2024-10-31T11:21:29.469" v="1582" actId="478"/>
          <ac:spMkLst>
            <pc:docMk/>
            <pc:sldMk cId="2601502647" sldId="281"/>
            <ac:spMk id="7" creationId="{63AA7BC0-1665-CD65-FF67-D6351E97D0E8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2601502647" sldId="281"/>
            <ac:spMk id="8" creationId="{C10CCFC6-E624-5829-1639-BC103F065677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2601502647" sldId="281"/>
            <ac:spMk id="11" creationId="{457F78E7-8E68-F8F1-2508-977854DC999B}"/>
          </ac:spMkLst>
        </pc:sp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2601502647" sldId="281"/>
            <ac:graphicFrameMk id="13" creationId="{DA12DBF4-D8BB-6217-FED2-458EA4833460}"/>
          </ac:graphicFrameMkLst>
        </pc:graphicFrameChg>
        <pc:picChg chg="add del mod">
          <ac:chgData name="Hossain, Tanvir" userId="5379524b-2947-4ff6-93a6-0f4602028252" providerId="ADAL" clId="{010DD536-A2BC-423C-BF7F-E9AFD76B2992}" dt="2024-10-31T11:22:00.616" v="1592" actId="478"/>
          <ac:picMkLst>
            <pc:docMk/>
            <pc:sldMk cId="2601502647" sldId="281"/>
            <ac:picMk id="6" creationId="{04B17A2B-0245-FA9D-4448-10F9B96A13DC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2601502647" sldId="281"/>
            <ac:picMk id="9" creationId="{F3E14CFF-AF32-0EF1-C885-B456BDC1951A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2601502647" sldId="281"/>
            <ac:picMk id="12" creationId="{CC7CB118-E22A-FF60-9EBA-3CAEF25B0FA4}"/>
          </ac:picMkLst>
        </pc:picChg>
        <pc:picChg chg="add">
          <ac:chgData name="Hossain, Tanvir" userId="5379524b-2947-4ff6-93a6-0f4602028252" providerId="ADAL" clId="{010DD536-A2BC-423C-BF7F-E9AFD76B2992}" dt="2024-10-31T11:21:36.232" v="1583"/>
          <ac:picMkLst>
            <pc:docMk/>
            <pc:sldMk cId="2601502647" sldId="281"/>
            <ac:picMk id="3073" creationId="{4E391EE3-A606-E0F8-5F88-86A9521B4DF8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2601502647" sldId="281"/>
            <ac:inkMk id="2" creationId="{BE3BC5F6-41F4-A10F-D581-12CA5A083D1C}"/>
          </ac:inkMkLst>
        </pc:inkChg>
      </pc:sldChg>
      <pc:sldChg chg="addSp delSp modSp add mod">
        <pc:chgData name="Hossain, Tanvir" userId="5379524b-2947-4ff6-93a6-0f4602028252" providerId="ADAL" clId="{010DD536-A2BC-423C-BF7F-E9AFD76B2992}" dt="2024-11-03T19:18:38.623" v="2770"/>
        <pc:sldMkLst>
          <pc:docMk/>
          <pc:sldMk cId="3414793742" sldId="282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414793742" sldId="282"/>
            <ac:spMk id="4" creationId="{E39B4F20-1106-52EB-614A-B5C56D7CC5D2}"/>
          </ac:spMkLst>
        </pc:sp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414793742" sldId="282"/>
            <ac:graphicFrameMk id="2" creationId="{0D767097-1006-EE02-0D98-62B4194C1AFA}"/>
          </ac:graphicFrameMkLst>
        </pc:graphicFrameChg>
        <pc:graphicFrameChg chg="mod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414793742" sldId="282"/>
            <ac:graphicFrameMk id="3" creationId="{301D474F-7CFA-889D-6187-543D3AB3F86C}"/>
          </ac:graphicFrameMkLst>
        </pc:graphicFrameChg>
        <pc:graphicFrameChg chg="mod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414793742" sldId="282"/>
            <ac:graphicFrameMk id="9" creationId="{8B69AD0E-EB6C-6CB2-D848-9D89F98CE3CC}"/>
          </ac:graphicFrameMkLst>
        </pc:graphicFrameChg>
        <pc:picChg chg="del">
          <ac:chgData name="Hossain, Tanvir" userId="5379524b-2947-4ff6-93a6-0f4602028252" providerId="ADAL" clId="{010DD536-A2BC-423C-BF7F-E9AFD76B2992}" dt="2024-10-31T12:08:52.158" v="1634" actId="478"/>
          <ac:picMkLst>
            <pc:docMk/>
            <pc:sldMk cId="3414793742" sldId="282"/>
            <ac:picMk id="6" creationId="{5A5A9606-ECBB-D99A-2B06-70A0CDD149B3}"/>
          </ac:picMkLst>
        </pc:pic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3414793742" sldId="282"/>
            <ac:picMk id="7" creationId="{8BD9748E-4CCE-6DD3-C687-DEE270C1F248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3414793742" sldId="282"/>
            <ac:picMk id="4098" creationId="{C2FEEF89-ED03-DBA7-437B-EEC0758CFF78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3414793742" sldId="282"/>
            <ac:inkMk id="5" creationId="{89C56683-B2C7-F5D1-968A-6BEBA45BBEA6}"/>
          </ac:inkMkLst>
        </pc:inkChg>
      </pc:sldChg>
      <pc:sldChg chg="addSp delSp modSp add mod">
        <pc:chgData name="Hossain, Tanvir" userId="5379524b-2947-4ff6-93a6-0f4602028252" providerId="ADAL" clId="{010DD536-A2BC-423C-BF7F-E9AFD76B2992}" dt="2024-11-03T19:21:39.647" v="2811" actId="14100"/>
        <pc:sldMkLst>
          <pc:docMk/>
          <pc:sldMk cId="764038822" sldId="283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764038822" sldId="283"/>
            <ac:spMk id="4" creationId="{13494629-15C5-08EB-05D2-D318E52FA3D4}"/>
          </ac:spMkLst>
        </pc:spChg>
        <pc:graphicFrameChg chg="mod modGraphic">
          <ac:chgData name="Hossain, Tanvir" userId="5379524b-2947-4ff6-93a6-0f4602028252" providerId="ADAL" clId="{010DD536-A2BC-423C-BF7F-E9AFD76B2992}" dt="2024-11-03T19:21:39.647" v="2811" actId="14100"/>
          <ac:graphicFrameMkLst>
            <pc:docMk/>
            <pc:sldMk cId="764038822" sldId="283"/>
            <ac:graphicFrameMk id="2" creationId="{66F2DE51-82D8-DC9C-2A0B-E71023B3EF06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764038822" sldId="283"/>
            <ac:graphicFrameMk id="3" creationId="{D0E3BD0D-FF6F-C7F9-580D-0BC0FC085B66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764038822" sldId="283"/>
            <ac:graphicFrameMk id="9" creationId="{F62FFDC0-0F0F-10D4-1F08-F6721D893D78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764038822" sldId="283"/>
            <ac:graphicFrameMk id="11" creationId="{8B70CEB4-E0A3-B73F-C9B9-05D375A37C41}"/>
          </ac:graphicFrameMkLst>
        </pc:graphicFrame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764038822" sldId="283"/>
            <ac:picMk id="5" creationId="{7E28BDA4-EB77-330C-1464-ABFE7FD293F5}"/>
          </ac:picMkLst>
        </pc:picChg>
        <pc:picChg chg="del">
          <ac:chgData name="Hossain, Tanvir" userId="5379524b-2947-4ff6-93a6-0f4602028252" providerId="ADAL" clId="{010DD536-A2BC-423C-BF7F-E9AFD76B2992}" dt="2024-10-31T12:54:01.247" v="1645" actId="478"/>
          <ac:picMkLst>
            <pc:docMk/>
            <pc:sldMk cId="764038822" sldId="283"/>
            <ac:picMk id="6" creationId="{8FD99F06-CA03-73E7-5550-537A0F754BE3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764038822" sldId="283"/>
            <ac:inkMk id="6" creationId="{16A82DA2-1FB1-533C-6AD5-9A13E7DE8532}"/>
          </ac:inkMkLst>
        </pc:inkChg>
      </pc:sldChg>
      <pc:sldChg chg="add del">
        <pc:chgData name="Hossain, Tanvir" userId="5379524b-2947-4ff6-93a6-0f4602028252" providerId="ADAL" clId="{010DD536-A2BC-423C-BF7F-E9AFD76B2992}" dt="2024-10-31T13:09:57.719" v="1733" actId="47"/>
        <pc:sldMkLst>
          <pc:docMk/>
          <pc:sldMk cId="1425809907" sldId="284"/>
        </pc:sldMkLst>
      </pc:sldChg>
      <pc:sldChg chg="addSp delSp modSp add mod">
        <pc:chgData name="Hossain, Tanvir" userId="5379524b-2947-4ff6-93a6-0f4602028252" providerId="ADAL" clId="{010DD536-A2BC-423C-BF7F-E9AFD76B2992}" dt="2024-11-03T19:21:57.106" v="2825" actId="1035"/>
        <pc:sldMkLst>
          <pc:docMk/>
          <pc:sldMk cId="3080078185" sldId="285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080078185" sldId="285"/>
            <ac:spMk id="4" creationId="{60F3B330-22F7-73A1-40C6-C9A2A5581DDD}"/>
          </ac:spMkLst>
        </pc:spChg>
        <pc:graphicFrameChg chg="mod modGraphic">
          <ac:chgData name="Hossain, Tanvir" userId="5379524b-2947-4ff6-93a6-0f4602028252" providerId="ADAL" clId="{010DD536-A2BC-423C-BF7F-E9AFD76B2992}" dt="2024-11-03T19:21:57.106" v="2825" actId="1035"/>
          <ac:graphicFrameMkLst>
            <pc:docMk/>
            <pc:sldMk cId="3080078185" sldId="285"/>
            <ac:graphicFrameMk id="2" creationId="{3BCAE8D6-03DE-4C5E-9A13-F93ADEEF1500}"/>
          </ac:graphicFrameMkLst>
        </pc:graphicFrameChg>
        <pc:graphicFrameChg chg="del">
          <ac:chgData name="Hossain, Tanvir" userId="5379524b-2947-4ff6-93a6-0f4602028252" providerId="ADAL" clId="{010DD536-A2BC-423C-BF7F-E9AFD76B2992}" dt="2024-10-31T13:14:31.071" v="1787" actId="478"/>
          <ac:graphicFrameMkLst>
            <pc:docMk/>
            <pc:sldMk cId="3080078185" sldId="285"/>
            <ac:graphicFrameMk id="3" creationId="{FD9EAC9D-22CD-2737-99FD-1B639F70660F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080078185" sldId="285"/>
            <ac:graphicFrameMk id="6" creationId="{AE102ED8-C3AF-3984-8038-8F1D96582411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080078185" sldId="285"/>
            <ac:graphicFrameMk id="7" creationId="{56BEF044-E96F-DFF9-D2D6-1531835D91FD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080078185" sldId="285"/>
            <ac:graphicFrameMk id="9" creationId="{533D482F-F823-172C-062D-7D4824BC5B46}"/>
          </ac:graphicFrameMkLst>
        </pc:graphicFrameChg>
        <pc:graphicFrameChg chg="del">
          <ac:chgData name="Hossain, Tanvir" userId="5379524b-2947-4ff6-93a6-0f4602028252" providerId="ADAL" clId="{010DD536-A2BC-423C-BF7F-E9AFD76B2992}" dt="2024-10-31T13:14:13.413" v="1778" actId="478"/>
          <ac:graphicFrameMkLst>
            <pc:docMk/>
            <pc:sldMk cId="3080078185" sldId="285"/>
            <ac:graphicFrameMk id="11" creationId="{803E7350-5013-9F6F-DE70-2012945FDCFB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3080078185" sldId="285"/>
            <ac:picMk id="5" creationId="{6B09E2E7-F9B5-CE09-B8DD-5930EAFB6AF6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3080078185" sldId="285"/>
            <ac:inkMk id="3" creationId="{E21AFF7B-24D6-FB79-67AB-EE5D5C71C93D}"/>
          </ac:inkMkLst>
        </pc:inkChg>
      </pc:sldChg>
      <pc:sldChg chg="addSp delSp modSp add mod">
        <pc:chgData name="Hossain, Tanvir" userId="5379524b-2947-4ff6-93a6-0f4602028252" providerId="ADAL" clId="{010DD536-A2BC-423C-BF7F-E9AFD76B2992}" dt="2024-11-03T19:22:12.585" v="2831" actId="1076"/>
        <pc:sldMkLst>
          <pc:docMk/>
          <pc:sldMk cId="535414834" sldId="286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535414834" sldId="286"/>
            <ac:spMk id="4" creationId="{2802A78F-B94E-4F81-2311-1D42D07B1BB0}"/>
          </ac:spMkLst>
        </pc:spChg>
        <pc:graphicFrameChg chg="del">
          <ac:chgData name="Hossain, Tanvir" userId="5379524b-2947-4ff6-93a6-0f4602028252" providerId="ADAL" clId="{010DD536-A2BC-423C-BF7F-E9AFD76B2992}" dt="2024-10-31T13:20:39.868" v="1821" actId="478"/>
          <ac:graphicFrameMkLst>
            <pc:docMk/>
            <pc:sldMk cId="535414834" sldId="286"/>
            <ac:graphicFrameMk id="2" creationId="{7045051C-056A-A525-8DA4-1E3066C5F405}"/>
          </ac:graphicFrameMkLst>
        </pc:graphicFrameChg>
        <pc:graphicFrameChg chg="add mod modGraphic">
          <ac:chgData name="Hossain, Tanvir" userId="5379524b-2947-4ff6-93a6-0f4602028252" providerId="ADAL" clId="{010DD536-A2BC-423C-BF7F-E9AFD76B2992}" dt="2024-11-03T19:22:12.585" v="2831" actId="1076"/>
          <ac:graphicFrameMkLst>
            <pc:docMk/>
            <pc:sldMk cId="535414834" sldId="286"/>
            <ac:graphicFrameMk id="3" creationId="{283D29EF-3691-2243-7006-B1910E255615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535414834" sldId="286"/>
            <ac:graphicFrameMk id="6" creationId="{D287C1A1-EA7C-9652-486A-5909991EEF34}"/>
          </ac:graphicFrameMkLst>
        </pc:graphicFrameChg>
        <pc:graphicFrameChg chg="del">
          <ac:chgData name="Hossain, Tanvir" userId="5379524b-2947-4ff6-93a6-0f4602028252" providerId="ADAL" clId="{010DD536-A2BC-423C-BF7F-E9AFD76B2992}" dt="2024-10-31T13:27:53.716" v="1845" actId="478"/>
          <ac:graphicFrameMkLst>
            <pc:docMk/>
            <pc:sldMk cId="535414834" sldId="286"/>
            <ac:graphicFrameMk id="7" creationId="{CF2FE77E-9EED-49D4-9E3A-737A31FEEE5B}"/>
          </ac:graphicFrameMkLst>
        </pc:graphicFrameChg>
        <pc:graphicFrameChg chg="mo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535414834" sldId="286"/>
            <ac:graphicFrameMk id="9" creationId="{F9033AE1-31AB-298C-A431-642D93114FB0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535414834" sldId="286"/>
            <ac:picMk id="5" creationId="{BC23B282-60D1-9FB4-406F-FB8D7404A5EC}"/>
          </ac:picMkLst>
        </pc:picChg>
      </pc:sldChg>
      <pc:sldChg chg="add del ord">
        <pc:chgData name="Hossain, Tanvir" userId="5379524b-2947-4ff6-93a6-0f4602028252" providerId="ADAL" clId="{010DD536-A2BC-423C-BF7F-E9AFD76B2992}" dt="2024-10-31T13:28:43.102" v="1849" actId="47"/>
        <pc:sldMkLst>
          <pc:docMk/>
          <pc:sldMk cId="861984261" sldId="287"/>
        </pc:sldMkLst>
      </pc:sldChg>
      <pc:sldChg chg="addSp delSp modSp add mod ord">
        <pc:chgData name="Hossain, Tanvir" userId="5379524b-2947-4ff6-93a6-0f4602028252" providerId="ADAL" clId="{010DD536-A2BC-423C-BF7F-E9AFD76B2992}" dt="2024-11-03T19:18:38.623" v="2770"/>
        <pc:sldMkLst>
          <pc:docMk/>
          <pc:sldMk cId="992610679" sldId="287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992610679" sldId="287"/>
            <ac:spMk id="4" creationId="{44571628-FABB-1311-7C85-DA9C3DA9C61D}"/>
          </ac:spMkLst>
        </pc:spChg>
        <pc:graphicFrameChg chg="add mod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992610679" sldId="287"/>
            <ac:graphicFrameMk id="2" creationId="{9377B34E-7CA2-5B2E-A2BE-492166F3C88D}"/>
          </ac:graphicFrameMkLst>
        </pc:graphicFrameChg>
        <pc:graphicFrameChg chg="del">
          <ac:chgData name="Hossain, Tanvir" userId="5379524b-2947-4ff6-93a6-0f4602028252" providerId="ADAL" clId="{010DD536-A2BC-423C-BF7F-E9AFD76B2992}" dt="2024-10-31T13:28:55.958" v="1853" actId="478"/>
          <ac:graphicFrameMkLst>
            <pc:docMk/>
            <pc:sldMk cId="992610679" sldId="287"/>
            <ac:graphicFrameMk id="5" creationId="{C724460E-9670-717E-D8F1-087B09F8FBD2}"/>
          </ac:graphicFrameMkLst>
        </pc:graphicFrameChg>
      </pc:sldChg>
      <pc:sldChg chg="addSp delSp modSp add mod">
        <pc:chgData name="Hossain, Tanvir" userId="5379524b-2947-4ff6-93a6-0f4602028252" providerId="ADAL" clId="{010DD536-A2BC-423C-BF7F-E9AFD76B2992}" dt="2024-11-03T19:18:38.623" v="2770"/>
        <pc:sldMkLst>
          <pc:docMk/>
          <pc:sldMk cId="202281001" sldId="288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202281001" sldId="288"/>
            <ac:spMk id="4" creationId="{C2FE3645-7C03-D1F9-96E2-BD7F062F559D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202281001" sldId="288"/>
            <ac:spMk id="5" creationId="{9BC847D9-FCE8-3A37-83BC-68EC80FD7550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202281001" sldId="288"/>
            <ac:spMk id="7" creationId="{8ED1969D-EC37-6D4F-F8CC-CCAC82946297}"/>
          </ac:spMkLst>
        </pc:spChg>
        <pc:graphicFrameChg chg="del">
          <ac:chgData name="Hossain, Tanvir" userId="5379524b-2947-4ff6-93a6-0f4602028252" providerId="ADAL" clId="{010DD536-A2BC-423C-BF7F-E9AFD76B2992}" dt="2024-10-31T13:31:19.577" v="1867" actId="478"/>
          <ac:graphicFrameMkLst>
            <pc:docMk/>
            <pc:sldMk cId="202281001" sldId="288"/>
            <ac:graphicFrameMk id="2" creationId="{EF11A6F7-C855-F736-ADFF-BC3330FE709E}"/>
          </ac:graphicFrameMkLst>
        </pc:graphicFrame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202281001" sldId="288"/>
            <ac:inkMk id="2" creationId="{28D96D74-8C9C-DFDD-D56F-ED02A840B3FF}"/>
          </ac:inkMkLst>
        </pc:inkChg>
      </pc:sldChg>
      <pc:sldChg chg="addSp delSp modSp add mod">
        <pc:chgData name="Hossain, Tanvir" userId="5379524b-2947-4ff6-93a6-0f4602028252" providerId="ADAL" clId="{010DD536-A2BC-423C-BF7F-E9AFD76B2992}" dt="2024-11-03T19:18:38.623" v="2770"/>
        <pc:sldMkLst>
          <pc:docMk/>
          <pc:sldMk cId="3255037851" sldId="289"/>
        </pc:sldMkLst>
        <pc:spChg chg="add mod">
          <ac:chgData name="Hossain, Tanvir" userId="5379524b-2947-4ff6-93a6-0f4602028252" providerId="ADAL" clId="{010DD536-A2BC-423C-BF7F-E9AFD76B2992}" dt="2024-10-31T13:32:49.557" v="1901"/>
          <ac:spMkLst>
            <pc:docMk/>
            <pc:sldMk cId="3255037851" sldId="289"/>
            <ac:spMk id="3" creationId="{77FB50E9-DE55-BC15-4458-4223E30A6E18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255037851" sldId="289"/>
            <ac:spMk id="4" creationId="{349A4E1D-C3C8-8F64-8510-289825E70DB1}"/>
          </ac:spMkLst>
        </pc:spChg>
        <pc:spChg chg="del">
          <ac:chgData name="Hossain, Tanvir" userId="5379524b-2947-4ff6-93a6-0f4602028252" providerId="ADAL" clId="{010DD536-A2BC-423C-BF7F-E9AFD76B2992}" dt="2024-10-31T13:32:44.200" v="1897" actId="478"/>
          <ac:spMkLst>
            <pc:docMk/>
            <pc:sldMk cId="3255037851" sldId="289"/>
            <ac:spMk id="5" creationId="{1F87874F-C776-6949-7784-32A178B5FA08}"/>
          </ac:spMkLst>
        </pc:spChg>
        <pc:spChg chg="del">
          <ac:chgData name="Hossain, Tanvir" userId="5379524b-2947-4ff6-93a6-0f4602028252" providerId="ADAL" clId="{010DD536-A2BC-423C-BF7F-E9AFD76B2992}" dt="2024-10-31T13:32:44.200" v="1897" actId="478"/>
          <ac:spMkLst>
            <pc:docMk/>
            <pc:sldMk cId="3255037851" sldId="289"/>
            <ac:spMk id="7" creationId="{6332D3D8-B762-F0F5-2482-700BD23A68A2}"/>
          </ac:spMkLst>
        </pc:spChg>
        <pc:spChg chg="add mod">
          <ac:chgData name="Hossain, Tanvir" userId="5379524b-2947-4ff6-93a6-0f4602028252" providerId="ADAL" clId="{010DD536-A2BC-423C-BF7F-E9AFD76B2992}" dt="2024-11-03T19:18:38.623" v="2770"/>
          <ac:spMkLst>
            <pc:docMk/>
            <pc:sldMk cId="3255037851" sldId="289"/>
            <ac:spMk id="8" creationId="{84F626EC-2630-7755-27D3-473B9B9F31AE}"/>
          </ac:spMkLst>
        </pc:spChg>
        <pc:graphicFrameChg chg="add mod">
          <ac:chgData name="Hossain, Tanvir" userId="5379524b-2947-4ff6-93a6-0f4602028252" providerId="ADAL" clId="{010DD536-A2BC-423C-BF7F-E9AFD76B2992}" dt="2024-10-31T13:32:48.901" v="1900" actId="1076"/>
          <ac:graphicFrameMkLst>
            <pc:docMk/>
            <pc:sldMk cId="3255037851" sldId="289"/>
            <ac:graphicFrameMk id="2" creationId="{829E9113-2670-66D9-99BA-9BC443DBC09C}"/>
          </ac:graphicFrameMkLst>
        </pc:graphicFrameChg>
        <pc:graphicFrameChg chg="add mod ord modGraphic">
          <ac:chgData name="Hossain, Tanvir" userId="5379524b-2947-4ff6-93a6-0f4602028252" providerId="ADAL" clId="{010DD536-A2BC-423C-BF7F-E9AFD76B2992}" dt="2024-11-03T19:18:38.623" v="2770"/>
          <ac:graphicFrameMkLst>
            <pc:docMk/>
            <pc:sldMk cId="3255037851" sldId="289"/>
            <ac:graphicFrameMk id="9" creationId="{93205950-7D93-7451-9C10-6F5D3F8AC2C4}"/>
          </ac:graphicFrameMkLst>
        </pc:graphicFrameChg>
        <pc:picChg chg="add del">
          <ac:chgData name="Hossain, Tanvir" userId="5379524b-2947-4ff6-93a6-0f4602028252" providerId="ADAL" clId="{010DD536-A2BC-423C-BF7F-E9AFD76B2992}" dt="2024-10-31T13:33:55.604" v="1926" actId="22"/>
          <ac:picMkLst>
            <pc:docMk/>
            <pc:sldMk cId="3255037851" sldId="289"/>
            <ac:picMk id="11" creationId="{C376288A-2124-5D8E-C5A9-8ABBD4A2FF5B}"/>
          </ac:picMkLst>
        </pc:picChg>
        <pc:picChg chg="add mod">
          <ac:chgData name="Hossain, Tanvir" userId="5379524b-2947-4ff6-93a6-0f4602028252" providerId="ADAL" clId="{010DD536-A2BC-423C-BF7F-E9AFD76B2992}" dt="2024-11-03T19:18:38.623" v="2770"/>
          <ac:picMkLst>
            <pc:docMk/>
            <pc:sldMk cId="3255037851" sldId="289"/>
            <ac:picMk id="13" creationId="{F7F833D8-E10A-1013-4299-E8ECDC2ABB8E}"/>
          </ac:picMkLst>
        </pc:pic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3255037851" sldId="289"/>
            <ac:inkMk id="2" creationId="{E2427393-59AF-9887-AAAB-C18381A0BDFA}"/>
          </ac:inkMkLst>
        </pc:inkChg>
      </pc:sldChg>
      <pc:sldChg chg="addSp delSp modSp add mod modAnim">
        <pc:chgData name="Hossain, Tanvir" userId="5379524b-2947-4ff6-93a6-0f4602028252" providerId="ADAL" clId="{010DD536-A2BC-423C-BF7F-E9AFD76B2992}" dt="2024-11-03T19:22:26.942" v="2832" actId="1076"/>
        <pc:sldMkLst>
          <pc:docMk/>
          <pc:sldMk cId="3216208510" sldId="290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216208510" sldId="290"/>
            <ac:spMk id="4" creationId="{4E994BAA-9FAD-0E76-B8DD-72AFFA6A9CA9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3216208510" sldId="290"/>
            <ac:spMk id="8" creationId="{0C776DF1-D07C-8A40-B7DA-A544F4428B41}"/>
          </ac:spMkLst>
        </pc:spChg>
        <pc:graphicFrameChg chg="add mod modGraphic">
          <ac:chgData name="Hossain, Tanvir" userId="5379524b-2947-4ff6-93a6-0f4602028252" providerId="ADAL" clId="{010DD536-A2BC-423C-BF7F-E9AFD76B2992}" dt="2024-11-03T19:22:26.942" v="2832" actId="1076"/>
          <ac:graphicFrameMkLst>
            <pc:docMk/>
            <pc:sldMk cId="3216208510" sldId="290"/>
            <ac:graphicFrameMk id="2" creationId="{FA2CF0CE-1BA9-A640-F329-CD489FC1F649}"/>
          </ac:graphicFrameMkLst>
        </pc:graphicFrameChg>
        <pc:graphicFrameChg chg="del">
          <ac:chgData name="Hossain, Tanvir" userId="5379524b-2947-4ff6-93a6-0f4602028252" providerId="ADAL" clId="{010DD536-A2BC-423C-BF7F-E9AFD76B2992}" dt="2024-10-31T13:34:59.314" v="1934" actId="478"/>
          <ac:graphicFrameMkLst>
            <pc:docMk/>
            <pc:sldMk cId="3216208510" sldId="290"/>
            <ac:graphicFrameMk id="9" creationId="{C22C9F8E-D1C2-F2CA-678A-A78FFE262EA4}"/>
          </ac:graphicFrameMkLst>
        </pc:graphicFrameChg>
        <pc:picChg chg="mod">
          <ac:chgData name="Hossain, Tanvir" userId="5379524b-2947-4ff6-93a6-0f4602028252" providerId="ADAL" clId="{010DD536-A2BC-423C-BF7F-E9AFD76B2992}" dt="2024-11-03T19:18:38.623" v="2770"/>
          <ac:picMkLst>
            <pc:docMk/>
            <pc:sldMk cId="3216208510" sldId="290"/>
            <ac:picMk id="13" creationId="{D48420B8-FF47-A6CE-726C-C8F26B7B93FE}"/>
          </ac:picMkLst>
        </pc:picChg>
      </pc:sldChg>
      <pc:sldChg chg="addSp delSp modSp add mod ord">
        <pc:chgData name="Hossain, Tanvir" userId="5379524b-2947-4ff6-93a6-0f4602028252" providerId="ADAL" clId="{010DD536-A2BC-423C-BF7F-E9AFD76B2992}" dt="2024-11-15T17:41:15.382" v="2834" actId="20577"/>
        <pc:sldMkLst>
          <pc:docMk/>
          <pc:sldMk cId="2325894209" sldId="291"/>
        </pc:sld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k cId="2325894209" sldId="291"/>
            <ac:spMk id="4" creationId="{7CD308FF-BAC8-613B-94F6-6F55A03C0676}"/>
          </ac:spMkLst>
        </pc:spChg>
        <pc:graphicFrameChg chg="add mod modGraphic">
          <ac:chgData name="Hossain, Tanvir" userId="5379524b-2947-4ff6-93a6-0f4602028252" providerId="ADAL" clId="{010DD536-A2BC-423C-BF7F-E9AFD76B2992}" dt="2024-11-15T17:41:15.382" v="2834" actId="20577"/>
          <ac:graphicFrameMkLst>
            <pc:docMk/>
            <pc:sldMk cId="2325894209" sldId="291"/>
            <ac:graphicFrameMk id="2" creationId="{744F78FC-0150-B492-DB93-7B6875284815}"/>
          </ac:graphicFrameMkLst>
        </pc:graphicFrameChg>
        <pc:graphicFrameChg chg="del">
          <ac:chgData name="Hossain, Tanvir" userId="5379524b-2947-4ff6-93a6-0f4602028252" providerId="ADAL" clId="{010DD536-A2BC-423C-BF7F-E9AFD76B2992}" dt="2024-11-02T15:13:46.514" v="2500" actId="478"/>
          <ac:graphicFrameMkLst>
            <pc:docMk/>
            <pc:sldMk cId="2325894209" sldId="291"/>
            <ac:graphicFrameMk id="5" creationId="{6E21A824-D495-8182-6CC7-C94DE513AEFC}"/>
          </ac:graphicFrameMkLst>
        </pc:graphicFrame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2325894209" sldId="291"/>
            <ac:inkMk id="16" creationId="{0FC3D82F-26F0-C59A-0074-607EB2AD1357}"/>
          </ac:inkMkLst>
        </pc:inkChg>
        <pc:inkChg chg="mod">
          <ac:chgData name="Hossain, Tanvir" userId="5379524b-2947-4ff6-93a6-0f4602028252" providerId="ADAL" clId="{010DD536-A2BC-423C-BF7F-E9AFD76B2992}" dt="2024-11-03T19:18:38.623" v="2770"/>
          <ac:inkMkLst>
            <pc:docMk/>
            <pc:sldMk cId="2325894209" sldId="291"/>
            <ac:inkMk id="62" creationId="{5DEA9CDE-23CA-0A9E-5474-51317B684C2C}"/>
          </ac:inkMkLst>
        </pc:inkChg>
      </pc:sldChg>
      <pc:sldChg chg="add del">
        <pc:chgData name="Hossain, Tanvir" userId="5379524b-2947-4ff6-93a6-0f4602028252" providerId="ADAL" clId="{010DD536-A2BC-423C-BF7F-E9AFD76B2992}" dt="2024-10-31T20:06:08.362" v="2498" actId="2696"/>
        <pc:sldMkLst>
          <pc:docMk/>
          <pc:sldMk cId="3637555041" sldId="291"/>
        </pc:sldMkLst>
      </pc:sldChg>
      <pc:sldChg chg="addSp delSp add del setBg delDesignElem">
        <pc:chgData name="Hossain, Tanvir" userId="5379524b-2947-4ff6-93a6-0f4602028252" providerId="ADAL" clId="{010DD536-A2BC-423C-BF7F-E9AFD76B2992}" dt="2024-11-03T19:18:37.391" v="2769"/>
        <pc:sldMkLst>
          <pc:docMk/>
          <pc:sldMk cId="880267583" sldId="292"/>
        </pc:sldMkLst>
        <pc:spChg chg="add del">
          <ac:chgData name="Hossain, Tanvir" userId="5379524b-2947-4ff6-93a6-0f4602028252" providerId="ADAL" clId="{010DD536-A2BC-423C-BF7F-E9AFD76B2992}" dt="2024-11-03T19:18:37.391" v="2769"/>
          <ac:spMkLst>
            <pc:docMk/>
            <pc:sldMk cId="880267583" sldId="292"/>
            <ac:spMk id="12" creationId="{C063E62C-5C25-CBEF-B37F-E2010324E4B8}"/>
          </ac:spMkLst>
        </pc:spChg>
        <pc:spChg chg="add del">
          <ac:chgData name="Hossain, Tanvir" userId="5379524b-2947-4ff6-93a6-0f4602028252" providerId="ADAL" clId="{010DD536-A2BC-423C-BF7F-E9AFD76B2992}" dt="2024-11-03T19:18:37.391" v="2769"/>
          <ac:spMkLst>
            <pc:docMk/>
            <pc:sldMk cId="880267583" sldId="292"/>
            <ac:spMk id="14" creationId="{0616D3C5-228B-0FB9-AD00-DD34A35E18E7}"/>
          </ac:spMkLst>
        </pc:spChg>
        <pc:spChg chg="add del">
          <ac:chgData name="Hossain, Tanvir" userId="5379524b-2947-4ff6-93a6-0f4602028252" providerId="ADAL" clId="{010DD536-A2BC-423C-BF7F-E9AFD76B2992}" dt="2024-11-03T19:18:37.391" v="2769"/>
          <ac:spMkLst>
            <pc:docMk/>
            <pc:sldMk cId="880267583" sldId="292"/>
            <ac:spMk id="16" creationId="{BE1D172F-DE87-E36A-ED60-7208FE05E454}"/>
          </ac:spMkLst>
        </pc:spChg>
        <pc:spChg chg="add del">
          <ac:chgData name="Hossain, Tanvir" userId="5379524b-2947-4ff6-93a6-0f4602028252" providerId="ADAL" clId="{010DD536-A2BC-423C-BF7F-E9AFD76B2992}" dt="2024-11-03T19:18:37.391" v="2769"/>
          <ac:spMkLst>
            <pc:docMk/>
            <pc:sldMk cId="880267583" sldId="292"/>
            <ac:spMk id="17" creationId="{DC5EFCCC-4F7D-544A-A668-32EDA4D19CB3}"/>
          </ac:spMkLst>
        </pc:spChg>
      </pc:sldChg>
      <pc:sldMasterChg chg="modSp modSldLayout">
        <pc:chgData name="Hossain, Tanvir" userId="5379524b-2947-4ff6-93a6-0f4602028252" providerId="ADAL" clId="{010DD536-A2BC-423C-BF7F-E9AFD76B2992}" dt="2024-11-03T19:18:38.623" v="2770"/>
        <pc:sldMasterMkLst>
          <pc:docMk/>
          <pc:sldMasterMk cId="1625926437" sldId="2147483648"/>
        </pc:sldMaster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1625926437" sldId="2147483648"/>
            <ac:spMk id="2" creationId="{1DA9D02F-45A5-B922-363F-74F9787DAD22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1625926437" sldId="2147483648"/>
            <ac:spMk id="3" creationId="{21F8C18E-A8A0-0281-6A17-40265D8498FB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1625926437" sldId="2147483648"/>
            <ac:spMk id="4" creationId="{ED6623BE-07DA-53A6-CD69-1805AC755C15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1625926437" sldId="2147483648"/>
            <ac:spMk id="5" creationId="{6B1C7BF0-4B57-3A1D-9360-94F922EC3D4A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1625926437" sldId="2147483648"/>
            <ac:spMk id="6" creationId="{D2134B25-C17A-D370-FE94-0B95E757E17C}"/>
          </ac:spMkLst>
        </pc:sp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1625926437" sldId="2147483648"/>
            <pc:sldLayoutMk cId="3592294830" sldId="2147483649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3592294830" sldId="2147483649"/>
              <ac:spMk id="2" creationId="{5465722C-B3E2-5765-63BB-952727A84307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3592294830" sldId="2147483649"/>
              <ac:spMk id="3" creationId="{E5CB6B12-167B-E667-F84D-F1163FF11826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1625926437" sldId="2147483648"/>
            <pc:sldLayoutMk cId="1496432710" sldId="2147483651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1496432710" sldId="2147483651"/>
              <ac:spMk id="2" creationId="{536CDCBC-26DA-7884-3B3C-D6BE7B272117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1496432710" sldId="2147483651"/>
              <ac:spMk id="3" creationId="{692C0C38-1752-098B-CE8B-01782B09323F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1625926437" sldId="2147483648"/>
            <pc:sldLayoutMk cId="531456264" sldId="2147483652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531456264" sldId="2147483652"/>
              <ac:spMk id="3" creationId="{7F17A224-F95B-9991-52B8-4CAC0074A196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531456264" sldId="2147483652"/>
              <ac:spMk id="4" creationId="{60CC2031-31D3-F606-2710-E120EBE686C1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1625926437" sldId="2147483648"/>
            <pc:sldLayoutMk cId="668473205" sldId="2147483653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668473205" sldId="2147483653"/>
              <ac:spMk id="2" creationId="{2E03CBDD-90D2-39E9-B21F-A22C98A13063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668473205" sldId="2147483653"/>
              <ac:spMk id="3" creationId="{D3F08493-8CBB-F253-57EC-E88515FC8E77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668473205" sldId="2147483653"/>
              <ac:spMk id="4" creationId="{12FDD6B2-96FF-2FF5-CAAC-8C239FC8715C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668473205" sldId="2147483653"/>
              <ac:spMk id="5" creationId="{8A2E2743-EFE5-A672-509D-EB01C35F1A5E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668473205" sldId="2147483653"/>
              <ac:spMk id="6" creationId="{C0AFF299-9665-8A1D-4B13-5D58D1B9EDD4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1625926437" sldId="2147483648"/>
            <pc:sldLayoutMk cId="1165597507" sldId="2147483656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1165597507" sldId="2147483656"/>
              <ac:spMk id="2" creationId="{BE13DE81-FE2A-B61B-A42F-B19272073827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1165597507" sldId="2147483656"/>
              <ac:spMk id="3" creationId="{EB509864-FE61-49D8-44AE-125F5DD505EC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1165597507" sldId="2147483656"/>
              <ac:spMk id="4" creationId="{6CA093E5-B2EB-C53C-1D1E-9E1AB5FB418F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1625926437" sldId="2147483648"/>
            <pc:sldLayoutMk cId="2500969676" sldId="2147483657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2500969676" sldId="2147483657"/>
              <ac:spMk id="2" creationId="{EEB258F0-3284-EEE9-B795-5970A889DAB2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2500969676" sldId="2147483657"/>
              <ac:spMk id="3" creationId="{BE16EB85-6617-75F1-E46E-6827087618E7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2500969676" sldId="2147483657"/>
              <ac:spMk id="4" creationId="{1C1E50A5-C1B6-2973-FDAB-32FC2A3D6CB5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1625926437" sldId="2147483648"/>
            <pc:sldLayoutMk cId="1193193754" sldId="2147483659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1193193754" sldId="2147483659"/>
              <ac:spMk id="2" creationId="{7E39FB05-EB74-E616-724F-08492588F3A3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1625926437" sldId="2147483648"/>
              <pc:sldLayoutMk cId="1193193754" sldId="2147483659"/>
              <ac:spMk id="3" creationId="{032DCE90-93DD-B07A-9086-2D889F53C3EF}"/>
            </ac:spMkLst>
          </pc:spChg>
        </pc:sldLayoutChg>
      </pc:sldMasterChg>
      <pc:sldMasterChg chg="modSp modSldLayout">
        <pc:chgData name="Hossain, Tanvir" userId="5379524b-2947-4ff6-93a6-0f4602028252" providerId="ADAL" clId="{010DD536-A2BC-423C-BF7F-E9AFD76B2992}" dt="2024-11-03T19:18:38.623" v="2770"/>
        <pc:sldMasterMkLst>
          <pc:docMk/>
          <pc:sldMasterMk cId="922807393" sldId="2147483660"/>
        </pc:sldMasterMkLst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922807393" sldId="2147483660"/>
            <ac:spMk id="2" creationId="{E1DC732D-F859-4104-9312-9642B4A0D151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922807393" sldId="2147483660"/>
            <ac:spMk id="3" creationId="{4E2649BF-D5BC-4455-8E36-1D7195F9B4B4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922807393" sldId="2147483660"/>
            <ac:spMk id="5" creationId="{EF11F1B3-5F5A-43EF-9525-CDC19278DC0A}"/>
          </ac:spMkLst>
        </pc:spChg>
        <pc:spChg chg="mod">
          <ac:chgData name="Hossain, Tanvir" userId="5379524b-2947-4ff6-93a6-0f4602028252" providerId="ADAL" clId="{010DD536-A2BC-423C-BF7F-E9AFD76B2992}" dt="2024-11-03T19:18:38.623" v="2770"/>
          <ac:spMkLst>
            <pc:docMk/>
            <pc:sldMasterMk cId="922807393" sldId="2147483660"/>
            <ac:spMk id="6" creationId="{3C9BE8F6-57C4-47F2-A675-E90369C1D1F6}"/>
          </ac:spMkLst>
        </pc:sp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922807393" sldId="2147483660"/>
            <pc:sldLayoutMk cId="944208858" sldId="2147483661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944208858" sldId="2147483661"/>
              <ac:spMk id="2" creationId="{94A580A3-7FE0-4766-873D-468B0B1C48A0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944208858" sldId="2147483661"/>
              <ac:spMk id="3" creationId="{D0260696-6A57-40F1-82F3-7609AD613832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944208858" sldId="2147483661"/>
              <ac:spMk id="7" creationId="{B25B8F27-346F-4296-A158-BEDA20D96A59}"/>
            </ac:spMkLst>
          </pc:spChg>
          <pc:picChg chg="mod">
            <ac:chgData name="Hossain, Tanvir" userId="5379524b-2947-4ff6-93a6-0f4602028252" providerId="ADAL" clId="{010DD536-A2BC-423C-BF7F-E9AFD76B2992}" dt="2024-11-03T19:18:38.623" v="2770"/>
            <ac:picMkLst>
              <pc:docMk/>
              <pc:sldMasterMk cId="922807393" sldId="2147483660"/>
              <pc:sldLayoutMk cId="944208858" sldId="2147483661"/>
              <ac:picMk id="3074" creationId="{D83803D9-B09A-471E-8BB3-5FB9C3372446}"/>
            </ac:picMkLst>
          </pc:pic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922807393" sldId="2147483660"/>
            <pc:sldLayoutMk cId="1232025991" sldId="2147483662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232025991" sldId="2147483662"/>
              <ac:spMk id="2" creationId="{94A580A3-7FE0-4766-873D-468B0B1C48A0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232025991" sldId="2147483662"/>
              <ac:spMk id="3" creationId="{D0260696-6A57-40F1-82F3-7609AD613832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232025991" sldId="2147483662"/>
              <ac:spMk id="7" creationId="{B25B8F27-346F-4296-A158-BEDA20D96A59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922807393" sldId="2147483660"/>
            <pc:sldLayoutMk cId="2188179885" sldId="2147483663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2188179885" sldId="2147483663"/>
              <ac:spMk id="2" creationId="{0823AD8B-F107-4623-A361-ACBAD49E8C71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2188179885" sldId="2147483663"/>
              <ac:spMk id="3" creationId="{1BB99C6F-F22D-4789-B790-966E755E7420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922807393" sldId="2147483660"/>
            <pc:sldLayoutMk cId="3700953118" sldId="2147483664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3700953118" sldId="2147483664"/>
              <ac:spMk id="2" creationId="{55957D15-6E60-42FE-871C-80385C255A97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922807393" sldId="2147483660"/>
            <pc:sldLayoutMk cId="1800665818" sldId="2147483665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800665818" sldId="2147483665"/>
              <ac:spMk id="2" creationId="{904E1BE7-AA66-4575-BA61-2D09F683E01E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800665818" sldId="2147483665"/>
              <ac:spMk id="3" creationId="{EF55A831-277C-4D8A-BDB0-3ACB52DDA8D5}"/>
            </ac:spMkLst>
          </pc:spChg>
        </pc:sldLayoutChg>
        <pc:sldLayoutChg chg="modSp">
          <pc:chgData name="Hossain, Tanvir" userId="5379524b-2947-4ff6-93a6-0f4602028252" providerId="ADAL" clId="{010DD536-A2BC-423C-BF7F-E9AFD76B2992}" dt="2024-11-03T19:18:38.623" v="2770"/>
          <pc:sldLayoutMkLst>
            <pc:docMk/>
            <pc:sldMasterMk cId="922807393" sldId="2147483660"/>
            <pc:sldLayoutMk cId="1871610686" sldId="2147483666"/>
          </pc:sldLayoutMkLst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871610686" sldId="2147483666"/>
              <ac:spMk id="2" creationId="{3E1AC2C8-0BCA-449D-8895-4CF24664576E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871610686" sldId="2147483666"/>
              <ac:spMk id="3" creationId="{70D6D452-DE1A-481C-8BD5-85ADAB44EDAB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871610686" sldId="2147483666"/>
              <ac:spMk id="4" creationId="{4B00AB0E-0E39-4C37-9C6B-EAD7E01FF460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871610686" sldId="2147483666"/>
              <ac:spMk id="5" creationId="{B3E68ABB-EF4A-444A-A847-545896AC87FE}"/>
            </ac:spMkLst>
          </pc:spChg>
          <pc:spChg chg="mod">
            <ac:chgData name="Hossain, Tanvir" userId="5379524b-2947-4ff6-93a6-0f4602028252" providerId="ADAL" clId="{010DD536-A2BC-423C-BF7F-E9AFD76B2992}" dt="2024-11-03T19:18:38.623" v="2770"/>
            <ac:spMkLst>
              <pc:docMk/>
              <pc:sldMasterMk cId="922807393" sldId="2147483660"/>
              <pc:sldLayoutMk cId="1871610686" sldId="2147483666"/>
              <ac:spMk id="6" creationId="{FE820607-12E0-43F2-8891-4A8CE3DCE981}"/>
            </ac:spMkLst>
          </pc:spChg>
        </pc:sldLayoutChg>
      </pc:sldMasterChg>
    </pc:docChg>
  </pc:docChgLst>
  <pc:docChgLst>
    <pc:chgData name="Hossain, Tanvir" userId="S::t177h608@home.ku.edu::5379524b-2947-4ff6-93a6-0f4602028252" providerId="AD" clId="Web-{8E225BF7-3188-47DC-B03E-3BF102E4BB3B}"/>
    <pc:docChg chg="modSld">
      <pc:chgData name="Hossain, Tanvir" userId="S::t177h608@home.ku.edu::5379524b-2947-4ff6-93a6-0f4602028252" providerId="AD" clId="Web-{8E225BF7-3188-47DC-B03E-3BF102E4BB3B}" dt="2024-12-05T16:12:20.571" v="0" actId="20577"/>
      <pc:docMkLst>
        <pc:docMk/>
      </pc:docMkLst>
      <pc:sldChg chg="modSp">
        <pc:chgData name="Hossain, Tanvir" userId="S::t177h608@home.ku.edu::5379524b-2947-4ff6-93a6-0f4602028252" providerId="AD" clId="Web-{8E225BF7-3188-47DC-B03E-3BF102E4BB3B}" dt="2024-12-05T16:12:20.571" v="0" actId="20577"/>
        <pc:sldMkLst>
          <pc:docMk/>
          <pc:sldMk cId="567149794" sldId="350"/>
        </pc:sldMkLst>
        <pc:spChg chg="mod">
          <ac:chgData name="Hossain, Tanvir" userId="S::t177h608@home.ku.edu::5379524b-2947-4ff6-93a6-0f4602028252" providerId="AD" clId="Web-{8E225BF7-3188-47DC-B03E-3BF102E4BB3B}" dt="2024-12-05T16:12:20.571" v="0" actId="20577"/>
          <ac:spMkLst>
            <pc:docMk/>
            <pc:sldMk cId="567149794" sldId="350"/>
            <ac:spMk id="4" creationId="{DD0A5848-0B55-127D-3376-478CE7E05E78}"/>
          </ac:spMkLst>
        </pc:spChg>
      </pc:sldChg>
    </pc:docChg>
  </pc:docChgLst>
  <pc:docChgLst>
    <pc:chgData name="Hossain, Tanvir" userId="5379524b-2947-4ff6-93a6-0f4602028252" providerId="ADAL" clId="{F66C817B-0377-DF4E-9619-3FE92036EDD3}"/>
    <pc:docChg chg="undo custSel addSld delSld modSld">
      <pc:chgData name="Hossain, Tanvir" userId="5379524b-2947-4ff6-93a6-0f4602028252" providerId="ADAL" clId="{F66C817B-0377-DF4E-9619-3FE92036EDD3}" dt="2024-11-02T15:36:57.904" v="501"/>
      <pc:docMkLst>
        <pc:docMk/>
      </pc:docMkLst>
      <pc:sldChg chg="addSp delSp modSp">
        <pc:chgData name="Hossain, Tanvir" userId="5379524b-2947-4ff6-93a6-0f4602028252" providerId="ADAL" clId="{F66C817B-0377-DF4E-9619-3FE92036EDD3}" dt="2024-10-31T19:32:42.036" v="380"/>
        <pc:sldMkLst>
          <pc:docMk/>
          <pc:sldMk cId="2409443978" sldId="257"/>
        </pc:sldMkLst>
        <pc:inkChg chg="add del">
          <ac:chgData name="Hossain, Tanvir" userId="5379524b-2947-4ff6-93a6-0f4602028252" providerId="ADAL" clId="{F66C817B-0377-DF4E-9619-3FE92036EDD3}" dt="2024-10-31T00:58:59.254" v="1"/>
          <ac:inkMkLst>
            <pc:docMk/>
            <pc:sldMk cId="2409443978" sldId="257"/>
            <ac:inkMk id="2" creationId="{9E025CED-095D-097C-DDC4-237A442F975F}"/>
          </ac:inkMkLst>
        </pc:inkChg>
        <pc:inkChg chg="mod modStrokes">
          <ac:chgData name="Hossain, Tanvir" userId="5379524b-2947-4ff6-93a6-0f4602028252" providerId="ADAL" clId="{F66C817B-0377-DF4E-9619-3FE92036EDD3}" dt="2024-10-31T19:32:42.036" v="380"/>
          <ac:inkMkLst>
            <pc:docMk/>
            <pc:sldMk cId="2409443978" sldId="257"/>
            <ac:inkMk id="3" creationId="{AFE4F930-5392-AA4B-5A49-BDE50402E5E0}"/>
          </ac:inkMkLst>
        </pc:inkChg>
        <pc:inkChg chg="add del">
          <ac:chgData name="Hossain, Tanvir" userId="5379524b-2947-4ff6-93a6-0f4602028252" providerId="ADAL" clId="{F66C817B-0377-DF4E-9619-3FE92036EDD3}" dt="2024-10-31T00:59:23.032" v="5"/>
          <ac:inkMkLst>
            <pc:docMk/>
            <pc:sldMk cId="2409443978" sldId="257"/>
            <ac:inkMk id="3" creationId="{D3060AA0-FF99-0CFC-7540-EBDAA2C2FF67}"/>
          </ac:inkMkLst>
        </pc:inkChg>
        <pc:inkChg chg="add del">
          <ac:chgData name="Hossain, Tanvir" userId="5379524b-2947-4ff6-93a6-0f4602028252" providerId="ADAL" clId="{F66C817B-0377-DF4E-9619-3FE92036EDD3}" dt="2024-10-31T00:59:23.032" v="5"/>
          <ac:inkMkLst>
            <pc:docMk/>
            <pc:sldMk cId="2409443978" sldId="257"/>
            <ac:inkMk id="5" creationId="{306AFBF5-EBDA-2DF4-84FB-F7E691062F05}"/>
          </ac:inkMkLst>
        </pc:inkChg>
        <pc:inkChg chg="add del">
          <ac:chgData name="Hossain, Tanvir" userId="5379524b-2947-4ff6-93a6-0f4602028252" providerId="ADAL" clId="{F66C817B-0377-DF4E-9619-3FE92036EDD3}" dt="2024-10-31T00:59:23.032" v="5"/>
          <ac:inkMkLst>
            <pc:docMk/>
            <pc:sldMk cId="2409443978" sldId="257"/>
            <ac:inkMk id="7" creationId="{1E9AD879-C796-341A-18B1-B1A261BF6058}"/>
          </ac:inkMkLst>
        </pc:inkChg>
        <pc:inkChg chg="add del reco">
          <ac:chgData name="Hossain, Tanvir" userId="5379524b-2947-4ff6-93a6-0f4602028252" providerId="ADAL" clId="{F66C817B-0377-DF4E-9619-3FE92036EDD3}" dt="2024-10-31T01:02:51.137" v="41"/>
          <ac:inkMkLst>
            <pc:docMk/>
            <pc:sldMk cId="2409443978" sldId="257"/>
            <ac:inkMk id="10" creationId="{86777AF7-8A73-9B79-D50A-183D7AA31C22}"/>
          </ac:inkMkLst>
        </pc:inkChg>
        <pc:inkChg chg="add del">
          <ac:chgData name="Hossain, Tanvir" userId="5379524b-2947-4ff6-93a6-0f4602028252" providerId="ADAL" clId="{F66C817B-0377-DF4E-9619-3FE92036EDD3}" dt="2024-10-31T00:59:27.825" v="8"/>
          <ac:inkMkLst>
            <pc:docMk/>
            <pc:sldMk cId="2409443978" sldId="257"/>
            <ac:inkMk id="11" creationId="{6969AB7E-8A8A-60A9-CE2B-72836B2B8076}"/>
          </ac:inkMkLst>
        </pc:inkChg>
        <pc:inkChg chg="add del">
          <ac:chgData name="Hossain, Tanvir" userId="5379524b-2947-4ff6-93a6-0f4602028252" providerId="ADAL" clId="{F66C817B-0377-DF4E-9619-3FE92036EDD3}" dt="2024-10-31T00:59:27.825" v="8"/>
          <ac:inkMkLst>
            <pc:docMk/>
            <pc:sldMk cId="2409443978" sldId="257"/>
            <ac:inkMk id="12" creationId="{0C107CBD-162C-3C52-5020-1EAC7D6BA043}"/>
          </ac:inkMkLst>
        </pc:inkChg>
        <pc:inkChg chg="add del reco">
          <ac:chgData name="Hossain, Tanvir" userId="5379524b-2947-4ff6-93a6-0f4602028252" providerId="ADAL" clId="{F66C817B-0377-DF4E-9619-3FE92036EDD3}" dt="2024-10-31T01:02:51.134" v="39"/>
          <ac:inkMkLst>
            <pc:docMk/>
            <pc:sldMk cId="2409443978" sldId="257"/>
            <ac:inkMk id="13" creationId="{0A77A499-2D58-81EB-3D02-670662F55CE7}"/>
          </ac:inkMkLst>
        </pc:inkChg>
        <pc:inkChg chg="add del">
          <ac:chgData name="Hossain, Tanvir" userId="5379524b-2947-4ff6-93a6-0f4602028252" providerId="ADAL" clId="{F66C817B-0377-DF4E-9619-3FE92036EDD3}" dt="2024-10-31T00:59:31.486" v="11"/>
          <ac:inkMkLst>
            <pc:docMk/>
            <pc:sldMk cId="2409443978" sldId="257"/>
            <ac:inkMk id="14" creationId="{BBA4597B-B4A2-9222-C3AF-39EC4602F426}"/>
          </ac:inkMkLst>
        </pc:inkChg>
        <pc:inkChg chg="add del">
          <ac:chgData name="Hossain, Tanvir" userId="5379524b-2947-4ff6-93a6-0f4602028252" providerId="ADAL" clId="{F66C817B-0377-DF4E-9619-3FE92036EDD3}" dt="2024-10-31T00:59:31.486" v="11"/>
          <ac:inkMkLst>
            <pc:docMk/>
            <pc:sldMk cId="2409443978" sldId="257"/>
            <ac:inkMk id="15" creationId="{BB02BA20-892B-071D-7ACD-CCE4052EEA1A}"/>
          </ac:inkMkLst>
        </pc:inkChg>
        <pc:inkChg chg="add del reco">
          <ac:chgData name="Hossain, Tanvir" userId="5379524b-2947-4ff6-93a6-0f4602028252" providerId="ADAL" clId="{F66C817B-0377-DF4E-9619-3FE92036EDD3}" dt="2024-10-31T01:02:51.132" v="38"/>
          <ac:inkMkLst>
            <pc:docMk/>
            <pc:sldMk cId="2409443978" sldId="257"/>
            <ac:inkMk id="16" creationId="{6DA2161C-3D80-8026-F6AA-A16025BE8274}"/>
          </ac:inkMkLst>
        </pc:inkChg>
        <pc:inkChg chg="add del">
          <ac:chgData name="Hossain, Tanvir" userId="5379524b-2947-4ff6-93a6-0f4602028252" providerId="ADAL" clId="{F66C817B-0377-DF4E-9619-3FE92036EDD3}" dt="2024-10-31T00:59:34.924" v="14"/>
          <ac:inkMkLst>
            <pc:docMk/>
            <pc:sldMk cId="2409443978" sldId="257"/>
            <ac:inkMk id="17" creationId="{786045F0-A33D-EDF3-1973-9CE917916927}"/>
          </ac:inkMkLst>
        </pc:inkChg>
        <pc:inkChg chg="add del">
          <ac:chgData name="Hossain, Tanvir" userId="5379524b-2947-4ff6-93a6-0f4602028252" providerId="ADAL" clId="{F66C817B-0377-DF4E-9619-3FE92036EDD3}" dt="2024-10-31T00:59:34.924" v="14"/>
          <ac:inkMkLst>
            <pc:docMk/>
            <pc:sldMk cId="2409443978" sldId="257"/>
            <ac:inkMk id="18" creationId="{F2643388-F88A-B9E4-72E8-0154B4EAA5F1}"/>
          </ac:inkMkLst>
        </pc:inkChg>
        <pc:inkChg chg="add del reco">
          <ac:chgData name="Hossain, Tanvir" userId="5379524b-2947-4ff6-93a6-0f4602028252" providerId="ADAL" clId="{F66C817B-0377-DF4E-9619-3FE92036EDD3}" dt="2024-10-31T01:02:51.117" v="35"/>
          <ac:inkMkLst>
            <pc:docMk/>
            <pc:sldMk cId="2409443978" sldId="257"/>
            <ac:inkMk id="19" creationId="{4E9D7D5A-875E-507E-2D8B-4B498C250E0E}"/>
          </ac:inkMkLst>
        </pc:inkChg>
        <pc:inkChg chg="add del">
          <ac:chgData name="Hossain, Tanvir" userId="5379524b-2947-4ff6-93a6-0f4602028252" providerId="ADAL" clId="{F66C817B-0377-DF4E-9619-3FE92036EDD3}" dt="2024-10-31T00:59:39.764" v="18"/>
          <ac:inkMkLst>
            <pc:docMk/>
            <pc:sldMk cId="2409443978" sldId="257"/>
            <ac:inkMk id="20" creationId="{9C056BF6-B8B2-19E5-4FBB-AAA6DD96523C}"/>
          </ac:inkMkLst>
        </pc:inkChg>
        <pc:inkChg chg="add del">
          <ac:chgData name="Hossain, Tanvir" userId="5379524b-2947-4ff6-93a6-0f4602028252" providerId="ADAL" clId="{F66C817B-0377-DF4E-9619-3FE92036EDD3}" dt="2024-10-31T00:59:39.764" v="18"/>
          <ac:inkMkLst>
            <pc:docMk/>
            <pc:sldMk cId="2409443978" sldId="257"/>
            <ac:inkMk id="21" creationId="{0C3386A8-2FB4-ADE8-2233-956B71626AB7}"/>
          </ac:inkMkLst>
        </pc:inkChg>
        <pc:inkChg chg="add del">
          <ac:chgData name="Hossain, Tanvir" userId="5379524b-2947-4ff6-93a6-0f4602028252" providerId="ADAL" clId="{F66C817B-0377-DF4E-9619-3FE92036EDD3}" dt="2024-10-31T00:59:39.764" v="18"/>
          <ac:inkMkLst>
            <pc:docMk/>
            <pc:sldMk cId="2409443978" sldId="257"/>
            <ac:inkMk id="22" creationId="{A8298530-43B3-2F98-39CB-DB2435D712CF}"/>
          </ac:inkMkLst>
        </pc:inkChg>
        <pc:inkChg chg="add del reco">
          <ac:chgData name="Hossain, Tanvir" userId="5379524b-2947-4ff6-93a6-0f4602028252" providerId="ADAL" clId="{F66C817B-0377-DF4E-9619-3FE92036EDD3}" dt="2024-10-31T01:02:51.124" v="36"/>
          <ac:inkMkLst>
            <pc:docMk/>
            <pc:sldMk cId="2409443978" sldId="257"/>
            <ac:inkMk id="23" creationId="{2138DB72-563F-F258-B3F3-717B812E9B93}"/>
          </ac:inkMkLst>
        </pc:inkChg>
        <pc:inkChg chg="add del">
          <ac:chgData name="Hossain, Tanvir" userId="5379524b-2947-4ff6-93a6-0f4602028252" providerId="ADAL" clId="{F66C817B-0377-DF4E-9619-3FE92036EDD3}" dt="2024-10-31T00:59:57.375" v="21"/>
          <ac:inkMkLst>
            <pc:docMk/>
            <pc:sldMk cId="2409443978" sldId="257"/>
            <ac:inkMk id="24" creationId="{9EF50A0F-2B6B-0DA1-440B-63BADF9397CF}"/>
          </ac:inkMkLst>
        </pc:inkChg>
        <pc:inkChg chg="add del">
          <ac:chgData name="Hossain, Tanvir" userId="5379524b-2947-4ff6-93a6-0f4602028252" providerId="ADAL" clId="{F66C817B-0377-DF4E-9619-3FE92036EDD3}" dt="2024-10-31T00:59:57.375" v="21"/>
          <ac:inkMkLst>
            <pc:docMk/>
            <pc:sldMk cId="2409443978" sldId="257"/>
            <ac:inkMk id="25" creationId="{8AEB1172-C227-AF80-29F1-E4C94971866A}"/>
          </ac:inkMkLst>
        </pc:inkChg>
        <pc:inkChg chg="add del reco">
          <ac:chgData name="Hossain, Tanvir" userId="5379524b-2947-4ff6-93a6-0f4602028252" providerId="ADAL" clId="{F66C817B-0377-DF4E-9619-3FE92036EDD3}" dt="2024-10-31T01:02:51.136" v="40"/>
          <ac:inkMkLst>
            <pc:docMk/>
            <pc:sldMk cId="2409443978" sldId="257"/>
            <ac:inkMk id="26" creationId="{B0AB2F96-022B-2C49-F71B-109C00E9EE97}"/>
          </ac:inkMkLst>
        </pc:inkChg>
        <pc:inkChg chg="add del">
          <ac:chgData name="Hossain, Tanvir" userId="5379524b-2947-4ff6-93a6-0f4602028252" providerId="ADAL" clId="{F66C817B-0377-DF4E-9619-3FE92036EDD3}" dt="2024-10-31T01:02:51.129" v="37"/>
          <ac:inkMkLst>
            <pc:docMk/>
            <pc:sldMk cId="2409443978" sldId="257"/>
            <ac:inkMk id="27" creationId="{0DD69628-6807-A309-2AC0-565C13A8F629}"/>
          </ac:inkMkLst>
        </pc:inkChg>
      </pc:sldChg>
      <pc:sldChg chg="new del">
        <pc:chgData name="Hossain, Tanvir" userId="5379524b-2947-4ff6-93a6-0f4602028252" providerId="ADAL" clId="{F66C817B-0377-DF4E-9619-3FE92036EDD3}" dt="2024-10-31T01:00:36.021" v="25" actId="2696"/>
        <pc:sldMkLst>
          <pc:docMk/>
          <pc:sldMk cId="2055907153" sldId="261"/>
        </pc:sldMkLst>
      </pc:sldChg>
      <pc:sldChg chg="delSp add">
        <pc:chgData name="Hossain, Tanvir" userId="5379524b-2947-4ff6-93a6-0f4602028252" providerId="ADAL" clId="{F66C817B-0377-DF4E-9619-3FE92036EDD3}" dt="2024-10-31T01:00:48.387" v="33"/>
        <pc:sldMkLst>
          <pc:docMk/>
          <pc:sldMk cId="1730249725" sldId="262"/>
        </pc:sldMkLst>
        <pc:inkChg chg="del">
          <ac:chgData name="Hossain, Tanvir" userId="5379524b-2947-4ff6-93a6-0f4602028252" providerId="ADAL" clId="{F66C817B-0377-DF4E-9619-3FE92036EDD3}" dt="2024-10-31T01:00:48.359" v="27"/>
          <ac:inkMkLst>
            <pc:docMk/>
            <pc:sldMk cId="1730249725" sldId="262"/>
            <ac:inkMk id="10" creationId="{86777AF7-8A73-9B79-D50A-183D7AA31C22}"/>
          </ac:inkMkLst>
        </pc:inkChg>
        <pc:inkChg chg="del">
          <ac:chgData name="Hossain, Tanvir" userId="5379524b-2947-4ff6-93a6-0f4602028252" providerId="ADAL" clId="{F66C817B-0377-DF4E-9619-3FE92036EDD3}" dt="2024-10-31T01:00:48.378" v="30"/>
          <ac:inkMkLst>
            <pc:docMk/>
            <pc:sldMk cId="1730249725" sldId="262"/>
            <ac:inkMk id="13" creationId="{0A77A499-2D58-81EB-3D02-670662F55CE7}"/>
          </ac:inkMkLst>
        </pc:inkChg>
        <pc:inkChg chg="del">
          <ac:chgData name="Hossain, Tanvir" userId="5379524b-2947-4ff6-93a6-0f4602028252" providerId="ADAL" clId="{F66C817B-0377-DF4E-9619-3FE92036EDD3}" dt="2024-10-31T01:00:48.367" v="28"/>
          <ac:inkMkLst>
            <pc:docMk/>
            <pc:sldMk cId="1730249725" sldId="262"/>
            <ac:inkMk id="16" creationId="{6DA2161C-3D80-8026-F6AA-A16025BE8274}"/>
          </ac:inkMkLst>
        </pc:inkChg>
        <pc:inkChg chg="del">
          <ac:chgData name="Hossain, Tanvir" userId="5379524b-2947-4ff6-93a6-0f4602028252" providerId="ADAL" clId="{F66C817B-0377-DF4E-9619-3FE92036EDD3}" dt="2024-10-31T01:00:48.387" v="33"/>
          <ac:inkMkLst>
            <pc:docMk/>
            <pc:sldMk cId="1730249725" sldId="262"/>
            <ac:inkMk id="19" creationId="{4E9D7D5A-875E-507E-2D8B-4B498C250E0E}"/>
          </ac:inkMkLst>
        </pc:inkChg>
        <pc:inkChg chg="del">
          <ac:chgData name="Hossain, Tanvir" userId="5379524b-2947-4ff6-93a6-0f4602028252" providerId="ADAL" clId="{F66C817B-0377-DF4E-9619-3FE92036EDD3}" dt="2024-10-31T01:00:48.385" v="32"/>
          <ac:inkMkLst>
            <pc:docMk/>
            <pc:sldMk cId="1730249725" sldId="262"/>
            <ac:inkMk id="23" creationId="{2138DB72-563F-F258-B3F3-717B812E9B93}"/>
          </ac:inkMkLst>
        </pc:inkChg>
        <pc:inkChg chg="del">
          <ac:chgData name="Hossain, Tanvir" userId="5379524b-2947-4ff6-93a6-0f4602028252" providerId="ADAL" clId="{F66C817B-0377-DF4E-9619-3FE92036EDD3}" dt="2024-10-31T01:00:48.373" v="29"/>
          <ac:inkMkLst>
            <pc:docMk/>
            <pc:sldMk cId="1730249725" sldId="262"/>
            <ac:inkMk id="26" creationId="{B0AB2F96-022B-2C49-F71B-109C00E9EE97}"/>
          </ac:inkMkLst>
        </pc:inkChg>
        <pc:inkChg chg="del">
          <ac:chgData name="Hossain, Tanvir" userId="5379524b-2947-4ff6-93a6-0f4602028252" providerId="ADAL" clId="{F66C817B-0377-DF4E-9619-3FE92036EDD3}" dt="2024-10-31T01:00:48.382" v="31"/>
          <ac:inkMkLst>
            <pc:docMk/>
            <pc:sldMk cId="1730249725" sldId="262"/>
            <ac:inkMk id="27" creationId="{0DD69628-6807-A309-2AC0-565C13A8F629}"/>
          </ac:inkMkLst>
        </pc:inkChg>
      </pc:sldChg>
      <pc:sldChg chg="addSp delSp add">
        <pc:chgData name="Hossain, Tanvir" userId="5379524b-2947-4ff6-93a6-0f4602028252" providerId="ADAL" clId="{F66C817B-0377-DF4E-9619-3FE92036EDD3}" dt="2024-10-31T01:10:25.663" v="159"/>
        <pc:sldMkLst>
          <pc:docMk/>
          <pc:sldMk cId="538125563" sldId="263"/>
        </pc:sldMkLst>
        <pc:inkChg chg="add">
          <ac:chgData name="Hossain, Tanvir" userId="5379524b-2947-4ff6-93a6-0f4602028252" providerId="ADAL" clId="{F66C817B-0377-DF4E-9619-3FE92036EDD3}" dt="2024-10-31T01:03:04.875" v="49"/>
          <ac:inkMkLst>
            <pc:docMk/>
            <pc:sldMk cId="538125563" sldId="263"/>
            <ac:inkMk id="2" creationId="{BCD7F79D-5DD9-B289-CBA4-1998C8AC501D}"/>
          </ac:inkMkLst>
        </pc:inkChg>
        <pc:inkChg chg="add del">
          <ac:chgData name="Hossain, Tanvir" userId="5379524b-2947-4ff6-93a6-0f4602028252" providerId="ADAL" clId="{F66C817B-0377-DF4E-9619-3FE92036EDD3}" dt="2024-10-31T01:03:15.383" v="52"/>
          <ac:inkMkLst>
            <pc:docMk/>
            <pc:sldMk cId="538125563" sldId="263"/>
            <ac:inkMk id="3" creationId="{4F155359-643E-61A1-DE9D-E8623E83A461}"/>
          </ac:inkMkLst>
        </pc:inkChg>
        <pc:inkChg chg="add del">
          <ac:chgData name="Hossain, Tanvir" userId="5379524b-2947-4ff6-93a6-0f4602028252" providerId="ADAL" clId="{F66C817B-0377-DF4E-9619-3FE92036EDD3}" dt="2024-10-31T01:03:15.383" v="52"/>
          <ac:inkMkLst>
            <pc:docMk/>
            <pc:sldMk cId="538125563" sldId="263"/>
            <ac:inkMk id="5" creationId="{E0BD9640-A105-5027-7197-92CDA67FCBB8}"/>
          </ac:inkMkLst>
        </pc:inkChg>
        <pc:inkChg chg="add reco">
          <ac:chgData name="Hossain, Tanvir" userId="5379524b-2947-4ff6-93a6-0f4602028252" providerId="ADAL" clId="{F66C817B-0377-DF4E-9619-3FE92036EDD3}" dt="2024-10-31T01:03:15.383" v="52"/>
          <ac:inkMkLst>
            <pc:docMk/>
            <pc:sldMk cId="538125563" sldId="263"/>
            <ac:inkMk id="7" creationId="{6BBF0C61-25C8-339B-07B6-8F964CE0F602}"/>
          </ac:inkMkLst>
        </pc:inkChg>
        <pc:inkChg chg="del">
          <ac:chgData name="Hossain, Tanvir" userId="5379524b-2947-4ff6-93a6-0f4602028252" providerId="ADAL" clId="{F66C817B-0377-DF4E-9619-3FE92036EDD3}" dt="2024-10-31T01:02:54.041" v="47"/>
          <ac:inkMkLst>
            <pc:docMk/>
            <pc:sldMk cId="538125563" sldId="263"/>
            <ac:inkMk id="10" creationId="{86777AF7-8A73-9B79-D50A-183D7AA31C22}"/>
          </ac:inkMkLst>
        </pc:inkChg>
        <pc:inkChg chg="add">
          <ac:chgData name="Hossain, Tanvir" userId="5379524b-2947-4ff6-93a6-0f4602028252" providerId="ADAL" clId="{F66C817B-0377-DF4E-9619-3FE92036EDD3}" dt="2024-10-31T01:03:25.400" v="53"/>
          <ac:inkMkLst>
            <pc:docMk/>
            <pc:sldMk cId="538125563" sldId="263"/>
            <ac:inkMk id="11" creationId="{FA5D01CC-DD98-3BBF-629E-2521D536FB2F}"/>
          </ac:inkMkLst>
        </pc:inkChg>
        <pc:inkChg chg="add del">
          <ac:chgData name="Hossain, Tanvir" userId="5379524b-2947-4ff6-93a6-0f4602028252" providerId="ADAL" clId="{F66C817B-0377-DF4E-9619-3FE92036EDD3}" dt="2024-10-31T01:03:35.712" v="58"/>
          <ac:inkMkLst>
            <pc:docMk/>
            <pc:sldMk cId="538125563" sldId="263"/>
            <ac:inkMk id="12" creationId="{AF851548-3F3D-4C3D-1A4F-187A8266E6DC}"/>
          </ac:inkMkLst>
        </pc:inkChg>
        <pc:inkChg chg="del">
          <ac:chgData name="Hossain, Tanvir" userId="5379524b-2947-4ff6-93a6-0f4602028252" providerId="ADAL" clId="{F66C817B-0377-DF4E-9619-3FE92036EDD3}" dt="2024-10-31T01:02:54.036" v="46"/>
          <ac:inkMkLst>
            <pc:docMk/>
            <pc:sldMk cId="538125563" sldId="263"/>
            <ac:inkMk id="13" creationId="{0A77A499-2D58-81EB-3D02-670662F55CE7}"/>
          </ac:inkMkLst>
        </pc:inkChg>
        <pc:inkChg chg="add del">
          <ac:chgData name="Hossain, Tanvir" userId="5379524b-2947-4ff6-93a6-0f4602028252" providerId="ADAL" clId="{F66C817B-0377-DF4E-9619-3FE92036EDD3}" dt="2024-10-31T01:03:35.712" v="58"/>
          <ac:inkMkLst>
            <pc:docMk/>
            <pc:sldMk cId="538125563" sldId="263"/>
            <ac:inkMk id="14" creationId="{C38522A1-82A4-B66E-4677-6B0523027B11}"/>
          </ac:inkMkLst>
        </pc:inkChg>
        <pc:inkChg chg="add del">
          <ac:chgData name="Hossain, Tanvir" userId="5379524b-2947-4ff6-93a6-0f4602028252" providerId="ADAL" clId="{F66C817B-0377-DF4E-9619-3FE92036EDD3}" dt="2024-10-31T01:03:35.712" v="58"/>
          <ac:inkMkLst>
            <pc:docMk/>
            <pc:sldMk cId="538125563" sldId="263"/>
            <ac:inkMk id="15" creationId="{3C2B7C62-F69A-DBDD-EF08-22C625233064}"/>
          </ac:inkMkLst>
        </pc:inkChg>
        <pc:inkChg chg="del">
          <ac:chgData name="Hossain, Tanvir" userId="5379524b-2947-4ff6-93a6-0f4602028252" providerId="ADAL" clId="{F66C817B-0377-DF4E-9619-3FE92036EDD3}" dt="2024-10-31T01:02:54.020" v="43"/>
          <ac:inkMkLst>
            <pc:docMk/>
            <pc:sldMk cId="538125563" sldId="263"/>
            <ac:inkMk id="16" creationId="{6DA2161C-3D80-8026-F6AA-A16025BE8274}"/>
          </ac:inkMkLst>
        </pc:inkChg>
        <pc:inkChg chg="add del">
          <ac:chgData name="Hossain, Tanvir" userId="5379524b-2947-4ff6-93a6-0f4602028252" providerId="ADAL" clId="{F66C817B-0377-DF4E-9619-3FE92036EDD3}" dt="2024-10-31T01:03:35.712" v="58"/>
          <ac:inkMkLst>
            <pc:docMk/>
            <pc:sldMk cId="538125563" sldId="263"/>
            <ac:inkMk id="17" creationId="{3D98900C-F6F2-AB13-8E7D-F7FB520686E4}"/>
          </ac:inkMkLst>
        </pc:inkChg>
        <pc:inkChg chg="add reco">
          <ac:chgData name="Hossain, Tanvir" userId="5379524b-2947-4ff6-93a6-0f4602028252" providerId="ADAL" clId="{F66C817B-0377-DF4E-9619-3FE92036EDD3}" dt="2024-10-31T01:03:35.712" v="58"/>
          <ac:inkMkLst>
            <pc:docMk/>
            <pc:sldMk cId="538125563" sldId="263"/>
            <ac:inkMk id="18" creationId="{F86E3D44-8EA2-6052-709A-51C2BCA0A3EB}"/>
          </ac:inkMkLst>
        </pc:inkChg>
        <pc:inkChg chg="del">
          <ac:chgData name="Hossain, Tanvir" userId="5379524b-2947-4ff6-93a6-0f4602028252" providerId="ADAL" clId="{F66C817B-0377-DF4E-9619-3FE92036EDD3}" dt="2024-10-31T01:02:54.031" v="45"/>
          <ac:inkMkLst>
            <pc:docMk/>
            <pc:sldMk cId="538125563" sldId="263"/>
            <ac:inkMk id="19" creationId="{4E9D7D5A-875E-507E-2D8B-4B498C250E0E}"/>
          </ac:inkMkLst>
        </pc:inkChg>
        <pc:inkChg chg="add del">
          <ac:chgData name="Hossain, Tanvir" userId="5379524b-2947-4ff6-93a6-0f4602028252" providerId="ADAL" clId="{F66C817B-0377-DF4E-9619-3FE92036EDD3}" dt="2024-10-31T01:04:19.164" v="63"/>
          <ac:inkMkLst>
            <pc:docMk/>
            <pc:sldMk cId="538125563" sldId="263"/>
            <ac:inkMk id="20" creationId="{7B35406C-0931-7F5D-9AC5-F7203F4F4B0F}"/>
          </ac:inkMkLst>
        </pc:inkChg>
        <pc:inkChg chg="add del">
          <ac:chgData name="Hossain, Tanvir" userId="5379524b-2947-4ff6-93a6-0f4602028252" providerId="ADAL" clId="{F66C817B-0377-DF4E-9619-3FE92036EDD3}" dt="2024-10-31T01:04:19.164" v="63"/>
          <ac:inkMkLst>
            <pc:docMk/>
            <pc:sldMk cId="538125563" sldId="263"/>
            <ac:inkMk id="21" creationId="{CBF22129-11FC-22A8-B336-DCCB4A65FBA6}"/>
          </ac:inkMkLst>
        </pc:inkChg>
        <pc:inkChg chg="add del">
          <ac:chgData name="Hossain, Tanvir" userId="5379524b-2947-4ff6-93a6-0f4602028252" providerId="ADAL" clId="{F66C817B-0377-DF4E-9619-3FE92036EDD3}" dt="2024-10-31T01:04:19.164" v="63"/>
          <ac:inkMkLst>
            <pc:docMk/>
            <pc:sldMk cId="538125563" sldId="263"/>
            <ac:inkMk id="22" creationId="{B0A3D256-0212-0B15-5C13-02A57A33BD54}"/>
          </ac:inkMkLst>
        </pc:inkChg>
        <pc:inkChg chg="del">
          <ac:chgData name="Hossain, Tanvir" userId="5379524b-2947-4ff6-93a6-0f4602028252" providerId="ADAL" clId="{F66C817B-0377-DF4E-9619-3FE92036EDD3}" dt="2024-10-31T01:02:54.025" v="44"/>
          <ac:inkMkLst>
            <pc:docMk/>
            <pc:sldMk cId="538125563" sldId="263"/>
            <ac:inkMk id="23" creationId="{2138DB72-563F-F258-B3F3-717B812E9B93}"/>
          </ac:inkMkLst>
        </pc:inkChg>
        <pc:inkChg chg="add del">
          <ac:chgData name="Hossain, Tanvir" userId="5379524b-2947-4ff6-93a6-0f4602028252" providerId="ADAL" clId="{F66C817B-0377-DF4E-9619-3FE92036EDD3}" dt="2024-10-31T01:04:19.164" v="63"/>
          <ac:inkMkLst>
            <pc:docMk/>
            <pc:sldMk cId="538125563" sldId="263"/>
            <ac:inkMk id="24" creationId="{900EB6CA-9F20-D3E3-55EF-CC018B9BAAB6}"/>
          </ac:inkMkLst>
        </pc:inkChg>
        <pc:inkChg chg="add reco">
          <ac:chgData name="Hossain, Tanvir" userId="5379524b-2947-4ff6-93a6-0f4602028252" providerId="ADAL" clId="{F66C817B-0377-DF4E-9619-3FE92036EDD3}" dt="2024-10-31T01:04:19.164" v="63"/>
          <ac:inkMkLst>
            <pc:docMk/>
            <pc:sldMk cId="538125563" sldId="263"/>
            <ac:inkMk id="25" creationId="{8E9AECED-7207-CDFF-7686-D578AA13A1CF}"/>
          </ac:inkMkLst>
        </pc:inkChg>
        <pc:inkChg chg="del">
          <ac:chgData name="Hossain, Tanvir" userId="5379524b-2947-4ff6-93a6-0f4602028252" providerId="ADAL" clId="{F66C817B-0377-DF4E-9619-3FE92036EDD3}" dt="2024-10-31T01:02:54.013" v="42"/>
          <ac:inkMkLst>
            <pc:docMk/>
            <pc:sldMk cId="538125563" sldId="263"/>
            <ac:inkMk id="26" creationId="{B0AB2F96-022B-2C49-F71B-109C00E9EE97}"/>
          </ac:inkMkLst>
        </pc:inkChg>
        <pc:inkChg chg="del">
          <ac:chgData name="Hossain, Tanvir" userId="5379524b-2947-4ff6-93a6-0f4602028252" providerId="ADAL" clId="{F66C817B-0377-DF4E-9619-3FE92036EDD3}" dt="2024-10-31T01:02:54.045" v="48"/>
          <ac:inkMkLst>
            <pc:docMk/>
            <pc:sldMk cId="538125563" sldId="263"/>
            <ac:inkMk id="27" creationId="{0DD69628-6807-A309-2AC0-565C13A8F629}"/>
          </ac:inkMkLst>
        </pc:inkChg>
        <pc:inkChg chg="add del">
          <ac:chgData name="Hossain, Tanvir" userId="5379524b-2947-4ff6-93a6-0f4602028252" providerId="ADAL" clId="{F66C817B-0377-DF4E-9619-3FE92036EDD3}" dt="2024-10-31T01:04:29.923" v="66"/>
          <ac:inkMkLst>
            <pc:docMk/>
            <pc:sldMk cId="538125563" sldId="263"/>
            <ac:inkMk id="28" creationId="{A08EFC7F-D8C6-4F68-E036-43C7DCF00819}"/>
          </ac:inkMkLst>
        </pc:inkChg>
        <pc:inkChg chg="add del">
          <ac:chgData name="Hossain, Tanvir" userId="5379524b-2947-4ff6-93a6-0f4602028252" providerId="ADAL" clId="{F66C817B-0377-DF4E-9619-3FE92036EDD3}" dt="2024-10-31T01:04:29.923" v="66"/>
          <ac:inkMkLst>
            <pc:docMk/>
            <pc:sldMk cId="538125563" sldId="263"/>
            <ac:inkMk id="29" creationId="{BC1FDB66-5328-79C1-8577-7F1AF88EBC16}"/>
          </ac:inkMkLst>
        </pc:inkChg>
        <pc:inkChg chg="add reco">
          <ac:chgData name="Hossain, Tanvir" userId="5379524b-2947-4ff6-93a6-0f4602028252" providerId="ADAL" clId="{F66C817B-0377-DF4E-9619-3FE92036EDD3}" dt="2024-10-31T01:04:29.923" v="66"/>
          <ac:inkMkLst>
            <pc:docMk/>
            <pc:sldMk cId="538125563" sldId="263"/>
            <ac:inkMk id="30" creationId="{FAAB8A78-0512-C66A-CE88-CE8B86B789E3}"/>
          </ac:inkMkLst>
        </pc:inkChg>
        <pc:inkChg chg="add del">
          <ac:chgData name="Hossain, Tanvir" userId="5379524b-2947-4ff6-93a6-0f4602028252" providerId="ADAL" clId="{F66C817B-0377-DF4E-9619-3FE92036EDD3}" dt="2024-10-31T01:04:37.764" v="69"/>
          <ac:inkMkLst>
            <pc:docMk/>
            <pc:sldMk cId="538125563" sldId="263"/>
            <ac:inkMk id="31" creationId="{A66EE728-AF83-399A-4E73-78384DE06513}"/>
          </ac:inkMkLst>
        </pc:inkChg>
        <pc:inkChg chg="add del">
          <ac:chgData name="Hossain, Tanvir" userId="5379524b-2947-4ff6-93a6-0f4602028252" providerId="ADAL" clId="{F66C817B-0377-DF4E-9619-3FE92036EDD3}" dt="2024-10-31T01:04:37.764" v="69"/>
          <ac:inkMkLst>
            <pc:docMk/>
            <pc:sldMk cId="538125563" sldId="263"/>
            <ac:inkMk id="32" creationId="{24ABDE00-8FC3-54FD-BB9C-E51E04041C09}"/>
          </ac:inkMkLst>
        </pc:inkChg>
        <pc:inkChg chg="add reco">
          <ac:chgData name="Hossain, Tanvir" userId="5379524b-2947-4ff6-93a6-0f4602028252" providerId="ADAL" clId="{F66C817B-0377-DF4E-9619-3FE92036EDD3}" dt="2024-10-31T01:04:37.764" v="69"/>
          <ac:inkMkLst>
            <pc:docMk/>
            <pc:sldMk cId="538125563" sldId="263"/>
            <ac:inkMk id="33" creationId="{BDAA6FC8-319B-C431-DD42-FD8FBB23D49A}"/>
          </ac:inkMkLst>
        </pc:inkChg>
        <pc:inkChg chg="add">
          <ac:chgData name="Hossain, Tanvir" userId="5379524b-2947-4ff6-93a6-0f4602028252" providerId="ADAL" clId="{F66C817B-0377-DF4E-9619-3FE92036EDD3}" dt="2024-10-31T01:04:41.677" v="70"/>
          <ac:inkMkLst>
            <pc:docMk/>
            <pc:sldMk cId="538125563" sldId="263"/>
            <ac:inkMk id="34" creationId="{E5C6E159-E426-859E-1E2C-BEB25BC1C372}"/>
          </ac:inkMkLst>
        </pc:inkChg>
        <pc:inkChg chg="add">
          <ac:chgData name="Hossain, Tanvir" userId="5379524b-2947-4ff6-93a6-0f4602028252" providerId="ADAL" clId="{F66C817B-0377-DF4E-9619-3FE92036EDD3}" dt="2024-10-31T01:04:52.306" v="71"/>
          <ac:inkMkLst>
            <pc:docMk/>
            <pc:sldMk cId="538125563" sldId="263"/>
            <ac:inkMk id="35" creationId="{9C7C036C-A214-1DCC-D289-9497EC35F5A0}"/>
          </ac:inkMkLst>
        </pc:inkChg>
        <pc:inkChg chg="add del">
          <ac:chgData name="Hossain, Tanvir" userId="5379524b-2947-4ff6-93a6-0f4602028252" providerId="ADAL" clId="{F66C817B-0377-DF4E-9619-3FE92036EDD3}" dt="2024-10-31T01:05:10.755" v="77"/>
          <ac:inkMkLst>
            <pc:docMk/>
            <pc:sldMk cId="538125563" sldId="263"/>
            <ac:inkMk id="36" creationId="{330F5141-1740-A8A1-B393-6C4B8C1A55A8}"/>
          </ac:inkMkLst>
        </pc:inkChg>
        <pc:inkChg chg="add del">
          <ac:chgData name="Hossain, Tanvir" userId="5379524b-2947-4ff6-93a6-0f4602028252" providerId="ADAL" clId="{F66C817B-0377-DF4E-9619-3FE92036EDD3}" dt="2024-10-31T01:05:10.755" v="77"/>
          <ac:inkMkLst>
            <pc:docMk/>
            <pc:sldMk cId="538125563" sldId="263"/>
            <ac:inkMk id="37" creationId="{571CE478-ECD3-59FF-AA71-0A13FF86C804}"/>
          </ac:inkMkLst>
        </pc:inkChg>
        <pc:inkChg chg="add del">
          <ac:chgData name="Hossain, Tanvir" userId="5379524b-2947-4ff6-93a6-0f4602028252" providerId="ADAL" clId="{F66C817B-0377-DF4E-9619-3FE92036EDD3}" dt="2024-10-31T01:05:10.755" v="77"/>
          <ac:inkMkLst>
            <pc:docMk/>
            <pc:sldMk cId="538125563" sldId="263"/>
            <ac:inkMk id="38" creationId="{A12114A0-A29F-755C-7CB9-9F3807F1F365}"/>
          </ac:inkMkLst>
        </pc:inkChg>
        <pc:inkChg chg="add del">
          <ac:chgData name="Hossain, Tanvir" userId="5379524b-2947-4ff6-93a6-0f4602028252" providerId="ADAL" clId="{F66C817B-0377-DF4E-9619-3FE92036EDD3}" dt="2024-10-31T01:05:10.755" v="77"/>
          <ac:inkMkLst>
            <pc:docMk/>
            <pc:sldMk cId="538125563" sldId="263"/>
            <ac:inkMk id="39" creationId="{E11FD559-0F93-02E5-665D-2F8636C0FDAD}"/>
          </ac:inkMkLst>
        </pc:inkChg>
        <pc:inkChg chg="add del">
          <ac:chgData name="Hossain, Tanvir" userId="5379524b-2947-4ff6-93a6-0f4602028252" providerId="ADAL" clId="{F66C817B-0377-DF4E-9619-3FE92036EDD3}" dt="2024-10-31T01:05:10.755" v="77"/>
          <ac:inkMkLst>
            <pc:docMk/>
            <pc:sldMk cId="538125563" sldId="263"/>
            <ac:inkMk id="40" creationId="{176B2973-2C38-9152-3025-44A7361DB56A}"/>
          </ac:inkMkLst>
        </pc:inkChg>
        <pc:inkChg chg="add reco">
          <ac:chgData name="Hossain, Tanvir" userId="5379524b-2947-4ff6-93a6-0f4602028252" providerId="ADAL" clId="{F66C817B-0377-DF4E-9619-3FE92036EDD3}" dt="2024-10-31T01:05:10.755" v="77"/>
          <ac:inkMkLst>
            <pc:docMk/>
            <pc:sldMk cId="538125563" sldId="263"/>
            <ac:inkMk id="41" creationId="{8A09CC28-4870-0A98-1D02-D56F54872ABF}"/>
          </ac:inkMkLst>
        </pc:inkChg>
        <pc:inkChg chg="add">
          <ac:chgData name="Hossain, Tanvir" userId="5379524b-2947-4ff6-93a6-0f4602028252" providerId="ADAL" clId="{F66C817B-0377-DF4E-9619-3FE92036EDD3}" dt="2024-10-31T01:05:18.615" v="78"/>
          <ac:inkMkLst>
            <pc:docMk/>
            <pc:sldMk cId="538125563" sldId="263"/>
            <ac:inkMk id="42" creationId="{BC38600E-CBA9-1521-91AE-208F7986069E}"/>
          </ac:inkMkLst>
        </pc:inkChg>
        <pc:inkChg chg="add">
          <ac:chgData name="Hossain, Tanvir" userId="5379524b-2947-4ff6-93a6-0f4602028252" providerId="ADAL" clId="{F66C817B-0377-DF4E-9619-3FE92036EDD3}" dt="2024-10-31T01:05:22.497" v="79"/>
          <ac:inkMkLst>
            <pc:docMk/>
            <pc:sldMk cId="538125563" sldId="263"/>
            <ac:inkMk id="43" creationId="{47585B5E-1E34-260C-0D8E-DF8F308D896A}"/>
          </ac:inkMkLst>
        </pc:inkChg>
        <pc:inkChg chg="add del">
          <ac:chgData name="Hossain, Tanvir" userId="5379524b-2947-4ff6-93a6-0f4602028252" providerId="ADAL" clId="{F66C817B-0377-DF4E-9619-3FE92036EDD3}" dt="2024-10-31T01:05:34.771" v="83"/>
          <ac:inkMkLst>
            <pc:docMk/>
            <pc:sldMk cId="538125563" sldId="263"/>
            <ac:inkMk id="44" creationId="{4370031B-F191-4D66-0CAE-83EC0B074857}"/>
          </ac:inkMkLst>
        </pc:inkChg>
        <pc:inkChg chg="add del">
          <ac:chgData name="Hossain, Tanvir" userId="5379524b-2947-4ff6-93a6-0f4602028252" providerId="ADAL" clId="{F66C817B-0377-DF4E-9619-3FE92036EDD3}" dt="2024-10-31T01:05:34.771" v="83"/>
          <ac:inkMkLst>
            <pc:docMk/>
            <pc:sldMk cId="538125563" sldId="263"/>
            <ac:inkMk id="45" creationId="{EDC7BCFE-E525-D203-D67A-4A1891198C44}"/>
          </ac:inkMkLst>
        </pc:inkChg>
        <pc:inkChg chg="add del">
          <ac:chgData name="Hossain, Tanvir" userId="5379524b-2947-4ff6-93a6-0f4602028252" providerId="ADAL" clId="{F66C817B-0377-DF4E-9619-3FE92036EDD3}" dt="2024-10-31T01:05:34.771" v="83"/>
          <ac:inkMkLst>
            <pc:docMk/>
            <pc:sldMk cId="538125563" sldId="263"/>
            <ac:inkMk id="46" creationId="{832256C7-526F-E654-6DA6-5EE5C33A7762}"/>
          </ac:inkMkLst>
        </pc:inkChg>
        <pc:inkChg chg="add reco">
          <ac:chgData name="Hossain, Tanvir" userId="5379524b-2947-4ff6-93a6-0f4602028252" providerId="ADAL" clId="{F66C817B-0377-DF4E-9619-3FE92036EDD3}" dt="2024-10-31T01:05:34.771" v="83"/>
          <ac:inkMkLst>
            <pc:docMk/>
            <pc:sldMk cId="538125563" sldId="263"/>
            <ac:inkMk id="47" creationId="{D641E699-3CD8-44D0-141E-2EB230FF8612}"/>
          </ac:inkMkLst>
        </pc:inkChg>
        <pc:inkChg chg="add">
          <ac:chgData name="Hossain, Tanvir" userId="5379524b-2947-4ff6-93a6-0f4602028252" providerId="ADAL" clId="{F66C817B-0377-DF4E-9619-3FE92036EDD3}" dt="2024-10-31T01:05:38.125" v="84"/>
          <ac:inkMkLst>
            <pc:docMk/>
            <pc:sldMk cId="538125563" sldId="263"/>
            <ac:inkMk id="48" creationId="{054AE997-644C-BFBD-CC56-B1CE2CDE827E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49" creationId="{1D29FBB8-374C-4A8D-7BC1-E704FF526513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0" creationId="{0055CDAC-98C4-61CF-ADB9-71BF58226166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1" creationId="{74C419D0-B08E-F409-73D8-AE5253815C62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2" creationId="{4A0779F7-EDC7-CD32-40C3-A1B513907410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3" creationId="{39FDA453-350D-69EC-C0F3-183B248F2CD1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4" creationId="{A84BDAE2-BBCD-B804-33B8-46CEF0D11DBD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5" creationId="{6D6048DA-2EAE-8FD5-E40B-C779DA0A7443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6" creationId="{A7A9F12B-0786-43E3-D1D0-C8D59F17E3FD}"/>
          </ac:inkMkLst>
        </pc:inkChg>
        <pc:inkChg chg="add del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7" creationId="{D461A897-09B7-B5D4-394B-3DC3D19E224F}"/>
          </ac:inkMkLst>
        </pc:inkChg>
        <pc:inkChg chg="add reco">
          <ac:chgData name="Hossain, Tanvir" userId="5379524b-2947-4ff6-93a6-0f4602028252" providerId="ADAL" clId="{F66C817B-0377-DF4E-9619-3FE92036EDD3}" dt="2024-10-31T01:06:15.828" v="94"/>
          <ac:inkMkLst>
            <pc:docMk/>
            <pc:sldMk cId="538125563" sldId="263"/>
            <ac:inkMk id="58" creationId="{164566D3-8BFD-46FB-F984-1230413E751B}"/>
          </ac:inkMkLst>
        </pc:inkChg>
        <pc:inkChg chg="add">
          <ac:chgData name="Hossain, Tanvir" userId="5379524b-2947-4ff6-93a6-0f4602028252" providerId="ADAL" clId="{F66C817B-0377-DF4E-9619-3FE92036EDD3}" dt="2024-10-31T01:06:27.325" v="95"/>
          <ac:inkMkLst>
            <pc:docMk/>
            <pc:sldMk cId="538125563" sldId="263"/>
            <ac:inkMk id="59" creationId="{BFC7A5F3-322D-1AFE-EE43-F58843C66F96}"/>
          </ac:inkMkLst>
        </pc:inkChg>
        <pc:inkChg chg="add del">
          <ac:chgData name="Hossain, Tanvir" userId="5379524b-2947-4ff6-93a6-0f4602028252" providerId="ADAL" clId="{F66C817B-0377-DF4E-9619-3FE92036EDD3}" dt="2024-10-31T01:06:31.003" v="99"/>
          <ac:inkMkLst>
            <pc:docMk/>
            <pc:sldMk cId="538125563" sldId="263"/>
            <ac:inkMk id="60" creationId="{ABE03353-E81E-4B6C-D5A8-7A84CA2A9DE9}"/>
          </ac:inkMkLst>
        </pc:inkChg>
        <pc:inkChg chg="add del">
          <ac:chgData name="Hossain, Tanvir" userId="5379524b-2947-4ff6-93a6-0f4602028252" providerId="ADAL" clId="{F66C817B-0377-DF4E-9619-3FE92036EDD3}" dt="2024-10-31T01:06:31.003" v="99"/>
          <ac:inkMkLst>
            <pc:docMk/>
            <pc:sldMk cId="538125563" sldId="263"/>
            <ac:inkMk id="61" creationId="{2EB69689-A40F-F66A-C25D-DE40020E639B}"/>
          </ac:inkMkLst>
        </pc:inkChg>
        <pc:inkChg chg="add del">
          <ac:chgData name="Hossain, Tanvir" userId="5379524b-2947-4ff6-93a6-0f4602028252" providerId="ADAL" clId="{F66C817B-0377-DF4E-9619-3FE92036EDD3}" dt="2024-10-31T01:06:31.003" v="99"/>
          <ac:inkMkLst>
            <pc:docMk/>
            <pc:sldMk cId="538125563" sldId="263"/>
            <ac:inkMk id="62" creationId="{7F9ACFEC-269D-B3FB-3646-7E091D7C59B4}"/>
          </ac:inkMkLst>
        </pc:inkChg>
        <pc:inkChg chg="add reco">
          <ac:chgData name="Hossain, Tanvir" userId="5379524b-2947-4ff6-93a6-0f4602028252" providerId="ADAL" clId="{F66C817B-0377-DF4E-9619-3FE92036EDD3}" dt="2024-10-31T01:06:31.003" v="99"/>
          <ac:inkMkLst>
            <pc:docMk/>
            <pc:sldMk cId="538125563" sldId="263"/>
            <ac:inkMk id="63" creationId="{AFC720B4-4EC2-F93E-0475-B48CA971F097}"/>
          </ac:inkMkLst>
        </pc:inkChg>
        <pc:inkChg chg="add del">
          <ac:chgData name="Hossain, Tanvir" userId="5379524b-2947-4ff6-93a6-0f4602028252" providerId="ADAL" clId="{F66C817B-0377-DF4E-9619-3FE92036EDD3}" dt="2024-10-31T01:06:54.447" v="102"/>
          <ac:inkMkLst>
            <pc:docMk/>
            <pc:sldMk cId="538125563" sldId="263"/>
            <ac:inkMk id="64" creationId="{217FE8E4-A377-DB47-0D6A-6F7E93D40FEF}"/>
          </ac:inkMkLst>
        </pc:inkChg>
        <pc:inkChg chg="add del">
          <ac:chgData name="Hossain, Tanvir" userId="5379524b-2947-4ff6-93a6-0f4602028252" providerId="ADAL" clId="{F66C817B-0377-DF4E-9619-3FE92036EDD3}" dt="2024-10-31T01:06:54.447" v="102"/>
          <ac:inkMkLst>
            <pc:docMk/>
            <pc:sldMk cId="538125563" sldId="263"/>
            <ac:inkMk id="65" creationId="{51BC2725-68BF-9847-AD97-4951DD69FF19}"/>
          </ac:inkMkLst>
        </pc:inkChg>
        <pc:inkChg chg="add reco">
          <ac:chgData name="Hossain, Tanvir" userId="5379524b-2947-4ff6-93a6-0f4602028252" providerId="ADAL" clId="{F66C817B-0377-DF4E-9619-3FE92036EDD3}" dt="2024-10-31T01:06:54.447" v="102"/>
          <ac:inkMkLst>
            <pc:docMk/>
            <pc:sldMk cId="538125563" sldId="263"/>
            <ac:inkMk id="66" creationId="{F586AA23-C00F-C19A-594D-898C0875A585}"/>
          </ac:inkMkLst>
        </pc:inkChg>
        <pc:inkChg chg="add del">
          <ac:chgData name="Hossain, Tanvir" userId="5379524b-2947-4ff6-93a6-0f4602028252" providerId="ADAL" clId="{F66C817B-0377-DF4E-9619-3FE92036EDD3}" dt="2024-10-31T01:07:00.039" v="105"/>
          <ac:inkMkLst>
            <pc:docMk/>
            <pc:sldMk cId="538125563" sldId="263"/>
            <ac:inkMk id="67" creationId="{48757B5D-8D4B-7AA7-7E6A-D7E9AE1BD887}"/>
          </ac:inkMkLst>
        </pc:inkChg>
        <pc:inkChg chg="add del">
          <ac:chgData name="Hossain, Tanvir" userId="5379524b-2947-4ff6-93a6-0f4602028252" providerId="ADAL" clId="{F66C817B-0377-DF4E-9619-3FE92036EDD3}" dt="2024-10-31T01:07:00.039" v="105"/>
          <ac:inkMkLst>
            <pc:docMk/>
            <pc:sldMk cId="538125563" sldId="263"/>
            <ac:inkMk id="68" creationId="{D7310556-4247-AC6A-3DAB-4E6B791ED98D}"/>
          </ac:inkMkLst>
        </pc:inkChg>
        <pc:inkChg chg="add reco">
          <ac:chgData name="Hossain, Tanvir" userId="5379524b-2947-4ff6-93a6-0f4602028252" providerId="ADAL" clId="{F66C817B-0377-DF4E-9619-3FE92036EDD3}" dt="2024-10-31T01:07:00.039" v="105"/>
          <ac:inkMkLst>
            <pc:docMk/>
            <pc:sldMk cId="538125563" sldId="263"/>
            <ac:inkMk id="69" creationId="{83762671-3F2E-78B6-E867-5F04656C5FDC}"/>
          </ac:inkMkLst>
        </pc:inkChg>
        <pc:inkChg chg="add del">
          <ac:chgData name="Hossain, Tanvir" userId="5379524b-2947-4ff6-93a6-0f4602028252" providerId="ADAL" clId="{F66C817B-0377-DF4E-9619-3FE92036EDD3}" dt="2024-10-31T01:07:05.918" v="108"/>
          <ac:inkMkLst>
            <pc:docMk/>
            <pc:sldMk cId="538125563" sldId="263"/>
            <ac:inkMk id="70" creationId="{414BF5C7-A04C-10DC-CADE-70028EF72194}"/>
          </ac:inkMkLst>
        </pc:inkChg>
        <pc:inkChg chg="add del">
          <ac:chgData name="Hossain, Tanvir" userId="5379524b-2947-4ff6-93a6-0f4602028252" providerId="ADAL" clId="{F66C817B-0377-DF4E-9619-3FE92036EDD3}" dt="2024-10-31T01:07:05.918" v="108"/>
          <ac:inkMkLst>
            <pc:docMk/>
            <pc:sldMk cId="538125563" sldId="263"/>
            <ac:inkMk id="71" creationId="{596E08EB-095D-8A8B-8538-1AA1C9CF5BAA}"/>
          </ac:inkMkLst>
        </pc:inkChg>
        <pc:inkChg chg="add reco">
          <ac:chgData name="Hossain, Tanvir" userId="5379524b-2947-4ff6-93a6-0f4602028252" providerId="ADAL" clId="{F66C817B-0377-DF4E-9619-3FE92036EDD3}" dt="2024-10-31T01:07:05.918" v="108"/>
          <ac:inkMkLst>
            <pc:docMk/>
            <pc:sldMk cId="538125563" sldId="263"/>
            <ac:inkMk id="72" creationId="{3C9DA445-42D4-A143-63F4-62EB135B9577}"/>
          </ac:inkMkLst>
        </pc:inkChg>
        <pc:inkChg chg="add del">
          <ac:chgData name="Hossain, Tanvir" userId="5379524b-2947-4ff6-93a6-0f4602028252" providerId="ADAL" clId="{F66C817B-0377-DF4E-9619-3FE92036EDD3}" dt="2024-10-31T01:07:11.189" v="111"/>
          <ac:inkMkLst>
            <pc:docMk/>
            <pc:sldMk cId="538125563" sldId="263"/>
            <ac:inkMk id="73" creationId="{5CCDAE27-FCD9-023A-0FC9-689AAC1EC199}"/>
          </ac:inkMkLst>
        </pc:inkChg>
        <pc:inkChg chg="add del">
          <ac:chgData name="Hossain, Tanvir" userId="5379524b-2947-4ff6-93a6-0f4602028252" providerId="ADAL" clId="{F66C817B-0377-DF4E-9619-3FE92036EDD3}" dt="2024-10-31T01:07:11.189" v="111"/>
          <ac:inkMkLst>
            <pc:docMk/>
            <pc:sldMk cId="538125563" sldId="263"/>
            <ac:inkMk id="74" creationId="{081ABC70-97C9-3BCF-A777-93F49A38327A}"/>
          </ac:inkMkLst>
        </pc:inkChg>
        <pc:inkChg chg="add reco">
          <ac:chgData name="Hossain, Tanvir" userId="5379524b-2947-4ff6-93a6-0f4602028252" providerId="ADAL" clId="{F66C817B-0377-DF4E-9619-3FE92036EDD3}" dt="2024-10-31T01:07:11.189" v="111"/>
          <ac:inkMkLst>
            <pc:docMk/>
            <pc:sldMk cId="538125563" sldId="263"/>
            <ac:inkMk id="75" creationId="{F6520B61-F77A-2FA2-A581-A7D7F9713EB0}"/>
          </ac:inkMkLst>
        </pc:inkChg>
        <pc:inkChg chg="add">
          <ac:chgData name="Hossain, Tanvir" userId="5379524b-2947-4ff6-93a6-0f4602028252" providerId="ADAL" clId="{F66C817B-0377-DF4E-9619-3FE92036EDD3}" dt="2024-10-31T01:07:13.211" v="112"/>
          <ac:inkMkLst>
            <pc:docMk/>
            <pc:sldMk cId="538125563" sldId="263"/>
            <ac:inkMk id="76" creationId="{9DC35FA2-AD1A-5D77-1928-C63BF87AE191}"/>
          </ac:inkMkLst>
        </pc:inkChg>
        <pc:inkChg chg="add">
          <ac:chgData name="Hossain, Tanvir" userId="5379524b-2947-4ff6-93a6-0f4602028252" providerId="ADAL" clId="{F66C817B-0377-DF4E-9619-3FE92036EDD3}" dt="2024-10-31T01:07:25.705" v="113"/>
          <ac:inkMkLst>
            <pc:docMk/>
            <pc:sldMk cId="538125563" sldId="263"/>
            <ac:inkMk id="77" creationId="{4D8D715B-0000-E593-21AD-18DBCD7ECE3E}"/>
          </ac:inkMkLst>
        </pc:inkChg>
        <pc:inkChg chg="add">
          <ac:chgData name="Hossain, Tanvir" userId="5379524b-2947-4ff6-93a6-0f4602028252" providerId="ADAL" clId="{F66C817B-0377-DF4E-9619-3FE92036EDD3}" dt="2024-10-31T01:07:29.373" v="114"/>
          <ac:inkMkLst>
            <pc:docMk/>
            <pc:sldMk cId="538125563" sldId="263"/>
            <ac:inkMk id="78" creationId="{F0A3A28D-6977-96EA-4309-5A92C18B8171}"/>
          </ac:inkMkLst>
        </pc:inkChg>
        <pc:inkChg chg="add">
          <ac:chgData name="Hossain, Tanvir" userId="5379524b-2947-4ff6-93a6-0f4602028252" providerId="ADAL" clId="{F66C817B-0377-DF4E-9619-3FE92036EDD3}" dt="2024-10-31T01:07:41.150" v="115"/>
          <ac:inkMkLst>
            <pc:docMk/>
            <pc:sldMk cId="538125563" sldId="263"/>
            <ac:inkMk id="79" creationId="{B3459D4D-EC49-3066-EDE5-E438C046BB1B}"/>
          </ac:inkMkLst>
        </pc:inkChg>
        <pc:inkChg chg="add">
          <ac:chgData name="Hossain, Tanvir" userId="5379524b-2947-4ff6-93a6-0f4602028252" providerId="ADAL" clId="{F66C817B-0377-DF4E-9619-3FE92036EDD3}" dt="2024-10-31T01:07:53.580" v="116"/>
          <ac:inkMkLst>
            <pc:docMk/>
            <pc:sldMk cId="538125563" sldId="263"/>
            <ac:inkMk id="80" creationId="{00ADA5B0-2621-FA07-CDDB-F5C3B586C364}"/>
          </ac:inkMkLst>
        </pc:inkChg>
        <pc:inkChg chg="add del">
          <ac:chgData name="Hossain, Tanvir" userId="5379524b-2947-4ff6-93a6-0f4602028252" providerId="ADAL" clId="{F66C817B-0377-DF4E-9619-3FE92036EDD3}" dt="2024-10-31T01:08:02.324" v="119"/>
          <ac:inkMkLst>
            <pc:docMk/>
            <pc:sldMk cId="538125563" sldId="263"/>
            <ac:inkMk id="81" creationId="{3ABDC8E7-02D2-19F2-2DCF-78AF76FC8325}"/>
          </ac:inkMkLst>
        </pc:inkChg>
        <pc:inkChg chg="add del">
          <ac:chgData name="Hossain, Tanvir" userId="5379524b-2947-4ff6-93a6-0f4602028252" providerId="ADAL" clId="{F66C817B-0377-DF4E-9619-3FE92036EDD3}" dt="2024-10-31T01:08:02.324" v="119"/>
          <ac:inkMkLst>
            <pc:docMk/>
            <pc:sldMk cId="538125563" sldId="263"/>
            <ac:inkMk id="82" creationId="{385529C3-9427-C743-39EA-0DCFA69ABE42}"/>
          </ac:inkMkLst>
        </pc:inkChg>
        <pc:inkChg chg="add reco">
          <ac:chgData name="Hossain, Tanvir" userId="5379524b-2947-4ff6-93a6-0f4602028252" providerId="ADAL" clId="{F66C817B-0377-DF4E-9619-3FE92036EDD3}" dt="2024-10-31T01:08:02.324" v="119"/>
          <ac:inkMkLst>
            <pc:docMk/>
            <pc:sldMk cId="538125563" sldId="263"/>
            <ac:inkMk id="83" creationId="{06BCE987-9525-7EA8-D59D-21A2582E072F}"/>
          </ac:inkMkLst>
        </pc:inkChg>
        <pc:inkChg chg="add del">
          <ac:chgData name="Hossain, Tanvir" userId="5379524b-2947-4ff6-93a6-0f4602028252" providerId="ADAL" clId="{F66C817B-0377-DF4E-9619-3FE92036EDD3}" dt="2024-10-31T01:08:07.409" v="123"/>
          <ac:inkMkLst>
            <pc:docMk/>
            <pc:sldMk cId="538125563" sldId="263"/>
            <ac:inkMk id="84" creationId="{BE196EAB-D0DF-7E23-46CD-2715E11AEA0B}"/>
          </ac:inkMkLst>
        </pc:inkChg>
        <pc:inkChg chg="add del">
          <ac:chgData name="Hossain, Tanvir" userId="5379524b-2947-4ff6-93a6-0f4602028252" providerId="ADAL" clId="{F66C817B-0377-DF4E-9619-3FE92036EDD3}" dt="2024-10-31T01:08:07.409" v="123"/>
          <ac:inkMkLst>
            <pc:docMk/>
            <pc:sldMk cId="538125563" sldId="263"/>
            <ac:inkMk id="85" creationId="{5F52FC1E-04B1-ED2E-BC65-DF1BCF4F2C6A}"/>
          </ac:inkMkLst>
        </pc:inkChg>
        <pc:inkChg chg="add del">
          <ac:chgData name="Hossain, Tanvir" userId="5379524b-2947-4ff6-93a6-0f4602028252" providerId="ADAL" clId="{F66C817B-0377-DF4E-9619-3FE92036EDD3}" dt="2024-10-31T01:08:07.409" v="123"/>
          <ac:inkMkLst>
            <pc:docMk/>
            <pc:sldMk cId="538125563" sldId="263"/>
            <ac:inkMk id="86" creationId="{626F9290-3867-FC6A-6911-242D4838A656}"/>
          </ac:inkMkLst>
        </pc:inkChg>
        <pc:inkChg chg="add reco">
          <ac:chgData name="Hossain, Tanvir" userId="5379524b-2947-4ff6-93a6-0f4602028252" providerId="ADAL" clId="{F66C817B-0377-DF4E-9619-3FE92036EDD3}" dt="2024-10-31T01:08:07.409" v="123"/>
          <ac:inkMkLst>
            <pc:docMk/>
            <pc:sldMk cId="538125563" sldId="263"/>
            <ac:inkMk id="87" creationId="{B2030D0D-0DFC-818B-0122-FA0709218085}"/>
          </ac:inkMkLst>
        </pc:inkChg>
        <pc:inkChg chg="add del">
          <ac:chgData name="Hossain, Tanvir" userId="5379524b-2947-4ff6-93a6-0f4602028252" providerId="ADAL" clId="{F66C817B-0377-DF4E-9619-3FE92036EDD3}" dt="2024-10-31T01:08:42.517" v="127"/>
          <ac:inkMkLst>
            <pc:docMk/>
            <pc:sldMk cId="538125563" sldId="263"/>
            <ac:inkMk id="88" creationId="{E41CEC20-D9E4-10F0-E8C6-14FC0FA1736B}"/>
          </ac:inkMkLst>
        </pc:inkChg>
        <pc:inkChg chg="add del">
          <ac:chgData name="Hossain, Tanvir" userId="5379524b-2947-4ff6-93a6-0f4602028252" providerId="ADAL" clId="{F66C817B-0377-DF4E-9619-3FE92036EDD3}" dt="2024-10-31T01:08:42.517" v="127"/>
          <ac:inkMkLst>
            <pc:docMk/>
            <pc:sldMk cId="538125563" sldId="263"/>
            <ac:inkMk id="89" creationId="{C7A03972-E4C1-E8C6-B02D-EF3232E44D0C}"/>
          </ac:inkMkLst>
        </pc:inkChg>
        <pc:inkChg chg="add del reco">
          <ac:chgData name="Hossain, Tanvir" userId="5379524b-2947-4ff6-93a6-0f4602028252" providerId="ADAL" clId="{F66C817B-0377-DF4E-9619-3FE92036EDD3}" dt="2024-10-31T01:08:42.517" v="127"/>
          <ac:inkMkLst>
            <pc:docMk/>
            <pc:sldMk cId="538125563" sldId="263"/>
            <ac:inkMk id="90" creationId="{F95F7B7A-F859-2027-8943-E4E9003C17F5}"/>
          </ac:inkMkLst>
        </pc:inkChg>
        <pc:inkChg chg="add">
          <ac:chgData name="Hossain, Tanvir" userId="5379524b-2947-4ff6-93a6-0f4602028252" providerId="ADAL" clId="{F66C817B-0377-DF4E-9619-3FE92036EDD3}" dt="2024-10-31T01:08:44.479" v="128"/>
          <ac:inkMkLst>
            <pc:docMk/>
            <pc:sldMk cId="538125563" sldId="263"/>
            <ac:inkMk id="91" creationId="{E9ADE926-BB80-98BF-8804-2798BEAD8BB8}"/>
          </ac:inkMkLst>
        </pc:inkChg>
        <pc:inkChg chg="add del">
          <ac:chgData name="Hossain, Tanvir" userId="5379524b-2947-4ff6-93a6-0f4602028252" providerId="ADAL" clId="{F66C817B-0377-DF4E-9619-3FE92036EDD3}" dt="2024-10-31T01:09:46.753" v="143"/>
          <ac:inkMkLst>
            <pc:docMk/>
            <pc:sldMk cId="538125563" sldId="263"/>
            <ac:inkMk id="92" creationId="{4D5068C0-3868-EA69-8AD8-ABDD80DD4C9A}"/>
          </ac:inkMkLst>
        </pc:inkChg>
        <pc:inkChg chg="add">
          <ac:chgData name="Hossain, Tanvir" userId="5379524b-2947-4ff6-93a6-0f4602028252" providerId="ADAL" clId="{F66C817B-0377-DF4E-9619-3FE92036EDD3}" dt="2024-10-31T01:08:55.676" v="130"/>
          <ac:inkMkLst>
            <pc:docMk/>
            <pc:sldMk cId="538125563" sldId="263"/>
            <ac:inkMk id="93" creationId="{EBD4E49B-8360-295D-84DE-B22A9650F965}"/>
          </ac:inkMkLst>
        </pc:inkChg>
        <pc:inkChg chg="add del">
          <ac:chgData name="Hossain, Tanvir" userId="5379524b-2947-4ff6-93a6-0f4602028252" providerId="ADAL" clId="{F66C817B-0377-DF4E-9619-3FE92036EDD3}" dt="2024-10-31T01:09:46.762" v="144"/>
          <ac:inkMkLst>
            <pc:docMk/>
            <pc:sldMk cId="538125563" sldId="263"/>
            <ac:inkMk id="94" creationId="{C149222E-7892-96B4-6314-03DF43B8E877}"/>
          </ac:inkMkLst>
        </pc:inkChg>
        <pc:inkChg chg="add del">
          <ac:chgData name="Hossain, Tanvir" userId="5379524b-2947-4ff6-93a6-0f4602028252" providerId="ADAL" clId="{F66C817B-0377-DF4E-9619-3FE92036EDD3}" dt="2024-10-31T01:09:15.200" v="135"/>
          <ac:inkMkLst>
            <pc:docMk/>
            <pc:sldMk cId="538125563" sldId="263"/>
            <ac:inkMk id="95" creationId="{386964AF-273C-B850-97BB-DCCFA0E68D1A}"/>
          </ac:inkMkLst>
        </pc:inkChg>
        <pc:inkChg chg="add del">
          <ac:chgData name="Hossain, Tanvir" userId="5379524b-2947-4ff6-93a6-0f4602028252" providerId="ADAL" clId="{F66C817B-0377-DF4E-9619-3FE92036EDD3}" dt="2024-10-31T01:09:15.200" v="135"/>
          <ac:inkMkLst>
            <pc:docMk/>
            <pc:sldMk cId="538125563" sldId="263"/>
            <ac:inkMk id="96" creationId="{5DA70D11-83DD-E5F2-07EB-91DB4D8DE4AC}"/>
          </ac:inkMkLst>
        </pc:inkChg>
        <pc:inkChg chg="add del">
          <ac:chgData name="Hossain, Tanvir" userId="5379524b-2947-4ff6-93a6-0f4602028252" providerId="ADAL" clId="{F66C817B-0377-DF4E-9619-3FE92036EDD3}" dt="2024-10-31T01:09:15.200" v="135"/>
          <ac:inkMkLst>
            <pc:docMk/>
            <pc:sldMk cId="538125563" sldId="263"/>
            <ac:inkMk id="97" creationId="{4145AFA1-10E8-70B5-9D9F-3016A316B642}"/>
          </ac:inkMkLst>
        </pc:inkChg>
        <pc:inkChg chg="add reco">
          <ac:chgData name="Hossain, Tanvir" userId="5379524b-2947-4ff6-93a6-0f4602028252" providerId="ADAL" clId="{F66C817B-0377-DF4E-9619-3FE92036EDD3}" dt="2024-10-31T01:09:15.200" v="135"/>
          <ac:inkMkLst>
            <pc:docMk/>
            <pc:sldMk cId="538125563" sldId="263"/>
            <ac:inkMk id="98" creationId="{FD71ED0B-0580-DF30-5F71-C0369DF95256}"/>
          </ac:inkMkLst>
        </pc:inkChg>
        <pc:inkChg chg="add del">
          <ac:chgData name="Hossain, Tanvir" userId="5379524b-2947-4ff6-93a6-0f4602028252" providerId="ADAL" clId="{F66C817B-0377-DF4E-9619-3FE92036EDD3}" dt="2024-10-31T01:09:25.980" v="139"/>
          <ac:inkMkLst>
            <pc:docMk/>
            <pc:sldMk cId="538125563" sldId="263"/>
            <ac:inkMk id="99" creationId="{534EB22F-5739-E745-AEF2-D3641DFEDC88}"/>
          </ac:inkMkLst>
        </pc:inkChg>
        <pc:inkChg chg="add del">
          <ac:chgData name="Hossain, Tanvir" userId="5379524b-2947-4ff6-93a6-0f4602028252" providerId="ADAL" clId="{F66C817B-0377-DF4E-9619-3FE92036EDD3}" dt="2024-10-31T01:09:25.980" v="139"/>
          <ac:inkMkLst>
            <pc:docMk/>
            <pc:sldMk cId="538125563" sldId="263"/>
            <ac:inkMk id="100" creationId="{E810F071-D7C1-3E3C-AA5D-DD407F4A6809}"/>
          </ac:inkMkLst>
        </pc:inkChg>
        <pc:inkChg chg="add del">
          <ac:chgData name="Hossain, Tanvir" userId="5379524b-2947-4ff6-93a6-0f4602028252" providerId="ADAL" clId="{F66C817B-0377-DF4E-9619-3FE92036EDD3}" dt="2024-10-31T01:09:25.980" v="139"/>
          <ac:inkMkLst>
            <pc:docMk/>
            <pc:sldMk cId="538125563" sldId="263"/>
            <ac:inkMk id="101" creationId="{3264B5F4-85FF-161C-FABC-921FBFAC0E43}"/>
          </ac:inkMkLst>
        </pc:inkChg>
        <pc:inkChg chg="add reco">
          <ac:chgData name="Hossain, Tanvir" userId="5379524b-2947-4ff6-93a6-0f4602028252" providerId="ADAL" clId="{F66C817B-0377-DF4E-9619-3FE92036EDD3}" dt="2024-10-31T01:09:25.980" v="139"/>
          <ac:inkMkLst>
            <pc:docMk/>
            <pc:sldMk cId="538125563" sldId="263"/>
            <ac:inkMk id="102" creationId="{4658E6F8-67C7-6440-E9FC-E834AB6610F2}"/>
          </ac:inkMkLst>
        </pc:inkChg>
        <pc:inkChg chg="add">
          <ac:chgData name="Hossain, Tanvir" userId="5379524b-2947-4ff6-93a6-0f4602028252" providerId="ADAL" clId="{F66C817B-0377-DF4E-9619-3FE92036EDD3}" dt="2024-10-31T01:09:38.978" v="140"/>
          <ac:inkMkLst>
            <pc:docMk/>
            <pc:sldMk cId="538125563" sldId="263"/>
            <ac:inkMk id="103" creationId="{79FDA17D-A19C-9404-020E-A673E1FBBAE8}"/>
          </ac:inkMkLst>
        </pc:inkChg>
        <pc:inkChg chg="add del">
          <ac:chgData name="Hossain, Tanvir" userId="5379524b-2947-4ff6-93a6-0f4602028252" providerId="ADAL" clId="{F66C817B-0377-DF4E-9619-3FE92036EDD3}" dt="2024-10-31T01:09:46.731" v="142"/>
          <ac:inkMkLst>
            <pc:docMk/>
            <pc:sldMk cId="538125563" sldId="263"/>
            <ac:inkMk id="104" creationId="{67C489E7-A5AC-379A-EC9B-FED9C76D992E}"/>
          </ac:inkMkLst>
        </pc:inkChg>
        <pc:inkChg chg="add del">
          <ac:chgData name="Hossain, Tanvir" userId="5379524b-2947-4ff6-93a6-0f4602028252" providerId="ADAL" clId="{F66C817B-0377-DF4E-9619-3FE92036EDD3}" dt="2024-10-31T01:09:50.856" v="147"/>
          <ac:inkMkLst>
            <pc:docMk/>
            <pc:sldMk cId="538125563" sldId="263"/>
            <ac:inkMk id="105" creationId="{7339993D-CDC1-849F-DD7D-E69CF9BB2307}"/>
          </ac:inkMkLst>
        </pc:inkChg>
        <pc:inkChg chg="add del">
          <ac:chgData name="Hossain, Tanvir" userId="5379524b-2947-4ff6-93a6-0f4602028252" providerId="ADAL" clId="{F66C817B-0377-DF4E-9619-3FE92036EDD3}" dt="2024-10-31T01:09:50.856" v="147"/>
          <ac:inkMkLst>
            <pc:docMk/>
            <pc:sldMk cId="538125563" sldId="263"/>
            <ac:inkMk id="106" creationId="{756350A5-65FD-C0A3-EB2B-ABF7FBE4BA0E}"/>
          </ac:inkMkLst>
        </pc:inkChg>
        <pc:inkChg chg="add reco">
          <ac:chgData name="Hossain, Tanvir" userId="5379524b-2947-4ff6-93a6-0f4602028252" providerId="ADAL" clId="{F66C817B-0377-DF4E-9619-3FE92036EDD3}" dt="2024-10-31T01:09:50.856" v="147"/>
          <ac:inkMkLst>
            <pc:docMk/>
            <pc:sldMk cId="538125563" sldId="263"/>
            <ac:inkMk id="107" creationId="{2825DB71-0DED-CD5E-294C-90F9A2A4BB69}"/>
          </ac:inkMkLst>
        </pc:inkChg>
        <pc:inkChg chg="add">
          <ac:chgData name="Hossain, Tanvir" userId="5379524b-2947-4ff6-93a6-0f4602028252" providerId="ADAL" clId="{F66C817B-0377-DF4E-9619-3FE92036EDD3}" dt="2024-10-31T01:10:01.892" v="148"/>
          <ac:inkMkLst>
            <pc:docMk/>
            <pc:sldMk cId="538125563" sldId="263"/>
            <ac:inkMk id="108" creationId="{6C97F136-C552-6248-C915-FCBFD5745ED1}"/>
          </ac:inkMkLst>
        </pc:inkChg>
        <pc:inkChg chg="add del">
          <ac:chgData name="Hossain, Tanvir" userId="5379524b-2947-4ff6-93a6-0f4602028252" providerId="ADAL" clId="{F66C817B-0377-DF4E-9619-3FE92036EDD3}" dt="2024-10-31T01:10:16.819" v="152"/>
          <ac:inkMkLst>
            <pc:docMk/>
            <pc:sldMk cId="538125563" sldId="263"/>
            <ac:inkMk id="109" creationId="{0D47CDA8-AAA3-D44C-7A6C-AC0B3027876E}"/>
          </ac:inkMkLst>
        </pc:inkChg>
        <pc:inkChg chg="add del">
          <ac:chgData name="Hossain, Tanvir" userId="5379524b-2947-4ff6-93a6-0f4602028252" providerId="ADAL" clId="{F66C817B-0377-DF4E-9619-3FE92036EDD3}" dt="2024-10-31T01:10:16.819" v="152"/>
          <ac:inkMkLst>
            <pc:docMk/>
            <pc:sldMk cId="538125563" sldId="263"/>
            <ac:inkMk id="110" creationId="{DBC1E973-C9B4-27B1-C1A0-739CC90F891C}"/>
          </ac:inkMkLst>
        </pc:inkChg>
        <pc:inkChg chg="add del">
          <ac:chgData name="Hossain, Tanvir" userId="5379524b-2947-4ff6-93a6-0f4602028252" providerId="ADAL" clId="{F66C817B-0377-DF4E-9619-3FE92036EDD3}" dt="2024-10-31T01:10:16.819" v="152"/>
          <ac:inkMkLst>
            <pc:docMk/>
            <pc:sldMk cId="538125563" sldId="263"/>
            <ac:inkMk id="111" creationId="{99C49386-040B-85D7-4AD8-F337E20F2F6D}"/>
          </ac:inkMkLst>
        </pc:inkChg>
        <pc:inkChg chg="add reco">
          <ac:chgData name="Hossain, Tanvir" userId="5379524b-2947-4ff6-93a6-0f4602028252" providerId="ADAL" clId="{F66C817B-0377-DF4E-9619-3FE92036EDD3}" dt="2024-10-31T01:10:16.819" v="152"/>
          <ac:inkMkLst>
            <pc:docMk/>
            <pc:sldMk cId="538125563" sldId="263"/>
            <ac:inkMk id="112" creationId="{065C564C-AF59-C92C-1E51-458FA2930B84}"/>
          </ac:inkMkLst>
        </pc:inkChg>
        <pc:inkChg chg="add del">
          <ac:chgData name="Hossain, Tanvir" userId="5379524b-2947-4ff6-93a6-0f4602028252" providerId="ADAL" clId="{F66C817B-0377-DF4E-9619-3FE92036EDD3}" dt="2024-10-31T01:10:18.862" v="155"/>
          <ac:inkMkLst>
            <pc:docMk/>
            <pc:sldMk cId="538125563" sldId="263"/>
            <ac:inkMk id="113" creationId="{BF301019-892D-90DD-C180-AEFE4B763024}"/>
          </ac:inkMkLst>
        </pc:inkChg>
        <pc:inkChg chg="add del">
          <ac:chgData name="Hossain, Tanvir" userId="5379524b-2947-4ff6-93a6-0f4602028252" providerId="ADAL" clId="{F66C817B-0377-DF4E-9619-3FE92036EDD3}" dt="2024-10-31T01:10:18.862" v="155"/>
          <ac:inkMkLst>
            <pc:docMk/>
            <pc:sldMk cId="538125563" sldId="263"/>
            <ac:inkMk id="114" creationId="{09E7976E-99B7-CA98-DF85-08A45ECFF480}"/>
          </ac:inkMkLst>
        </pc:inkChg>
        <pc:inkChg chg="add reco">
          <ac:chgData name="Hossain, Tanvir" userId="5379524b-2947-4ff6-93a6-0f4602028252" providerId="ADAL" clId="{F66C817B-0377-DF4E-9619-3FE92036EDD3}" dt="2024-10-31T01:10:18.862" v="155"/>
          <ac:inkMkLst>
            <pc:docMk/>
            <pc:sldMk cId="538125563" sldId="263"/>
            <ac:inkMk id="115" creationId="{614F4BC9-F8EC-1980-843A-6725651BA036}"/>
          </ac:inkMkLst>
        </pc:inkChg>
        <pc:inkChg chg="add del">
          <ac:chgData name="Hossain, Tanvir" userId="5379524b-2947-4ff6-93a6-0f4602028252" providerId="ADAL" clId="{F66C817B-0377-DF4E-9619-3FE92036EDD3}" dt="2024-10-31T01:10:25.663" v="159"/>
          <ac:inkMkLst>
            <pc:docMk/>
            <pc:sldMk cId="538125563" sldId="263"/>
            <ac:inkMk id="116" creationId="{B0BF9A15-6DF0-97AB-E317-7CE28A35C1C9}"/>
          </ac:inkMkLst>
        </pc:inkChg>
        <pc:inkChg chg="add del">
          <ac:chgData name="Hossain, Tanvir" userId="5379524b-2947-4ff6-93a6-0f4602028252" providerId="ADAL" clId="{F66C817B-0377-DF4E-9619-3FE92036EDD3}" dt="2024-10-31T01:10:25.663" v="159"/>
          <ac:inkMkLst>
            <pc:docMk/>
            <pc:sldMk cId="538125563" sldId="263"/>
            <ac:inkMk id="117" creationId="{0ADEC1B3-7711-BC2D-BBC1-DA4A3522EEBD}"/>
          </ac:inkMkLst>
        </pc:inkChg>
        <pc:inkChg chg="add del">
          <ac:chgData name="Hossain, Tanvir" userId="5379524b-2947-4ff6-93a6-0f4602028252" providerId="ADAL" clId="{F66C817B-0377-DF4E-9619-3FE92036EDD3}" dt="2024-10-31T01:10:25.663" v="159"/>
          <ac:inkMkLst>
            <pc:docMk/>
            <pc:sldMk cId="538125563" sldId="263"/>
            <ac:inkMk id="118" creationId="{3A6D2216-ACBC-B598-07C0-668F801922EB}"/>
          </ac:inkMkLst>
        </pc:inkChg>
        <pc:inkChg chg="add reco">
          <ac:chgData name="Hossain, Tanvir" userId="5379524b-2947-4ff6-93a6-0f4602028252" providerId="ADAL" clId="{F66C817B-0377-DF4E-9619-3FE92036EDD3}" dt="2024-10-31T01:10:25.663" v="159"/>
          <ac:inkMkLst>
            <pc:docMk/>
            <pc:sldMk cId="538125563" sldId="263"/>
            <ac:inkMk id="119" creationId="{612B23E1-2265-40AD-FEA1-B943B9E8802F}"/>
          </ac:inkMkLst>
        </pc:inkChg>
      </pc:sldChg>
      <pc:sldChg chg="add del replId">
        <pc:chgData name="Hossain, Tanvir" userId="5379524b-2947-4ff6-93a6-0f4602028252" providerId="ADAL" clId="{F66C817B-0377-DF4E-9619-3FE92036EDD3}" dt="2024-10-31T01:00:39.332" v="26" actId="2696"/>
        <pc:sldMkLst>
          <pc:docMk/>
          <pc:sldMk cId="2225698674" sldId="263"/>
        </pc:sldMkLst>
      </pc:sldChg>
      <pc:sldChg chg="addSp delSp modSp add del">
        <pc:chgData name="Hossain, Tanvir" userId="5379524b-2947-4ff6-93a6-0f4602028252" providerId="ADAL" clId="{F66C817B-0377-DF4E-9619-3FE92036EDD3}" dt="2024-10-31T01:20:53.273" v="261" actId="2696"/>
        <pc:sldMkLst>
          <pc:docMk/>
          <pc:sldMk cId="131310744" sldId="264"/>
        </pc:sldMkLst>
        <pc:inkChg chg="del">
          <ac:chgData name="Hossain, Tanvir" userId="5379524b-2947-4ff6-93a6-0f4602028252" providerId="ADAL" clId="{F66C817B-0377-DF4E-9619-3FE92036EDD3}" dt="2024-10-31T01:11:42.868" v="168"/>
          <ac:inkMkLst>
            <pc:docMk/>
            <pc:sldMk cId="131310744" sldId="264"/>
            <ac:inkMk id="2" creationId="{BCD7F79D-5DD9-B289-CBA4-1998C8AC501D}"/>
          </ac:inkMkLst>
        </pc:inkChg>
        <pc:inkChg chg="add">
          <ac:chgData name="Hossain, Tanvir" userId="5379524b-2947-4ff6-93a6-0f4602028252" providerId="ADAL" clId="{F66C817B-0377-DF4E-9619-3FE92036EDD3}" dt="2024-10-31T01:17:05.878" v="200"/>
          <ac:inkMkLst>
            <pc:docMk/>
            <pc:sldMk cId="131310744" sldId="264"/>
            <ac:inkMk id="3" creationId="{927EE287-054D-3F77-50D5-46E254A90F74}"/>
          </ac:inkMkLst>
        </pc:inkChg>
        <pc:inkChg chg="add del">
          <ac:chgData name="Hossain, Tanvir" userId="5379524b-2947-4ff6-93a6-0f4602028252" providerId="ADAL" clId="{F66C817B-0377-DF4E-9619-3FE92036EDD3}" dt="2024-10-31T01:17:12.625" v="203"/>
          <ac:inkMkLst>
            <pc:docMk/>
            <pc:sldMk cId="131310744" sldId="264"/>
            <ac:inkMk id="5" creationId="{89F7BF70-00FB-1FCE-42C6-5841618ABF16}"/>
          </ac:inkMkLst>
        </pc:inkChg>
        <pc:inkChg chg="del">
          <ac:chgData name="Hossain, Tanvir" userId="5379524b-2947-4ff6-93a6-0f4602028252" providerId="ADAL" clId="{F66C817B-0377-DF4E-9619-3FE92036EDD3}" dt="2024-10-31T01:11:42.853" v="164"/>
          <ac:inkMkLst>
            <pc:docMk/>
            <pc:sldMk cId="131310744" sldId="264"/>
            <ac:inkMk id="7" creationId="{6BBF0C61-25C8-339B-07B6-8F964CE0F602}"/>
          </ac:inkMkLst>
        </pc:inkChg>
        <pc:inkChg chg="add del">
          <ac:chgData name="Hossain, Tanvir" userId="5379524b-2947-4ff6-93a6-0f4602028252" providerId="ADAL" clId="{F66C817B-0377-DF4E-9619-3FE92036EDD3}" dt="2024-10-31T01:17:12.625" v="203"/>
          <ac:inkMkLst>
            <pc:docMk/>
            <pc:sldMk cId="131310744" sldId="264"/>
            <ac:inkMk id="10" creationId="{3E7B50D1-DB0C-1B74-1B7D-D4D9DD21203C}"/>
          </ac:inkMkLst>
        </pc:inkChg>
        <pc:inkChg chg="del">
          <ac:chgData name="Hossain, Tanvir" userId="5379524b-2947-4ff6-93a6-0f4602028252" providerId="ADAL" clId="{F66C817B-0377-DF4E-9619-3FE92036EDD3}" dt="2024-10-31T01:11:42.909" v="184"/>
          <ac:inkMkLst>
            <pc:docMk/>
            <pc:sldMk cId="131310744" sldId="264"/>
            <ac:inkMk id="11" creationId="{FA5D01CC-DD98-3BBF-629E-2521D536FB2F}"/>
          </ac:inkMkLst>
        </pc:inkChg>
        <pc:inkChg chg="add reco">
          <ac:chgData name="Hossain, Tanvir" userId="5379524b-2947-4ff6-93a6-0f4602028252" providerId="ADAL" clId="{F66C817B-0377-DF4E-9619-3FE92036EDD3}" dt="2024-10-31T01:17:12.625" v="203"/>
          <ac:inkMkLst>
            <pc:docMk/>
            <pc:sldMk cId="131310744" sldId="264"/>
            <ac:inkMk id="12" creationId="{ED487B90-7534-76E2-D104-D6607E12AE32}"/>
          </ac:inkMkLst>
        </pc:inkChg>
        <pc:inkChg chg="add">
          <ac:chgData name="Hossain, Tanvir" userId="5379524b-2947-4ff6-93a6-0f4602028252" providerId="ADAL" clId="{F66C817B-0377-DF4E-9619-3FE92036EDD3}" dt="2024-10-31T01:17:20.975" v="204"/>
          <ac:inkMkLst>
            <pc:docMk/>
            <pc:sldMk cId="131310744" sldId="264"/>
            <ac:inkMk id="13" creationId="{CD821303-F5C2-22E0-66B1-B449232E97F4}"/>
          </ac:inkMkLst>
        </pc:inkChg>
        <pc:inkChg chg="add">
          <ac:chgData name="Hossain, Tanvir" userId="5379524b-2947-4ff6-93a6-0f4602028252" providerId="ADAL" clId="{F66C817B-0377-DF4E-9619-3FE92036EDD3}" dt="2024-10-31T01:17:25.540" v="205"/>
          <ac:inkMkLst>
            <pc:docMk/>
            <pc:sldMk cId="131310744" sldId="264"/>
            <ac:inkMk id="14" creationId="{A770CF85-A6D0-FEBF-6EC6-D9BBA774D3DA}"/>
          </ac:inkMkLst>
        </pc:inkChg>
        <pc:inkChg chg="add">
          <ac:chgData name="Hossain, Tanvir" userId="5379524b-2947-4ff6-93a6-0f4602028252" providerId="ADAL" clId="{F66C817B-0377-DF4E-9619-3FE92036EDD3}" dt="2024-10-31T01:17:28.917" v="206"/>
          <ac:inkMkLst>
            <pc:docMk/>
            <pc:sldMk cId="131310744" sldId="264"/>
            <ac:inkMk id="15" creationId="{37B522DD-F6EC-1E48-2DED-42DFB711C5BF}"/>
          </ac:inkMkLst>
        </pc:inkChg>
        <pc:inkChg chg="add del">
          <ac:chgData name="Hossain, Tanvir" userId="5379524b-2947-4ff6-93a6-0f4602028252" providerId="ADAL" clId="{F66C817B-0377-DF4E-9619-3FE92036EDD3}" dt="2024-10-31T01:17:38.348" v="210"/>
          <ac:inkMkLst>
            <pc:docMk/>
            <pc:sldMk cId="131310744" sldId="264"/>
            <ac:inkMk id="16" creationId="{C8EAA9AC-F300-69CC-B3D6-AC2D655B5618}"/>
          </ac:inkMkLst>
        </pc:inkChg>
        <pc:inkChg chg="add del">
          <ac:chgData name="Hossain, Tanvir" userId="5379524b-2947-4ff6-93a6-0f4602028252" providerId="ADAL" clId="{F66C817B-0377-DF4E-9619-3FE92036EDD3}" dt="2024-10-31T01:17:38.348" v="210"/>
          <ac:inkMkLst>
            <pc:docMk/>
            <pc:sldMk cId="131310744" sldId="264"/>
            <ac:inkMk id="17" creationId="{74EC9ECF-8389-3266-3419-8880E5B90686}"/>
          </ac:inkMkLst>
        </pc:inkChg>
        <pc:inkChg chg="del">
          <ac:chgData name="Hossain, Tanvir" userId="5379524b-2947-4ff6-93a6-0f4602028252" providerId="ADAL" clId="{F66C817B-0377-DF4E-9619-3FE92036EDD3}" dt="2024-10-31T01:11:42.865" v="167"/>
          <ac:inkMkLst>
            <pc:docMk/>
            <pc:sldMk cId="131310744" sldId="264"/>
            <ac:inkMk id="18" creationId="{F86E3D44-8EA2-6052-709A-51C2BCA0A3EB}"/>
          </ac:inkMkLst>
        </pc:inkChg>
        <pc:inkChg chg="add del">
          <ac:chgData name="Hossain, Tanvir" userId="5379524b-2947-4ff6-93a6-0f4602028252" providerId="ADAL" clId="{F66C817B-0377-DF4E-9619-3FE92036EDD3}" dt="2024-10-31T01:17:38.348" v="210"/>
          <ac:inkMkLst>
            <pc:docMk/>
            <pc:sldMk cId="131310744" sldId="264"/>
            <ac:inkMk id="19" creationId="{76A92B9E-5222-C858-20CA-D84623898518}"/>
          </ac:inkMkLst>
        </pc:inkChg>
        <pc:inkChg chg="add reco">
          <ac:chgData name="Hossain, Tanvir" userId="5379524b-2947-4ff6-93a6-0f4602028252" providerId="ADAL" clId="{F66C817B-0377-DF4E-9619-3FE92036EDD3}" dt="2024-10-31T01:17:38.348" v="210"/>
          <ac:inkMkLst>
            <pc:docMk/>
            <pc:sldMk cId="131310744" sldId="264"/>
            <ac:inkMk id="20" creationId="{F1D57225-D061-419C-2E40-20D597B63C7F}"/>
          </ac:inkMkLst>
        </pc:inkChg>
        <pc:inkChg chg="add">
          <ac:chgData name="Hossain, Tanvir" userId="5379524b-2947-4ff6-93a6-0f4602028252" providerId="ADAL" clId="{F66C817B-0377-DF4E-9619-3FE92036EDD3}" dt="2024-10-31T01:17:42.784" v="211"/>
          <ac:inkMkLst>
            <pc:docMk/>
            <pc:sldMk cId="131310744" sldId="264"/>
            <ac:inkMk id="21" creationId="{7A64C722-D1D7-5134-E3B2-E32AA169CD11}"/>
          </ac:inkMkLst>
        </pc:inkChg>
        <pc:inkChg chg="add del">
          <ac:chgData name="Hossain, Tanvir" userId="5379524b-2947-4ff6-93a6-0f4602028252" providerId="ADAL" clId="{F66C817B-0377-DF4E-9619-3FE92036EDD3}" dt="2024-10-31T01:17:50.577" v="214"/>
          <ac:inkMkLst>
            <pc:docMk/>
            <pc:sldMk cId="131310744" sldId="264"/>
            <ac:inkMk id="22" creationId="{5CF3959E-6D24-041E-F74C-8D45DD2AB194}"/>
          </ac:inkMkLst>
        </pc:inkChg>
        <pc:inkChg chg="add del">
          <ac:chgData name="Hossain, Tanvir" userId="5379524b-2947-4ff6-93a6-0f4602028252" providerId="ADAL" clId="{F66C817B-0377-DF4E-9619-3FE92036EDD3}" dt="2024-10-31T01:17:50.577" v="214"/>
          <ac:inkMkLst>
            <pc:docMk/>
            <pc:sldMk cId="131310744" sldId="264"/>
            <ac:inkMk id="23" creationId="{74B77A5B-BB66-33CA-24FB-48805B818893}"/>
          </ac:inkMkLst>
        </pc:inkChg>
        <pc:inkChg chg="add reco">
          <ac:chgData name="Hossain, Tanvir" userId="5379524b-2947-4ff6-93a6-0f4602028252" providerId="ADAL" clId="{F66C817B-0377-DF4E-9619-3FE92036EDD3}" dt="2024-10-31T01:17:50.577" v="214"/>
          <ac:inkMkLst>
            <pc:docMk/>
            <pc:sldMk cId="131310744" sldId="264"/>
            <ac:inkMk id="24" creationId="{DAF622EE-E298-A318-3F83-C4CDC504BFCE}"/>
          </ac:inkMkLst>
        </pc:inkChg>
        <pc:inkChg chg="del mod modStrokes">
          <ac:chgData name="Hossain, Tanvir" userId="5379524b-2947-4ff6-93a6-0f4602028252" providerId="ADAL" clId="{F66C817B-0377-DF4E-9619-3FE92036EDD3}" dt="2024-10-31T01:11:43.970" v="199"/>
          <ac:inkMkLst>
            <pc:docMk/>
            <pc:sldMk cId="131310744" sldId="264"/>
            <ac:inkMk id="25" creationId="{8E9AECED-7207-CDFF-7686-D578AA13A1CF}"/>
          </ac:inkMkLst>
        </pc:inkChg>
        <pc:inkChg chg="add">
          <ac:chgData name="Hossain, Tanvir" userId="5379524b-2947-4ff6-93a6-0f4602028252" providerId="ADAL" clId="{F66C817B-0377-DF4E-9619-3FE92036EDD3}" dt="2024-10-31T01:17:59.411" v="215"/>
          <ac:inkMkLst>
            <pc:docMk/>
            <pc:sldMk cId="131310744" sldId="264"/>
            <ac:inkMk id="26" creationId="{DDCF517C-5A25-A115-5886-CBED0A6C3713}"/>
          </ac:inkMkLst>
        </pc:inkChg>
        <pc:inkChg chg="add del">
          <ac:chgData name="Hossain, Tanvir" userId="5379524b-2947-4ff6-93a6-0f4602028252" providerId="ADAL" clId="{F66C817B-0377-DF4E-9619-3FE92036EDD3}" dt="2024-10-31T01:18:01.625" v="218"/>
          <ac:inkMkLst>
            <pc:docMk/>
            <pc:sldMk cId="131310744" sldId="264"/>
            <ac:inkMk id="27" creationId="{42E90997-EC4F-615F-D4D7-4D6C87233C50}"/>
          </ac:inkMkLst>
        </pc:inkChg>
        <pc:inkChg chg="add del">
          <ac:chgData name="Hossain, Tanvir" userId="5379524b-2947-4ff6-93a6-0f4602028252" providerId="ADAL" clId="{F66C817B-0377-DF4E-9619-3FE92036EDD3}" dt="2024-10-31T01:18:01.625" v="218"/>
          <ac:inkMkLst>
            <pc:docMk/>
            <pc:sldMk cId="131310744" sldId="264"/>
            <ac:inkMk id="28" creationId="{02FB006E-DFE8-5E6E-0A3E-08F07FE22D61}"/>
          </ac:inkMkLst>
        </pc:inkChg>
        <pc:inkChg chg="add reco">
          <ac:chgData name="Hossain, Tanvir" userId="5379524b-2947-4ff6-93a6-0f4602028252" providerId="ADAL" clId="{F66C817B-0377-DF4E-9619-3FE92036EDD3}" dt="2024-10-31T01:18:01.625" v="218"/>
          <ac:inkMkLst>
            <pc:docMk/>
            <pc:sldMk cId="131310744" sldId="264"/>
            <ac:inkMk id="29" creationId="{D3D8DFFC-745D-6761-971E-CB8A8B2E51FB}"/>
          </ac:inkMkLst>
        </pc:inkChg>
        <pc:inkChg chg="del">
          <ac:chgData name="Hossain, Tanvir" userId="5379524b-2947-4ff6-93a6-0f4602028252" providerId="ADAL" clId="{F66C817B-0377-DF4E-9619-3FE92036EDD3}" dt="2024-10-31T01:11:42.917" v="187"/>
          <ac:inkMkLst>
            <pc:docMk/>
            <pc:sldMk cId="131310744" sldId="264"/>
            <ac:inkMk id="30" creationId="{FAAB8A78-0512-C66A-CE88-CE8B86B789E3}"/>
          </ac:inkMkLst>
        </pc:inkChg>
        <pc:inkChg chg="add">
          <ac:chgData name="Hossain, Tanvir" userId="5379524b-2947-4ff6-93a6-0f4602028252" providerId="ADAL" clId="{F66C817B-0377-DF4E-9619-3FE92036EDD3}" dt="2024-10-31T01:18:08.592" v="219"/>
          <ac:inkMkLst>
            <pc:docMk/>
            <pc:sldMk cId="131310744" sldId="264"/>
            <ac:inkMk id="31" creationId="{E5FB0C67-7B8A-9FB4-5836-48A44E96A7EF}"/>
          </ac:inkMkLst>
        </pc:inkChg>
        <pc:inkChg chg="add del">
          <ac:chgData name="Hossain, Tanvir" userId="5379524b-2947-4ff6-93a6-0f4602028252" providerId="ADAL" clId="{F66C817B-0377-DF4E-9619-3FE92036EDD3}" dt="2024-10-31T01:18:16.136" v="223"/>
          <ac:inkMkLst>
            <pc:docMk/>
            <pc:sldMk cId="131310744" sldId="264"/>
            <ac:inkMk id="32" creationId="{C66D80AD-A036-2192-1FAF-C254EE68A2E2}"/>
          </ac:inkMkLst>
        </pc:inkChg>
        <pc:inkChg chg="del">
          <ac:chgData name="Hossain, Tanvir" userId="5379524b-2947-4ff6-93a6-0f4602028252" providerId="ADAL" clId="{F66C817B-0377-DF4E-9619-3FE92036EDD3}" dt="2024-10-31T01:11:42.946" v="198"/>
          <ac:inkMkLst>
            <pc:docMk/>
            <pc:sldMk cId="131310744" sldId="264"/>
            <ac:inkMk id="33" creationId="{BDAA6FC8-319B-C431-DD42-FD8FBB23D49A}"/>
          </ac:inkMkLst>
        </pc:inkChg>
        <pc:inkChg chg="del">
          <ac:chgData name="Hossain, Tanvir" userId="5379524b-2947-4ff6-93a6-0f4602028252" providerId="ADAL" clId="{F66C817B-0377-DF4E-9619-3FE92036EDD3}" dt="2024-10-31T01:11:42.834" v="161"/>
          <ac:inkMkLst>
            <pc:docMk/>
            <pc:sldMk cId="131310744" sldId="264"/>
            <ac:inkMk id="34" creationId="{E5C6E159-E426-859E-1E2C-BEB25BC1C372}"/>
          </ac:inkMkLst>
        </pc:inkChg>
        <pc:inkChg chg="del">
          <ac:chgData name="Hossain, Tanvir" userId="5379524b-2947-4ff6-93a6-0f4602028252" providerId="ADAL" clId="{F66C817B-0377-DF4E-9619-3FE92036EDD3}" dt="2024-10-31T01:11:42.871" v="169"/>
          <ac:inkMkLst>
            <pc:docMk/>
            <pc:sldMk cId="131310744" sldId="264"/>
            <ac:inkMk id="35" creationId="{9C7C036C-A214-1DCC-D289-9497EC35F5A0}"/>
          </ac:inkMkLst>
        </pc:inkChg>
        <pc:inkChg chg="add del">
          <ac:chgData name="Hossain, Tanvir" userId="5379524b-2947-4ff6-93a6-0f4602028252" providerId="ADAL" clId="{F66C817B-0377-DF4E-9619-3FE92036EDD3}" dt="2024-10-31T01:18:16.136" v="223"/>
          <ac:inkMkLst>
            <pc:docMk/>
            <pc:sldMk cId="131310744" sldId="264"/>
            <ac:inkMk id="36" creationId="{70079605-4385-E684-9AE1-8936CC2017AF}"/>
          </ac:inkMkLst>
        </pc:inkChg>
        <pc:inkChg chg="add del">
          <ac:chgData name="Hossain, Tanvir" userId="5379524b-2947-4ff6-93a6-0f4602028252" providerId="ADAL" clId="{F66C817B-0377-DF4E-9619-3FE92036EDD3}" dt="2024-10-31T01:18:16.136" v="223"/>
          <ac:inkMkLst>
            <pc:docMk/>
            <pc:sldMk cId="131310744" sldId="264"/>
            <ac:inkMk id="37" creationId="{65545C97-E617-EF26-05F1-34BC0FD0D425}"/>
          </ac:inkMkLst>
        </pc:inkChg>
        <pc:inkChg chg="add mod reco modStrokes">
          <ac:chgData name="Hossain, Tanvir" userId="5379524b-2947-4ff6-93a6-0f4602028252" providerId="ADAL" clId="{F66C817B-0377-DF4E-9619-3FE92036EDD3}" dt="2024-10-31T01:20:15.613" v="254"/>
          <ac:inkMkLst>
            <pc:docMk/>
            <pc:sldMk cId="131310744" sldId="264"/>
            <ac:inkMk id="38" creationId="{8483588F-A53E-4EFE-6643-DA8EF413E0DF}"/>
          </ac:inkMkLst>
        </pc:inkChg>
        <pc:inkChg chg="add del">
          <ac:chgData name="Hossain, Tanvir" userId="5379524b-2947-4ff6-93a6-0f4602028252" providerId="ADAL" clId="{F66C817B-0377-DF4E-9619-3FE92036EDD3}" dt="2024-10-31T01:18:20.073" v="226"/>
          <ac:inkMkLst>
            <pc:docMk/>
            <pc:sldMk cId="131310744" sldId="264"/>
            <ac:inkMk id="39" creationId="{1E3FA82D-A930-C787-3897-484DF863EDE3}"/>
          </ac:inkMkLst>
        </pc:inkChg>
        <pc:inkChg chg="add del">
          <ac:chgData name="Hossain, Tanvir" userId="5379524b-2947-4ff6-93a6-0f4602028252" providerId="ADAL" clId="{F66C817B-0377-DF4E-9619-3FE92036EDD3}" dt="2024-10-31T01:18:20.073" v="226"/>
          <ac:inkMkLst>
            <pc:docMk/>
            <pc:sldMk cId="131310744" sldId="264"/>
            <ac:inkMk id="40" creationId="{D4B46874-6208-5CC5-D04C-D7A4BE698FD5}"/>
          </ac:inkMkLst>
        </pc:inkChg>
        <pc:inkChg chg="del">
          <ac:chgData name="Hossain, Tanvir" userId="5379524b-2947-4ff6-93a6-0f4602028252" providerId="ADAL" clId="{F66C817B-0377-DF4E-9619-3FE92036EDD3}" dt="2024-10-31T01:11:42.904" v="182"/>
          <ac:inkMkLst>
            <pc:docMk/>
            <pc:sldMk cId="131310744" sldId="264"/>
            <ac:inkMk id="41" creationId="{8A09CC28-4870-0A98-1D02-D56F54872ABF}"/>
          </ac:inkMkLst>
        </pc:inkChg>
        <pc:inkChg chg="del">
          <ac:chgData name="Hossain, Tanvir" userId="5379524b-2947-4ff6-93a6-0f4602028252" providerId="ADAL" clId="{F66C817B-0377-DF4E-9619-3FE92036EDD3}" dt="2024-10-31T01:11:42.848" v="163"/>
          <ac:inkMkLst>
            <pc:docMk/>
            <pc:sldMk cId="131310744" sldId="264"/>
            <ac:inkMk id="42" creationId="{BC38600E-CBA9-1521-91AE-208F7986069E}"/>
          </ac:inkMkLst>
        </pc:inkChg>
        <pc:inkChg chg="del">
          <ac:chgData name="Hossain, Tanvir" userId="5379524b-2947-4ff6-93a6-0f4602028252" providerId="ADAL" clId="{F66C817B-0377-DF4E-9619-3FE92036EDD3}" dt="2024-10-31T01:11:42.901" v="181"/>
          <ac:inkMkLst>
            <pc:docMk/>
            <pc:sldMk cId="131310744" sldId="264"/>
            <ac:inkMk id="43" creationId="{47585B5E-1E34-260C-0D8E-DF8F308D896A}"/>
          </ac:inkMkLst>
        </pc:inkChg>
        <pc:inkChg chg="add reco">
          <ac:chgData name="Hossain, Tanvir" userId="5379524b-2947-4ff6-93a6-0f4602028252" providerId="ADAL" clId="{F66C817B-0377-DF4E-9619-3FE92036EDD3}" dt="2024-10-31T01:18:20.073" v="226"/>
          <ac:inkMkLst>
            <pc:docMk/>
            <pc:sldMk cId="131310744" sldId="264"/>
            <ac:inkMk id="44" creationId="{CC1372B6-1875-8584-F426-E1CCA26CC47D}"/>
          </ac:inkMkLst>
        </pc:inkChg>
        <pc:inkChg chg="add del">
          <ac:chgData name="Hossain, Tanvir" userId="5379524b-2947-4ff6-93a6-0f4602028252" providerId="ADAL" clId="{F66C817B-0377-DF4E-9619-3FE92036EDD3}" dt="2024-10-31T01:18:32.737" v="229"/>
          <ac:inkMkLst>
            <pc:docMk/>
            <pc:sldMk cId="131310744" sldId="264"/>
            <ac:inkMk id="45" creationId="{4A2DB5BB-0CC8-02D4-671A-5812CC104F20}"/>
          </ac:inkMkLst>
        </pc:inkChg>
        <pc:inkChg chg="add del">
          <ac:chgData name="Hossain, Tanvir" userId="5379524b-2947-4ff6-93a6-0f4602028252" providerId="ADAL" clId="{F66C817B-0377-DF4E-9619-3FE92036EDD3}" dt="2024-10-31T01:18:32.737" v="229"/>
          <ac:inkMkLst>
            <pc:docMk/>
            <pc:sldMk cId="131310744" sldId="264"/>
            <ac:inkMk id="46" creationId="{5AE74C77-1FBF-6EAD-6C33-621C51B65422}"/>
          </ac:inkMkLst>
        </pc:inkChg>
        <pc:inkChg chg="del">
          <ac:chgData name="Hossain, Tanvir" userId="5379524b-2947-4ff6-93a6-0f4602028252" providerId="ADAL" clId="{F66C817B-0377-DF4E-9619-3FE92036EDD3}" dt="2024-10-31T01:11:42.912" v="185"/>
          <ac:inkMkLst>
            <pc:docMk/>
            <pc:sldMk cId="131310744" sldId="264"/>
            <ac:inkMk id="47" creationId="{D641E699-3CD8-44D0-141E-2EB230FF8612}"/>
          </ac:inkMkLst>
        </pc:inkChg>
        <pc:inkChg chg="del">
          <ac:chgData name="Hossain, Tanvir" userId="5379524b-2947-4ff6-93a6-0f4602028252" providerId="ADAL" clId="{F66C817B-0377-DF4E-9619-3FE92036EDD3}" dt="2024-10-31T01:11:42.907" v="183"/>
          <ac:inkMkLst>
            <pc:docMk/>
            <pc:sldMk cId="131310744" sldId="264"/>
            <ac:inkMk id="48" creationId="{054AE997-644C-BFBD-CC56-B1CE2CDE827E}"/>
          </ac:inkMkLst>
        </pc:inkChg>
        <pc:inkChg chg="add reco">
          <ac:chgData name="Hossain, Tanvir" userId="5379524b-2947-4ff6-93a6-0f4602028252" providerId="ADAL" clId="{F66C817B-0377-DF4E-9619-3FE92036EDD3}" dt="2024-10-31T01:18:32.737" v="229"/>
          <ac:inkMkLst>
            <pc:docMk/>
            <pc:sldMk cId="131310744" sldId="264"/>
            <ac:inkMk id="49" creationId="{76CD7941-BA4E-F1C9-E192-CAB2B6C55B1A}"/>
          </ac:inkMkLst>
        </pc:inkChg>
        <pc:inkChg chg="add">
          <ac:chgData name="Hossain, Tanvir" userId="5379524b-2947-4ff6-93a6-0f4602028252" providerId="ADAL" clId="{F66C817B-0377-DF4E-9619-3FE92036EDD3}" dt="2024-10-31T01:18:34.131" v="230"/>
          <ac:inkMkLst>
            <pc:docMk/>
            <pc:sldMk cId="131310744" sldId="264"/>
            <ac:inkMk id="50" creationId="{9A698F46-2295-812F-35DD-CDABDFABAE77}"/>
          </ac:inkMkLst>
        </pc:inkChg>
        <pc:inkChg chg="add del">
          <ac:chgData name="Hossain, Tanvir" userId="5379524b-2947-4ff6-93a6-0f4602028252" providerId="ADAL" clId="{F66C817B-0377-DF4E-9619-3FE92036EDD3}" dt="2024-10-31T01:18:39.705" v="233"/>
          <ac:inkMkLst>
            <pc:docMk/>
            <pc:sldMk cId="131310744" sldId="264"/>
            <ac:inkMk id="51" creationId="{C647B769-3D17-E5C0-4896-B9179D93A39E}"/>
          </ac:inkMkLst>
        </pc:inkChg>
        <pc:inkChg chg="add del">
          <ac:chgData name="Hossain, Tanvir" userId="5379524b-2947-4ff6-93a6-0f4602028252" providerId="ADAL" clId="{F66C817B-0377-DF4E-9619-3FE92036EDD3}" dt="2024-10-31T01:18:39.705" v="233"/>
          <ac:inkMkLst>
            <pc:docMk/>
            <pc:sldMk cId="131310744" sldId="264"/>
            <ac:inkMk id="52" creationId="{6BFF7A0C-6C70-D681-287C-1DAC927770F3}"/>
          </ac:inkMkLst>
        </pc:inkChg>
        <pc:inkChg chg="add reco">
          <ac:chgData name="Hossain, Tanvir" userId="5379524b-2947-4ff6-93a6-0f4602028252" providerId="ADAL" clId="{F66C817B-0377-DF4E-9619-3FE92036EDD3}" dt="2024-10-31T01:18:39.705" v="233"/>
          <ac:inkMkLst>
            <pc:docMk/>
            <pc:sldMk cId="131310744" sldId="264"/>
            <ac:inkMk id="53" creationId="{0811DA05-7F21-5ECA-7F85-836260D21320}"/>
          </ac:inkMkLst>
        </pc:inkChg>
        <pc:inkChg chg="add">
          <ac:chgData name="Hossain, Tanvir" userId="5379524b-2947-4ff6-93a6-0f4602028252" providerId="ADAL" clId="{F66C817B-0377-DF4E-9619-3FE92036EDD3}" dt="2024-10-31T01:18:40.512" v="234"/>
          <ac:inkMkLst>
            <pc:docMk/>
            <pc:sldMk cId="131310744" sldId="264"/>
            <ac:inkMk id="54" creationId="{9FDC242A-7403-F30E-74D4-73A7E1988EDA}"/>
          </ac:inkMkLst>
        </pc:inkChg>
        <pc:inkChg chg="add">
          <ac:chgData name="Hossain, Tanvir" userId="5379524b-2947-4ff6-93a6-0f4602028252" providerId="ADAL" clId="{F66C817B-0377-DF4E-9619-3FE92036EDD3}" dt="2024-10-31T01:18:44.779" v="235"/>
          <ac:inkMkLst>
            <pc:docMk/>
            <pc:sldMk cId="131310744" sldId="264"/>
            <ac:inkMk id="55" creationId="{11043854-A7AC-689F-6676-A18EC28B661D}"/>
          </ac:inkMkLst>
        </pc:inkChg>
        <pc:inkChg chg="add del">
          <ac:chgData name="Hossain, Tanvir" userId="5379524b-2947-4ff6-93a6-0f4602028252" providerId="ADAL" clId="{F66C817B-0377-DF4E-9619-3FE92036EDD3}" dt="2024-10-31T01:18:53.329" v="238"/>
          <ac:inkMkLst>
            <pc:docMk/>
            <pc:sldMk cId="131310744" sldId="264"/>
            <ac:inkMk id="56" creationId="{1446BB43-3F57-A720-386D-F00C62BDCE92}"/>
          </ac:inkMkLst>
        </pc:inkChg>
        <pc:inkChg chg="add del">
          <ac:chgData name="Hossain, Tanvir" userId="5379524b-2947-4ff6-93a6-0f4602028252" providerId="ADAL" clId="{F66C817B-0377-DF4E-9619-3FE92036EDD3}" dt="2024-10-31T01:18:53.329" v="238"/>
          <ac:inkMkLst>
            <pc:docMk/>
            <pc:sldMk cId="131310744" sldId="264"/>
            <ac:inkMk id="57" creationId="{6214E37A-A782-78A0-0092-57EBE5AC73D7}"/>
          </ac:inkMkLst>
        </pc:inkChg>
        <pc:inkChg chg="del">
          <ac:chgData name="Hossain, Tanvir" userId="5379524b-2947-4ff6-93a6-0f4602028252" providerId="ADAL" clId="{F66C817B-0377-DF4E-9619-3FE92036EDD3}" dt="2024-10-31T01:11:42.861" v="166"/>
          <ac:inkMkLst>
            <pc:docMk/>
            <pc:sldMk cId="131310744" sldId="264"/>
            <ac:inkMk id="58" creationId="{164566D3-8BFD-46FB-F984-1230413E751B}"/>
          </ac:inkMkLst>
        </pc:inkChg>
        <pc:inkChg chg="add del reco">
          <ac:chgData name="Hossain, Tanvir" userId="5379524b-2947-4ff6-93a6-0f4602028252" providerId="ADAL" clId="{F66C817B-0377-DF4E-9619-3FE92036EDD3}" dt="2024-10-31T01:20:29.029" v="258"/>
          <ac:inkMkLst>
            <pc:docMk/>
            <pc:sldMk cId="131310744" sldId="264"/>
            <ac:inkMk id="60" creationId="{0FAF1FC8-0DD2-B2F8-77A8-5DC0A4AF2A1C}"/>
          </ac:inkMkLst>
        </pc:inkChg>
        <pc:inkChg chg="add">
          <ac:chgData name="Hossain, Tanvir" userId="5379524b-2947-4ff6-93a6-0f4602028252" providerId="ADAL" clId="{F66C817B-0377-DF4E-9619-3FE92036EDD3}" dt="2024-10-31T01:18:58.090" v="239"/>
          <ac:inkMkLst>
            <pc:docMk/>
            <pc:sldMk cId="131310744" sldId="264"/>
            <ac:inkMk id="61" creationId="{1C70AB48-59D1-AED5-4816-B4D7917BB2BE}"/>
          </ac:inkMkLst>
        </pc:inkChg>
        <pc:inkChg chg="add del">
          <ac:chgData name="Hossain, Tanvir" userId="5379524b-2947-4ff6-93a6-0f4602028252" providerId="ADAL" clId="{F66C817B-0377-DF4E-9619-3FE92036EDD3}" dt="2024-10-31T01:19:10.837" v="242"/>
          <ac:inkMkLst>
            <pc:docMk/>
            <pc:sldMk cId="131310744" sldId="264"/>
            <ac:inkMk id="62" creationId="{8314CB5F-CCCA-7BA7-C852-923BEBAA297D}"/>
          </ac:inkMkLst>
        </pc:inkChg>
        <pc:inkChg chg="del">
          <ac:chgData name="Hossain, Tanvir" userId="5379524b-2947-4ff6-93a6-0f4602028252" providerId="ADAL" clId="{F66C817B-0377-DF4E-9619-3FE92036EDD3}" dt="2024-10-31T01:11:42.914" v="186"/>
          <ac:inkMkLst>
            <pc:docMk/>
            <pc:sldMk cId="131310744" sldId="264"/>
            <ac:inkMk id="63" creationId="{AFC720B4-4EC2-F93E-0475-B48CA971F097}"/>
          </ac:inkMkLst>
        </pc:inkChg>
        <pc:inkChg chg="add del">
          <ac:chgData name="Hossain, Tanvir" userId="5379524b-2947-4ff6-93a6-0f4602028252" providerId="ADAL" clId="{F66C817B-0377-DF4E-9619-3FE92036EDD3}" dt="2024-10-31T01:19:10.837" v="242"/>
          <ac:inkMkLst>
            <pc:docMk/>
            <pc:sldMk cId="131310744" sldId="264"/>
            <ac:inkMk id="64" creationId="{C1F30DAF-BCB7-BA9C-F99A-98132EC435D0}"/>
          </ac:inkMkLst>
        </pc:inkChg>
        <pc:inkChg chg="add reco">
          <ac:chgData name="Hossain, Tanvir" userId="5379524b-2947-4ff6-93a6-0f4602028252" providerId="ADAL" clId="{F66C817B-0377-DF4E-9619-3FE92036EDD3}" dt="2024-10-31T01:19:10.837" v="242"/>
          <ac:inkMkLst>
            <pc:docMk/>
            <pc:sldMk cId="131310744" sldId="264"/>
            <ac:inkMk id="65" creationId="{27B4CBDC-136D-54B6-C42F-42D7B7198736}"/>
          </ac:inkMkLst>
        </pc:inkChg>
        <pc:inkChg chg="del">
          <ac:chgData name="Hossain, Tanvir" userId="5379524b-2947-4ff6-93a6-0f4602028252" providerId="ADAL" clId="{F66C817B-0377-DF4E-9619-3FE92036EDD3}" dt="2024-10-31T01:11:42.930" v="192"/>
          <ac:inkMkLst>
            <pc:docMk/>
            <pc:sldMk cId="131310744" sldId="264"/>
            <ac:inkMk id="66" creationId="{F586AA23-C00F-C19A-594D-898C0875A585}"/>
          </ac:inkMkLst>
        </pc:inkChg>
        <pc:inkChg chg="add">
          <ac:chgData name="Hossain, Tanvir" userId="5379524b-2947-4ff6-93a6-0f4602028252" providerId="ADAL" clId="{F66C817B-0377-DF4E-9619-3FE92036EDD3}" dt="2024-10-31T01:19:16.783" v="243"/>
          <ac:inkMkLst>
            <pc:docMk/>
            <pc:sldMk cId="131310744" sldId="264"/>
            <ac:inkMk id="67" creationId="{A2E92B86-EA03-5E7B-8AFE-A467FA2C111F}"/>
          </ac:inkMkLst>
        </pc:inkChg>
        <pc:inkChg chg="add">
          <ac:chgData name="Hossain, Tanvir" userId="5379524b-2947-4ff6-93a6-0f4602028252" providerId="ADAL" clId="{F66C817B-0377-DF4E-9619-3FE92036EDD3}" dt="2024-10-31T01:19:18.533" v="244"/>
          <ac:inkMkLst>
            <pc:docMk/>
            <pc:sldMk cId="131310744" sldId="264"/>
            <ac:inkMk id="68" creationId="{2287C5CD-E4FC-7689-EE49-80E7209F6316}"/>
          </ac:inkMkLst>
        </pc:inkChg>
        <pc:inkChg chg="mod modStrokes">
          <ac:chgData name="Hossain, Tanvir" userId="5379524b-2947-4ff6-93a6-0f4602028252" providerId="ADAL" clId="{F66C817B-0377-DF4E-9619-3FE92036EDD3}" dt="2024-10-31T01:11:42.887" v="175"/>
          <ac:inkMkLst>
            <pc:docMk/>
            <pc:sldMk cId="131310744" sldId="264"/>
            <ac:inkMk id="69" creationId="{83762671-3F2E-78B6-E867-5F04656C5FDC}"/>
          </ac:inkMkLst>
        </pc:inkChg>
        <pc:inkChg chg="add del">
          <ac:chgData name="Hossain, Tanvir" userId="5379524b-2947-4ff6-93a6-0f4602028252" providerId="ADAL" clId="{F66C817B-0377-DF4E-9619-3FE92036EDD3}" dt="2024-10-31T01:19:27.769" v="247"/>
          <ac:inkMkLst>
            <pc:docMk/>
            <pc:sldMk cId="131310744" sldId="264"/>
            <ac:inkMk id="70" creationId="{706FA810-CDCE-4520-632C-2DE7FA77A4FC}"/>
          </ac:inkMkLst>
        </pc:inkChg>
        <pc:inkChg chg="add del">
          <ac:chgData name="Hossain, Tanvir" userId="5379524b-2947-4ff6-93a6-0f4602028252" providerId="ADAL" clId="{F66C817B-0377-DF4E-9619-3FE92036EDD3}" dt="2024-10-31T01:19:27.769" v="247"/>
          <ac:inkMkLst>
            <pc:docMk/>
            <pc:sldMk cId="131310744" sldId="264"/>
            <ac:inkMk id="71" creationId="{218C20E2-F83A-D342-F1A0-59346D26AF7A}"/>
          </ac:inkMkLst>
        </pc:inkChg>
        <pc:inkChg chg="del">
          <ac:chgData name="Hossain, Tanvir" userId="5379524b-2947-4ff6-93a6-0f4602028252" providerId="ADAL" clId="{F66C817B-0377-DF4E-9619-3FE92036EDD3}" dt="2024-10-31T01:11:42.889" v="176"/>
          <ac:inkMkLst>
            <pc:docMk/>
            <pc:sldMk cId="131310744" sldId="264"/>
            <ac:inkMk id="72" creationId="{3C9DA445-42D4-A143-63F4-62EB135B9577}"/>
          </ac:inkMkLst>
        </pc:inkChg>
        <pc:inkChg chg="add reco">
          <ac:chgData name="Hossain, Tanvir" userId="5379524b-2947-4ff6-93a6-0f4602028252" providerId="ADAL" clId="{F66C817B-0377-DF4E-9619-3FE92036EDD3}" dt="2024-10-31T01:19:27.769" v="247"/>
          <ac:inkMkLst>
            <pc:docMk/>
            <pc:sldMk cId="131310744" sldId="264"/>
            <ac:inkMk id="73" creationId="{24F20387-3F20-B47F-5796-8196D028E2C9}"/>
          </ac:inkMkLst>
        </pc:inkChg>
        <pc:inkChg chg="add del">
          <ac:chgData name="Hossain, Tanvir" userId="5379524b-2947-4ff6-93a6-0f4602028252" providerId="ADAL" clId="{F66C817B-0377-DF4E-9619-3FE92036EDD3}" dt="2024-10-31T01:19:36.411" v="250"/>
          <ac:inkMkLst>
            <pc:docMk/>
            <pc:sldMk cId="131310744" sldId="264"/>
            <ac:inkMk id="74" creationId="{477E5161-EFAF-2416-BDD4-3BF8FDAD2289}"/>
          </ac:inkMkLst>
        </pc:inkChg>
        <pc:inkChg chg="del">
          <ac:chgData name="Hossain, Tanvir" userId="5379524b-2947-4ff6-93a6-0f4602028252" providerId="ADAL" clId="{F66C817B-0377-DF4E-9619-3FE92036EDD3}" dt="2024-10-31T01:11:42.938" v="195"/>
          <ac:inkMkLst>
            <pc:docMk/>
            <pc:sldMk cId="131310744" sldId="264"/>
            <ac:inkMk id="75" creationId="{F6520B61-F77A-2FA2-A581-A7D7F9713EB0}"/>
          </ac:inkMkLst>
        </pc:inkChg>
        <pc:inkChg chg="del">
          <ac:chgData name="Hossain, Tanvir" userId="5379524b-2947-4ff6-93a6-0f4602028252" providerId="ADAL" clId="{F66C817B-0377-DF4E-9619-3FE92036EDD3}" dt="2024-10-31T01:11:42.943" v="197"/>
          <ac:inkMkLst>
            <pc:docMk/>
            <pc:sldMk cId="131310744" sldId="264"/>
            <ac:inkMk id="76" creationId="{9DC35FA2-AD1A-5D77-1928-C63BF87AE191}"/>
          </ac:inkMkLst>
        </pc:inkChg>
        <pc:inkChg chg="del">
          <ac:chgData name="Hossain, Tanvir" userId="5379524b-2947-4ff6-93a6-0f4602028252" providerId="ADAL" clId="{F66C817B-0377-DF4E-9619-3FE92036EDD3}" dt="2024-10-31T01:11:42.894" v="178"/>
          <ac:inkMkLst>
            <pc:docMk/>
            <pc:sldMk cId="131310744" sldId="264"/>
            <ac:inkMk id="77" creationId="{4D8D715B-0000-E593-21AD-18DBCD7ECE3E}"/>
          </ac:inkMkLst>
        </pc:inkChg>
        <pc:inkChg chg="del">
          <ac:chgData name="Hossain, Tanvir" userId="5379524b-2947-4ff6-93a6-0f4602028252" providerId="ADAL" clId="{F66C817B-0377-DF4E-9619-3FE92036EDD3}" dt="2024-10-31T01:11:42.899" v="180"/>
          <ac:inkMkLst>
            <pc:docMk/>
            <pc:sldMk cId="131310744" sldId="264"/>
            <ac:inkMk id="78" creationId="{F0A3A28D-6977-96EA-4309-5A92C18B8171}"/>
          </ac:inkMkLst>
        </pc:inkChg>
        <pc:inkChg chg="del">
          <ac:chgData name="Hossain, Tanvir" userId="5379524b-2947-4ff6-93a6-0f4602028252" providerId="ADAL" clId="{F66C817B-0377-DF4E-9619-3FE92036EDD3}" dt="2024-10-31T01:11:42.935" v="194"/>
          <ac:inkMkLst>
            <pc:docMk/>
            <pc:sldMk cId="131310744" sldId="264"/>
            <ac:inkMk id="79" creationId="{B3459D4D-EC49-3066-EDE5-E438C046BB1B}"/>
          </ac:inkMkLst>
        </pc:inkChg>
        <pc:inkChg chg="del">
          <ac:chgData name="Hossain, Tanvir" userId="5379524b-2947-4ff6-93a6-0f4602028252" providerId="ADAL" clId="{F66C817B-0377-DF4E-9619-3FE92036EDD3}" dt="2024-10-31T01:11:42.882" v="173"/>
          <ac:inkMkLst>
            <pc:docMk/>
            <pc:sldMk cId="131310744" sldId="264"/>
            <ac:inkMk id="80" creationId="{00ADA5B0-2621-FA07-CDDB-F5C3B586C364}"/>
          </ac:inkMkLst>
        </pc:inkChg>
        <pc:inkChg chg="add del">
          <ac:chgData name="Hossain, Tanvir" userId="5379524b-2947-4ff6-93a6-0f4602028252" providerId="ADAL" clId="{F66C817B-0377-DF4E-9619-3FE92036EDD3}" dt="2024-10-31T01:19:36.411" v="250"/>
          <ac:inkMkLst>
            <pc:docMk/>
            <pc:sldMk cId="131310744" sldId="264"/>
            <ac:inkMk id="81" creationId="{F518AAEF-194E-211E-B6C9-8A1A081EBFCD}"/>
          </ac:inkMkLst>
        </pc:inkChg>
        <pc:inkChg chg="add reco">
          <ac:chgData name="Hossain, Tanvir" userId="5379524b-2947-4ff6-93a6-0f4602028252" providerId="ADAL" clId="{F66C817B-0377-DF4E-9619-3FE92036EDD3}" dt="2024-10-31T01:19:36.411" v="250"/>
          <ac:inkMkLst>
            <pc:docMk/>
            <pc:sldMk cId="131310744" sldId="264"/>
            <ac:inkMk id="82" creationId="{198C3C22-DAAD-E253-88F9-436771E1BBE9}"/>
          </ac:inkMkLst>
        </pc:inkChg>
        <pc:inkChg chg="del">
          <ac:chgData name="Hossain, Tanvir" userId="5379524b-2947-4ff6-93a6-0f4602028252" providerId="ADAL" clId="{F66C817B-0377-DF4E-9619-3FE92036EDD3}" dt="2024-10-31T01:11:42.927" v="191"/>
          <ac:inkMkLst>
            <pc:docMk/>
            <pc:sldMk cId="131310744" sldId="264"/>
            <ac:inkMk id="83" creationId="{06BCE987-9525-7EA8-D59D-21A2582E072F}"/>
          </ac:inkMkLst>
        </pc:inkChg>
        <pc:inkChg chg="add del">
          <ac:chgData name="Hossain, Tanvir" userId="5379524b-2947-4ff6-93a6-0f4602028252" providerId="ADAL" clId="{F66C817B-0377-DF4E-9619-3FE92036EDD3}" dt="2024-10-31T01:19:49.289" v="253"/>
          <ac:inkMkLst>
            <pc:docMk/>
            <pc:sldMk cId="131310744" sldId="264"/>
            <ac:inkMk id="84" creationId="{C73948BD-D406-EC7A-3773-53F1951EF241}"/>
          </ac:inkMkLst>
        </pc:inkChg>
        <pc:inkChg chg="add del">
          <ac:chgData name="Hossain, Tanvir" userId="5379524b-2947-4ff6-93a6-0f4602028252" providerId="ADAL" clId="{F66C817B-0377-DF4E-9619-3FE92036EDD3}" dt="2024-10-31T01:19:49.289" v="253"/>
          <ac:inkMkLst>
            <pc:docMk/>
            <pc:sldMk cId="131310744" sldId="264"/>
            <ac:inkMk id="85" creationId="{B07A5C07-B007-7560-8A68-B6D480AF344F}"/>
          </ac:inkMkLst>
        </pc:inkChg>
        <pc:inkChg chg="add reco">
          <ac:chgData name="Hossain, Tanvir" userId="5379524b-2947-4ff6-93a6-0f4602028252" providerId="ADAL" clId="{F66C817B-0377-DF4E-9619-3FE92036EDD3}" dt="2024-10-31T01:19:49.289" v="253"/>
          <ac:inkMkLst>
            <pc:docMk/>
            <pc:sldMk cId="131310744" sldId="264"/>
            <ac:inkMk id="86" creationId="{348D5F09-608E-5D1C-474C-1A3DA1DC32E7}"/>
          </ac:inkMkLst>
        </pc:inkChg>
        <pc:inkChg chg="del">
          <ac:chgData name="Hossain, Tanvir" userId="5379524b-2947-4ff6-93a6-0f4602028252" providerId="ADAL" clId="{F66C817B-0377-DF4E-9619-3FE92036EDD3}" dt="2024-10-31T01:11:42.922" v="189"/>
          <ac:inkMkLst>
            <pc:docMk/>
            <pc:sldMk cId="131310744" sldId="264"/>
            <ac:inkMk id="87" creationId="{B2030D0D-0DFC-818B-0122-FA0709218085}"/>
          </ac:inkMkLst>
        </pc:inkChg>
        <pc:inkChg chg="del">
          <ac:chgData name="Hossain, Tanvir" userId="5379524b-2947-4ff6-93a6-0f4602028252" providerId="ADAL" clId="{F66C817B-0377-DF4E-9619-3FE92036EDD3}" dt="2024-10-31T01:11:42.874" v="170"/>
          <ac:inkMkLst>
            <pc:docMk/>
            <pc:sldMk cId="131310744" sldId="264"/>
            <ac:inkMk id="88" creationId="{E41CEC20-D9E4-10F0-E8C6-14FC0FA1736B}"/>
          </ac:inkMkLst>
        </pc:inkChg>
        <pc:inkChg chg="add del">
          <ac:chgData name="Hossain, Tanvir" userId="5379524b-2947-4ff6-93a6-0f4602028252" providerId="ADAL" clId="{F66C817B-0377-DF4E-9619-3FE92036EDD3}" dt="2024-10-31T01:20:25.541" v="257"/>
          <ac:inkMkLst>
            <pc:docMk/>
            <pc:sldMk cId="131310744" sldId="264"/>
            <ac:inkMk id="89" creationId="{87AB3FFC-3E17-FDE0-1DA9-0BA5FAB9E250}"/>
          </ac:inkMkLst>
        </pc:inkChg>
        <pc:inkChg chg="add del">
          <ac:chgData name="Hossain, Tanvir" userId="5379524b-2947-4ff6-93a6-0f4602028252" providerId="ADAL" clId="{F66C817B-0377-DF4E-9619-3FE92036EDD3}" dt="2024-10-31T01:20:25.541" v="257"/>
          <ac:inkMkLst>
            <pc:docMk/>
            <pc:sldMk cId="131310744" sldId="264"/>
            <ac:inkMk id="90" creationId="{7DE84AAB-4078-963B-CC3B-543C60D0442A}"/>
          </ac:inkMkLst>
        </pc:inkChg>
        <pc:inkChg chg="del">
          <ac:chgData name="Hossain, Tanvir" userId="5379524b-2947-4ff6-93a6-0f4602028252" providerId="ADAL" clId="{F66C817B-0377-DF4E-9619-3FE92036EDD3}" dt="2024-10-31T01:11:42.919" v="188"/>
          <ac:inkMkLst>
            <pc:docMk/>
            <pc:sldMk cId="131310744" sldId="264"/>
            <ac:inkMk id="91" creationId="{E9ADE926-BB80-98BF-8804-2798BEAD8BB8}"/>
          </ac:inkMkLst>
        </pc:inkChg>
        <pc:inkChg chg="add reco">
          <ac:chgData name="Hossain, Tanvir" userId="5379524b-2947-4ff6-93a6-0f4602028252" providerId="ADAL" clId="{F66C817B-0377-DF4E-9619-3FE92036EDD3}" dt="2024-10-31T01:20:25.541" v="257"/>
          <ac:inkMkLst>
            <pc:docMk/>
            <pc:sldMk cId="131310744" sldId="264"/>
            <ac:inkMk id="92" creationId="{C964FDD9-9381-351D-04F8-3ADEABE5EC71}"/>
          </ac:inkMkLst>
        </pc:inkChg>
        <pc:inkChg chg="del">
          <ac:chgData name="Hossain, Tanvir" userId="5379524b-2947-4ff6-93a6-0f4602028252" providerId="ADAL" clId="{F66C817B-0377-DF4E-9619-3FE92036EDD3}" dt="2024-10-31T01:11:42.876" v="171"/>
          <ac:inkMkLst>
            <pc:docMk/>
            <pc:sldMk cId="131310744" sldId="264"/>
            <ac:inkMk id="93" creationId="{EBD4E49B-8360-295D-84DE-B22A9650F965}"/>
          </ac:inkMkLst>
        </pc:inkChg>
        <pc:inkChg chg="add">
          <ac:chgData name="Hossain, Tanvir" userId="5379524b-2947-4ff6-93a6-0f4602028252" providerId="ADAL" clId="{F66C817B-0377-DF4E-9619-3FE92036EDD3}" dt="2024-10-31T01:20:32.307" v="259"/>
          <ac:inkMkLst>
            <pc:docMk/>
            <pc:sldMk cId="131310744" sldId="264"/>
            <ac:inkMk id="94" creationId="{4721F959-3E22-6982-F88E-568BCB0D7FC1}"/>
          </ac:inkMkLst>
        </pc:inkChg>
        <pc:inkChg chg="del">
          <ac:chgData name="Hossain, Tanvir" userId="5379524b-2947-4ff6-93a6-0f4602028252" providerId="ADAL" clId="{F66C817B-0377-DF4E-9619-3FE92036EDD3}" dt="2024-10-31T01:11:42.925" v="190"/>
          <ac:inkMkLst>
            <pc:docMk/>
            <pc:sldMk cId="131310744" sldId="264"/>
            <ac:inkMk id="98" creationId="{FD71ED0B-0580-DF30-5F71-C0369DF95256}"/>
          </ac:inkMkLst>
        </pc:inkChg>
        <pc:inkChg chg="del">
          <ac:chgData name="Hossain, Tanvir" userId="5379524b-2947-4ff6-93a6-0f4602028252" providerId="ADAL" clId="{F66C817B-0377-DF4E-9619-3FE92036EDD3}" dt="2024-10-31T01:11:42.884" v="174"/>
          <ac:inkMkLst>
            <pc:docMk/>
            <pc:sldMk cId="131310744" sldId="264"/>
            <ac:inkMk id="102" creationId="{4658E6F8-67C7-6440-E9FC-E834AB6610F2}"/>
          </ac:inkMkLst>
        </pc:inkChg>
        <pc:inkChg chg="del">
          <ac:chgData name="Hossain, Tanvir" userId="5379524b-2947-4ff6-93a6-0f4602028252" providerId="ADAL" clId="{F66C817B-0377-DF4E-9619-3FE92036EDD3}" dt="2024-10-31T01:11:42.941" v="196"/>
          <ac:inkMkLst>
            <pc:docMk/>
            <pc:sldMk cId="131310744" sldId="264"/>
            <ac:inkMk id="103" creationId="{79FDA17D-A19C-9404-020E-A673E1FBBAE8}"/>
          </ac:inkMkLst>
        </pc:inkChg>
        <pc:inkChg chg="del">
          <ac:chgData name="Hossain, Tanvir" userId="5379524b-2947-4ff6-93a6-0f4602028252" providerId="ADAL" clId="{F66C817B-0377-DF4E-9619-3FE92036EDD3}" dt="2024-10-31T01:11:42.896" v="179"/>
          <ac:inkMkLst>
            <pc:docMk/>
            <pc:sldMk cId="131310744" sldId="264"/>
            <ac:inkMk id="107" creationId="{2825DB71-0DED-CD5E-294C-90F9A2A4BB69}"/>
          </ac:inkMkLst>
        </pc:inkChg>
        <pc:inkChg chg="del">
          <ac:chgData name="Hossain, Tanvir" userId="5379524b-2947-4ff6-93a6-0f4602028252" providerId="ADAL" clId="{F66C817B-0377-DF4E-9619-3FE92036EDD3}" dt="2024-10-31T01:11:42.892" v="177"/>
          <ac:inkMkLst>
            <pc:docMk/>
            <pc:sldMk cId="131310744" sldId="264"/>
            <ac:inkMk id="108" creationId="{6C97F136-C552-6248-C915-FCBFD5745ED1}"/>
          </ac:inkMkLst>
        </pc:inkChg>
        <pc:inkChg chg="del">
          <ac:chgData name="Hossain, Tanvir" userId="5379524b-2947-4ff6-93a6-0f4602028252" providerId="ADAL" clId="{F66C817B-0377-DF4E-9619-3FE92036EDD3}" dt="2024-10-31T01:11:42.844" v="162"/>
          <ac:inkMkLst>
            <pc:docMk/>
            <pc:sldMk cId="131310744" sldId="264"/>
            <ac:inkMk id="112" creationId="{065C564C-AF59-C92C-1E51-458FA2930B84}"/>
          </ac:inkMkLst>
        </pc:inkChg>
        <pc:inkChg chg="del">
          <ac:chgData name="Hossain, Tanvir" userId="5379524b-2947-4ff6-93a6-0f4602028252" providerId="ADAL" clId="{F66C817B-0377-DF4E-9619-3FE92036EDD3}" dt="2024-10-31T01:11:42.879" v="172"/>
          <ac:inkMkLst>
            <pc:docMk/>
            <pc:sldMk cId="131310744" sldId="264"/>
            <ac:inkMk id="115" creationId="{614F4BC9-F8EC-1980-843A-6725651BA036}"/>
          </ac:inkMkLst>
        </pc:inkChg>
        <pc:inkChg chg="del">
          <ac:chgData name="Hossain, Tanvir" userId="5379524b-2947-4ff6-93a6-0f4602028252" providerId="ADAL" clId="{F66C817B-0377-DF4E-9619-3FE92036EDD3}" dt="2024-10-31T01:11:42.933" v="193"/>
          <ac:inkMkLst>
            <pc:docMk/>
            <pc:sldMk cId="131310744" sldId="264"/>
            <ac:inkMk id="119" creationId="{612B23E1-2265-40AD-FEA1-B943B9E8802F}"/>
          </ac:inkMkLst>
        </pc:inkChg>
      </pc:sldChg>
      <pc:sldChg chg="addSp delSp add">
        <pc:chgData name="Hossain, Tanvir" userId="5379524b-2947-4ff6-93a6-0f4602028252" providerId="ADAL" clId="{F66C817B-0377-DF4E-9619-3FE92036EDD3}" dt="2024-10-31T01:24:27.892" v="345"/>
        <pc:sldMkLst>
          <pc:docMk/>
          <pc:sldMk cId="3373043845" sldId="265"/>
        </pc:sldMkLst>
        <pc:inkChg chg="add del">
          <ac:chgData name="Hossain, Tanvir" userId="5379524b-2947-4ff6-93a6-0f4602028252" providerId="ADAL" clId="{F66C817B-0377-DF4E-9619-3FE92036EDD3}" dt="2024-10-31T01:22:10.087" v="294"/>
          <ac:inkMkLst>
            <pc:docMk/>
            <pc:sldMk cId="3373043845" sldId="265"/>
            <ac:inkMk id="2" creationId="{2263841F-39BE-16CF-FF7D-459FEE79F098}"/>
          </ac:inkMkLst>
        </pc:inkChg>
        <pc:inkChg chg="del">
          <ac:chgData name="Hossain, Tanvir" userId="5379524b-2947-4ff6-93a6-0f4602028252" providerId="ADAL" clId="{F66C817B-0377-DF4E-9619-3FE92036EDD3}" dt="2024-10-31T01:21:17.426" v="285"/>
          <ac:inkMkLst>
            <pc:docMk/>
            <pc:sldMk cId="3373043845" sldId="265"/>
            <ac:inkMk id="3" creationId="{927EE287-054D-3F77-50D5-46E254A90F74}"/>
          </ac:inkMkLst>
        </pc:inkChg>
        <pc:inkChg chg="add del">
          <ac:chgData name="Hossain, Tanvir" userId="5379524b-2947-4ff6-93a6-0f4602028252" providerId="ADAL" clId="{F66C817B-0377-DF4E-9619-3FE92036EDD3}" dt="2024-10-31T01:22:10.087" v="294"/>
          <ac:inkMkLst>
            <pc:docMk/>
            <pc:sldMk cId="3373043845" sldId="265"/>
            <ac:inkMk id="5" creationId="{17059491-8998-A360-D617-247B238245B1}"/>
          </ac:inkMkLst>
        </pc:inkChg>
        <pc:inkChg chg="add reco">
          <ac:chgData name="Hossain, Tanvir" userId="5379524b-2947-4ff6-93a6-0f4602028252" providerId="ADAL" clId="{F66C817B-0377-DF4E-9619-3FE92036EDD3}" dt="2024-10-31T01:22:10.087" v="294"/>
          <ac:inkMkLst>
            <pc:docMk/>
            <pc:sldMk cId="3373043845" sldId="265"/>
            <ac:inkMk id="7" creationId="{4A5CB33B-5799-8041-C0AE-776257277F6C}"/>
          </ac:inkMkLst>
        </pc:inkChg>
        <pc:inkChg chg="add del">
          <ac:chgData name="Hossain, Tanvir" userId="5379524b-2947-4ff6-93a6-0f4602028252" providerId="ADAL" clId="{F66C817B-0377-DF4E-9619-3FE92036EDD3}" dt="2024-10-31T01:22:21.172" v="300"/>
          <ac:inkMkLst>
            <pc:docMk/>
            <pc:sldMk cId="3373043845" sldId="265"/>
            <ac:inkMk id="10" creationId="{27DB0C6C-6A55-304E-C409-982B7D1C6EBB}"/>
          </ac:inkMkLst>
        </pc:inkChg>
        <pc:inkChg chg="add del">
          <ac:chgData name="Hossain, Tanvir" userId="5379524b-2947-4ff6-93a6-0f4602028252" providerId="ADAL" clId="{F66C817B-0377-DF4E-9619-3FE92036EDD3}" dt="2024-10-31T01:22:21.172" v="300"/>
          <ac:inkMkLst>
            <pc:docMk/>
            <pc:sldMk cId="3373043845" sldId="265"/>
            <ac:inkMk id="11" creationId="{A58A4515-A3E0-68AD-F67A-1773F2B6223E}"/>
          </ac:inkMkLst>
        </pc:inkChg>
        <pc:inkChg chg="del">
          <ac:chgData name="Hossain, Tanvir" userId="5379524b-2947-4ff6-93a6-0f4602028252" providerId="ADAL" clId="{F66C817B-0377-DF4E-9619-3FE92036EDD3}" dt="2024-10-31T01:21:17.366" v="269"/>
          <ac:inkMkLst>
            <pc:docMk/>
            <pc:sldMk cId="3373043845" sldId="265"/>
            <ac:inkMk id="12" creationId="{ED487B90-7534-76E2-D104-D6607E12AE32}"/>
          </ac:inkMkLst>
        </pc:inkChg>
        <pc:inkChg chg="del">
          <ac:chgData name="Hossain, Tanvir" userId="5379524b-2947-4ff6-93a6-0f4602028252" providerId="ADAL" clId="{F66C817B-0377-DF4E-9619-3FE92036EDD3}" dt="2024-10-31T01:21:17.393" v="276"/>
          <ac:inkMkLst>
            <pc:docMk/>
            <pc:sldMk cId="3373043845" sldId="265"/>
            <ac:inkMk id="13" creationId="{CD821303-F5C2-22E0-66B1-B449232E97F4}"/>
          </ac:inkMkLst>
        </pc:inkChg>
        <pc:inkChg chg="del">
          <ac:chgData name="Hossain, Tanvir" userId="5379524b-2947-4ff6-93a6-0f4602028252" providerId="ADAL" clId="{F66C817B-0377-DF4E-9619-3FE92036EDD3}" dt="2024-10-31T01:21:17.448" v="291"/>
          <ac:inkMkLst>
            <pc:docMk/>
            <pc:sldMk cId="3373043845" sldId="265"/>
            <ac:inkMk id="14" creationId="{A770CF85-A6D0-FEBF-6EC6-D9BBA774D3DA}"/>
          </ac:inkMkLst>
        </pc:inkChg>
        <pc:inkChg chg="del">
          <ac:chgData name="Hossain, Tanvir" userId="5379524b-2947-4ff6-93a6-0f4602028252" providerId="ADAL" clId="{F66C817B-0377-DF4E-9619-3FE92036EDD3}" dt="2024-10-31T01:21:17.370" v="270"/>
          <ac:inkMkLst>
            <pc:docMk/>
            <pc:sldMk cId="3373043845" sldId="265"/>
            <ac:inkMk id="15" creationId="{37B522DD-F6EC-1E48-2DED-42DFB711C5BF}"/>
          </ac:inkMkLst>
        </pc:inkChg>
        <pc:inkChg chg="add del">
          <ac:chgData name="Hossain, Tanvir" userId="5379524b-2947-4ff6-93a6-0f4602028252" providerId="ADAL" clId="{F66C817B-0377-DF4E-9619-3FE92036EDD3}" dt="2024-10-31T01:22:21.172" v="300"/>
          <ac:inkMkLst>
            <pc:docMk/>
            <pc:sldMk cId="3373043845" sldId="265"/>
            <ac:inkMk id="16" creationId="{425540C1-1878-68BE-BF5E-3E673A9485A7}"/>
          </ac:inkMkLst>
        </pc:inkChg>
        <pc:inkChg chg="add del">
          <ac:chgData name="Hossain, Tanvir" userId="5379524b-2947-4ff6-93a6-0f4602028252" providerId="ADAL" clId="{F66C817B-0377-DF4E-9619-3FE92036EDD3}" dt="2024-10-31T01:22:21.172" v="300"/>
          <ac:inkMkLst>
            <pc:docMk/>
            <pc:sldMk cId="3373043845" sldId="265"/>
            <ac:inkMk id="17" creationId="{9E1782BE-5EBE-E1D5-4B91-1E4D4BFA705A}"/>
          </ac:inkMkLst>
        </pc:inkChg>
        <pc:inkChg chg="add del">
          <ac:chgData name="Hossain, Tanvir" userId="5379524b-2947-4ff6-93a6-0f4602028252" providerId="ADAL" clId="{F66C817B-0377-DF4E-9619-3FE92036EDD3}" dt="2024-10-31T01:22:21.172" v="300"/>
          <ac:inkMkLst>
            <pc:docMk/>
            <pc:sldMk cId="3373043845" sldId="265"/>
            <ac:inkMk id="18" creationId="{8BE2AD94-5D2D-C5AF-A1D1-9788FD98B73D}"/>
          </ac:inkMkLst>
        </pc:inkChg>
        <pc:inkChg chg="add reco">
          <ac:chgData name="Hossain, Tanvir" userId="5379524b-2947-4ff6-93a6-0f4602028252" providerId="ADAL" clId="{F66C817B-0377-DF4E-9619-3FE92036EDD3}" dt="2024-10-31T01:22:21.172" v="300"/>
          <ac:inkMkLst>
            <pc:docMk/>
            <pc:sldMk cId="3373043845" sldId="265"/>
            <ac:inkMk id="19" creationId="{5D25CE41-DB5B-53CD-42A6-5D09D3338C2C}"/>
          </ac:inkMkLst>
        </pc:inkChg>
        <pc:inkChg chg="del">
          <ac:chgData name="Hossain, Tanvir" userId="5379524b-2947-4ff6-93a6-0f4602028252" providerId="ADAL" clId="{F66C817B-0377-DF4E-9619-3FE92036EDD3}" dt="2024-10-31T01:21:17.429" v="286"/>
          <ac:inkMkLst>
            <pc:docMk/>
            <pc:sldMk cId="3373043845" sldId="265"/>
            <ac:inkMk id="20" creationId="{F1D57225-D061-419C-2E40-20D597B63C7F}"/>
          </ac:inkMkLst>
        </pc:inkChg>
        <pc:inkChg chg="del">
          <ac:chgData name="Hossain, Tanvir" userId="5379524b-2947-4ff6-93a6-0f4602028252" providerId="ADAL" clId="{F66C817B-0377-DF4E-9619-3FE92036EDD3}" dt="2024-10-31T01:21:17.419" v="283"/>
          <ac:inkMkLst>
            <pc:docMk/>
            <pc:sldMk cId="3373043845" sldId="265"/>
            <ac:inkMk id="21" creationId="{7A64C722-D1D7-5134-E3B2-E32AA169CD11}"/>
          </ac:inkMkLst>
        </pc:inkChg>
        <pc:inkChg chg="add">
          <ac:chgData name="Hossain, Tanvir" userId="5379524b-2947-4ff6-93a6-0f4602028252" providerId="ADAL" clId="{F66C817B-0377-DF4E-9619-3FE92036EDD3}" dt="2024-10-31T01:22:25.052" v="301"/>
          <ac:inkMkLst>
            <pc:docMk/>
            <pc:sldMk cId="3373043845" sldId="265"/>
            <ac:inkMk id="22" creationId="{9133FE00-10BA-AEBB-AD2D-1C92DDC49FC3}"/>
          </ac:inkMkLst>
        </pc:inkChg>
        <pc:inkChg chg="add del">
          <ac:chgData name="Hossain, Tanvir" userId="5379524b-2947-4ff6-93a6-0f4602028252" providerId="ADAL" clId="{F66C817B-0377-DF4E-9619-3FE92036EDD3}" dt="2024-10-31T01:22:32.348" v="305"/>
          <ac:inkMkLst>
            <pc:docMk/>
            <pc:sldMk cId="3373043845" sldId="265"/>
            <ac:inkMk id="23" creationId="{FA0C6963-BEC7-CBBF-9ABC-7CF207BBEFFA}"/>
          </ac:inkMkLst>
        </pc:inkChg>
        <pc:inkChg chg="del">
          <ac:chgData name="Hossain, Tanvir" userId="5379524b-2947-4ff6-93a6-0f4602028252" providerId="ADAL" clId="{F66C817B-0377-DF4E-9619-3FE92036EDD3}" dt="2024-10-31T01:21:17.357" v="267"/>
          <ac:inkMkLst>
            <pc:docMk/>
            <pc:sldMk cId="3373043845" sldId="265"/>
            <ac:inkMk id="24" creationId="{DAF622EE-E298-A318-3F83-C4CDC504BFCE}"/>
          </ac:inkMkLst>
        </pc:inkChg>
        <pc:inkChg chg="add del">
          <ac:chgData name="Hossain, Tanvir" userId="5379524b-2947-4ff6-93a6-0f4602028252" providerId="ADAL" clId="{F66C817B-0377-DF4E-9619-3FE92036EDD3}" dt="2024-10-31T01:22:32.348" v="305"/>
          <ac:inkMkLst>
            <pc:docMk/>
            <pc:sldMk cId="3373043845" sldId="265"/>
            <ac:inkMk id="25" creationId="{511C0231-3BCC-6FD8-B616-F7D2147677D4}"/>
          </ac:inkMkLst>
        </pc:inkChg>
        <pc:inkChg chg="del">
          <ac:chgData name="Hossain, Tanvir" userId="5379524b-2947-4ff6-93a6-0f4602028252" providerId="ADAL" clId="{F66C817B-0377-DF4E-9619-3FE92036EDD3}" dt="2024-10-31T01:21:17.361" v="268"/>
          <ac:inkMkLst>
            <pc:docMk/>
            <pc:sldMk cId="3373043845" sldId="265"/>
            <ac:inkMk id="26" creationId="{DDCF517C-5A25-A115-5886-CBED0A6C3713}"/>
          </ac:inkMkLst>
        </pc:inkChg>
        <pc:inkChg chg="add del">
          <ac:chgData name="Hossain, Tanvir" userId="5379524b-2947-4ff6-93a6-0f4602028252" providerId="ADAL" clId="{F66C817B-0377-DF4E-9619-3FE92036EDD3}" dt="2024-10-31T01:22:32.348" v="305"/>
          <ac:inkMkLst>
            <pc:docMk/>
            <pc:sldMk cId="3373043845" sldId="265"/>
            <ac:inkMk id="27" creationId="{30EC998D-0605-C338-34C4-480AFE9A70FC}"/>
          </ac:inkMkLst>
        </pc:inkChg>
        <pc:inkChg chg="add reco">
          <ac:chgData name="Hossain, Tanvir" userId="5379524b-2947-4ff6-93a6-0f4602028252" providerId="ADAL" clId="{F66C817B-0377-DF4E-9619-3FE92036EDD3}" dt="2024-10-31T01:22:32.348" v="305"/>
          <ac:inkMkLst>
            <pc:docMk/>
            <pc:sldMk cId="3373043845" sldId="265"/>
            <ac:inkMk id="28" creationId="{ED15F10C-9EF4-9A34-0C42-FAA0C65E0D30}"/>
          </ac:inkMkLst>
        </pc:inkChg>
        <pc:inkChg chg="del">
          <ac:chgData name="Hossain, Tanvir" userId="5379524b-2947-4ff6-93a6-0f4602028252" providerId="ADAL" clId="{F66C817B-0377-DF4E-9619-3FE92036EDD3}" dt="2024-10-31T01:21:17.415" v="282"/>
          <ac:inkMkLst>
            <pc:docMk/>
            <pc:sldMk cId="3373043845" sldId="265"/>
            <ac:inkMk id="29" creationId="{D3D8DFFC-745D-6761-971E-CB8A8B2E51FB}"/>
          </ac:inkMkLst>
        </pc:inkChg>
        <pc:inkChg chg="add del">
          <ac:chgData name="Hossain, Tanvir" userId="5379524b-2947-4ff6-93a6-0f4602028252" providerId="ADAL" clId="{F66C817B-0377-DF4E-9619-3FE92036EDD3}" dt="2024-10-31T01:22:42.615" v="308"/>
          <ac:inkMkLst>
            <pc:docMk/>
            <pc:sldMk cId="3373043845" sldId="265"/>
            <ac:inkMk id="30" creationId="{AE4FF448-7C65-7D17-F031-79898674FDCA}"/>
          </ac:inkMkLst>
        </pc:inkChg>
        <pc:inkChg chg="del">
          <ac:chgData name="Hossain, Tanvir" userId="5379524b-2947-4ff6-93a6-0f4602028252" providerId="ADAL" clId="{F66C817B-0377-DF4E-9619-3FE92036EDD3}" dt="2024-10-31T01:21:17.374" v="271"/>
          <ac:inkMkLst>
            <pc:docMk/>
            <pc:sldMk cId="3373043845" sldId="265"/>
            <ac:inkMk id="31" creationId="{E5FB0C67-7B8A-9FB4-5836-48A44E96A7EF}"/>
          </ac:inkMkLst>
        </pc:inkChg>
        <pc:inkChg chg="add del">
          <ac:chgData name="Hossain, Tanvir" userId="5379524b-2947-4ff6-93a6-0f4602028252" providerId="ADAL" clId="{F66C817B-0377-DF4E-9619-3FE92036EDD3}" dt="2024-10-31T01:22:42.615" v="308"/>
          <ac:inkMkLst>
            <pc:docMk/>
            <pc:sldMk cId="3373043845" sldId="265"/>
            <ac:inkMk id="32" creationId="{3D97142B-C50F-2B15-E034-1849EA9BF015}"/>
          </ac:inkMkLst>
        </pc:inkChg>
        <pc:inkChg chg="add reco">
          <ac:chgData name="Hossain, Tanvir" userId="5379524b-2947-4ff6-93a6-0f4602028252" providerId="ADAL" clId="{F66C817B-0377-DF4E-9619-3FE92036EDD3}" dt="2024-10-31T01:22:42.615" v="308"/>
          <ac:inkMkLst>
            <pc:docMk/>
            <pc:sldMk cId="3373043845" sldId="265"/>
            <ac:inkMk id="33" creationId="{F6FFB178-3775-765E-DD03-13335925FE71}"/>
          </ac:inkMkLst>
        </pc:inkChg>
        <pc:inkChg chg="add del">
          <ac:chgData name="Hossain, Tanvir" userId="5379524b-2947-4ff6-93a6-0f4602028252" providerId="ADAL" clId="{F66C817B-0377-DF4E-9619-3FE92036EDD3}" dt="2024-10-31T01:23:01.556" v="318"/>
          <ac:inkMkLst>
            <pc:docMk/>
            <pc:sldMk cId="3373043845" sldId="265"/>
            <ac:inkMk id="34" creationId="{3921FB7C-52FF-97B4-A1D9-F367589F7F53}"/>
          </ac:inkMkLst>
        </pc:inkChg>
        <pc:inkChg chg="add del">
          <ac:chgData name="Hossain, Tanvir" userId="5379524b-2947-4ff6-93a6-0f4602028252" providerId="ADAL" clId="{F66C817B-0377-DF4E-9619-3FE92036EDD3}" dt="2024-10-31T01:23:01.556" v="318"/>
          <ac:inkMkLst>
            <pc:docMk/>
            <pc:sldMk cId="3373043845" sldId="265"/>
            <ac:inkMk id="35" creationId="{220EEE93-DD45-4408-4CFA-33B50F469403}"/>
          </ac:inkMkLst>
        </pc:inkChg>
        <pc:inkChg chg="add del">
          <ac:chgData name="Hossain, Tanvir" userId="5379524b-2947-4ff6-93a6-0f4602028252" providerId="ADAL" clId="{F66C817B-0377-DF4E-9619-3FE92036EDD3}" dt="2024-10-31T01:22:49.863" v="313"/>
          <ac:inkMkLst>
            <pc:docMk/>
            <pc:sldMk cId="3373043845" sldId="265"/>
            <ac:inkMk id="36" creationId="{0A0A9DBE-E3C7-CFD2-EBAC-63409EA83654}"/>
          </ac:inkMkLst>
        </pc:inkChg>
        <pc:inkChg chg="add del">
          <ac:chgData name="Hossain, Tanvir" userId="5379524b-2947-4ff6-93a6-0f4602028252" providerId="ADAL" clId="{F66C817B-0377-DF4E-9619-3FE92036EDD3}" dt="2024-10-31T01:22:49.863" v="313"/>
          <ac:inkMkLst>
            <pc:docMk/>
            <pc:sldMk cId="3373043845" sldId="265"/>
            <ac:inkMk id="37" creationId="{F974CDB6-D7B7-6BBA-9C28-8BBE4162E682}"/>
          </ac:inkMkLst>
        </pc:inkChg>
        <pc:inkChg chg="del">
          <ac:chgData name="Hossain, Tanvir" userId="5379524b-2947-4ff6-93a6-0f4602028252" providerId="ADAL" clId="{F66C817B-0377-DF4E-9619-3FE92036EDD3}" dt="2024-10-31T01:21:17.440" v="289"/>
          <ac:inkMkLst>
            <pc:docMk/>
            <pc:sldMk cId="3373043845" sldId="265"/>
            <ac:inkMk id="38" creationId="{8483588F-A53E-4EFE-6643-DA8EF413E0DF}"/>
          </ac:inkMkLst>
        </pc:inkChg>
        <pc:inkChg chg="add reco">
          <ac:chgData name="Hossain, Tanvir" userId="5379524b-2947-4ff6-93a6-0f4602028252" providerId="ADAL" clId="{F66C817B-0377-DF4E-9619-3FE92036EDD3}" dt="2024-10-31T01:22:49.863" v="313"/>
          <ac:inkMkLst>
            <pc:docMk/>
            <pc:sldMk cId="3373043845" sldId="265"/>
            <ac:inkMk id="39" creationId="{D7ADFE4D-44FF-735B-FCEE-70298F16B1F4}"/>
          </ac:inkMkLst>
        </pc:inkChg>
        <pc:inkChg chg="add">
          <ac:chgData name="Hossain, Tanvir" userId="5379524b-2947-4ff6-93a6-0f4602028252" providerId="ADAL" clId="{F66C817B-0377-DF4E-9619-3FE92036EDD3}" dt="2024-10-31T01:22:53.527" v="314"/>
          <ac:inkMkLst>
            <pc:docMk/>
            <pc:sldMk cId="3373043845" sldId="265"/>
            <ac:inkMk id="40" creationId="{D4FAF81B-A3DF-1D49-0823-8AC2357E6F9F}"/>
          </ac:inkMkLst>
        </pc:inkChg>
        <pc:inkChg chg="add del">
          <ac:chgData name="Hossain, Tanvir" userId="5379524b-2947-4ff6-93a6-0f4602028252" providerId="ADAL" clId="{F66C817B-0377-DF4E-9619-3FE92036EDD3}" dt="2024-10-31T01:23:01.556" v="318"/>
          <ac:inkMkLst>
            <pc:docMk/>
            <pc:sldMk cId="3373043845" sldId="265"/>
            <ac:inkMk id="41" creationId="{98391F4E-2202-365D-047A-87697A0D799B}"/>
          </ac:inkMkLst>
        </pc:inkChg>
        <pc:inkChg chg="add del">
          <ac:chgData name="Hossain, Tanvir" userId="5379524b-2947-4ff6-93a6-0f4602028252" providerId="ADAL" clId="{F66C817B-0377-DF4E-9619-3FE92036EDD3}" dt="2024-10-31T01:23:01.556" v="318"/>
          <ac:inkMkLst>
            <pc:docMk/>
            <pc:sldMk cId="3373043845" sldId="265"/>
            <ac:inkMk id="42" creationId="{585E2C2D-7F79-1741-7F2C-40360B340401}"/>
          </ac:inkMkLst>
        </pc:inkChg>
        <pc:inkChg chg="add del">
          <ac:chgData name="Hossain, Tanvir" userId="5379524b-2947-4ff6-93a6-0f4602028252" providerId="ADAL" clId="{F66C817B-0377-DF4E-9619-3FE92036EDD3}" dt="2024-10-31T01:23:01.556" v="318"/>
          <ac:inkMkLst>
            <pc:docMk/>
            <pc:sldMk cId="3373043845" sldId="265"/>
            <ac:inkMk id="43" creationId="{BE273AD6-A7D1-FE7A-4942-52DA732762D7}"/>
          </ac:inkMkLst>
        </pc:inkChg>
        <pc:inkChg chg="del">
          <ac:chgData name="Hossain, Tanvir" userId="5379524b-2947-4ff6-93a6-0f4602028252" providerId="ADAL" clId="{F66C817B-0377-DF4E-9619-3FE92036EDD3}" dt="2024-10-31T01:21:17.397" v="277"/>
          <ac:inkMkLst>
            <pc:docMk/>
            <pc:sldMk cId="3373043845" sldId="265"/>
            <ac:inkMk id="44" creationId="{CC1372B6-1875-8584-F426-E1CCA26CC47D}"/>
          </ac:inkMkLst>
        </pc:inkChg>
        <pc:inkChg chg="add reco">
          <ac:chgData name="Hossain, Tanvir" userId="5379524b-2947-4ff6-93a6-0f4602028252" providerId="ADAL" clId="{F66C817B-0377-DF4E-9619-3FE92036EDD3}" dt="2024-10-31T01:23:01.556" v="318"/>
          <ac:inkMkLst>
            <pc:docMk/>
            <pc:sldMk cId="3373043845" sldId="265"/>
            <ac:inkMk id="45" creationId="{7B6936BC-B015-5F49-FA06-3D638FD464F0}"/>
          </ac:inkMkLst>
        </pc:inkChg>
        <pc:inkChg chg="add">
          <ac:chgData name="Hossain, Tanvir" userId="5379524b-2947-4ff6-93a6-0f4602028252" providerId="ADAL" clId="{F66C817B-0377-DF4E-9619-3FE92036EDD3}" dt="2024-10-31T01:23:04.939" v="319"/>
          <ac:inkMkLst>
            <pc:docMk/>
            <pc:sldMk cId="3373043845" sldId="265"/>
            <ac:inkMk id="46" creationId="{5500DA19-BF38-47B3-6A45-82D969B790CF}"/>
          </ac:inkMkLst>
        </pc:inkChg>
        <pc:inkChg chg="add">
          <ac:chgData name="Hossain, Tanvir" userId="5379524b-2947-4ff6-93a6-0f4602028252" providerId="ADAL" clId="{F66C817B-0377-DF4E-9619-3FE92036EDD3}" dt="2024-10-31T01:23:21.233" v="320"/>
          <ac:inkMkLst>
            <pc:docMk/>
            <pc:sldMk cId="3373043845" sldId="265"/>
            <ac:inkMk id="47" creationId="{43FBC44A-6E04-8268-EFBD-6D94CA560158}"/>
          </ac:inkMkLst>
        </pc:inkChg>
        <pc:inkChg chg="add del">
          <ac:chgData name="Hossain, Tanvir" userId="5379524b-2947-4ff6-93a6-0f4602028252" providerId="ADAL" clId="{F66C817B-0377-DF4E-9619-3FE92036EDD3}" dt="2024-10-31T01:23:27.426" v="323"/>
          <ac:inkMkLst>
            <pc:docMk/>
            <pc:sldMk cId="3373043845" sldId="265"/>
            <ac:inkMk id="48" creationId="{8ABEB3B8-27FC-9BAB-7074-8BAB6C11224D}"/>
          </ac:inkMkLst>
        </pc:inkChg>
        <pc:inkChg chg="del">
          <ac:chgData name="Hossain, Tanvir" userId="5379524b-2947-4ff6-93a6-0f4602028252" providerId="ADAL" clId="{F66C817B-0377-DF4E-9619-3FE92036EDD3}" dt="2024-10-31T01:21:05.932" v="263"/>
          <ac:inkMkLst>
            <pc:docMk/>
            <pc:sldMk cId="3373043845" sldId="265"/>
            <ac:inkMk id="49" creationId="{76CD7941-BA4E-F1C9-E192-CAB2B6C55B1A}"/>
          </ac:inkMkLst>
        </pc:inkChg>
        <pc:inkChg chg="del">
          <ac:chgData name="Hossain, Tanvir" userId="5379524b-2947-4ff6-93a6-0f4602028252" providerId="ADAL" clId="{F66C817B-0377-DF4E-9619-3FE92036EDD3}" dt="2024-10-31T01:21:17.378" v="272"/>
          <ac:inkMkLst>
            <pc:docMk/>
            <pc:sldMk cId="3373043845" sldId="265"/>
            <ac:inkMk id="50" creationId="{9A698F46-2295-812F-35DD-CDABDFABAE77}"/>
          </ac:inkMkLst>
        </pc:inkChg>
        <pc:inkChg chg="add del">
          <ac:chgData name="Hossain, Tanvir" userId="5379524b-2947-4ff6-93a6-0f4602028252" providerId="ADAL" clId="{F66C817B-0377-DF4E-9619-3FE92036EDD3}" dt="2024-10-31T01:23:27.426" v="323"/>
          <ac:inkMkLst>
            <pc:docMk/>
            <pc:sldMk cId="3373043845" sldId="265"/>
            <ac:inkMk id="51" creationId="{28352284-A6B7-8E3A-B7C9-6AB5EFD20BB7}"/>
          </ac:inkMkLst>
        </pc:inkChg>
        <pc:inkChg chg="add reco">
          <ac:chgData name="Hossain, Tanvir" userId="5379524b-2947-4ff6-93a6-0f4602028252" providerId="ADAL" clId="{F66C817B-0377-DF4E-9619-3FE92036EDD3}" dt="2024-10-31T01:23:27.426" v="323"/>
          <ac:inkMkLst>
            <pc:docMk/>
            <pc:sldMk cId="3373043845" sldId="265"/>
            <ac:inkMk id="52" creationId="{32467C01-C3B7-F857-FD11-17A9570F8436}"/>
          </ac:inkMkLst>
        </pc:inkChg>
        <pc:inkChg chg="del">
          <ac:chgData name="Hossain, Tanvir" userId="5379524b-2947-4ff6-93a6-0f4602028252" providerId="ADAL" clId="{F66C817B-0377-DF4E-9619-3FE92036EDD3}" dt="2024-10-31T01:21:17.389" v="275"/>
          <ac:inkMkLst>
            <pc:docMk/>
            <pc:sldMk cId="3373043845" sldId="265"/>
            <ac:inkMk id="53" creationId="{0811DA05-7F21-5ECA-7F85-836260D21320}"/>
          </ac:inkMkLst>
        </pc:inkChg>
        <pc:inkChg chg="del">
          <ac:chgData name="Hossain, Tanvir" userId="5379524b-2947-4ff6-93a6-0f4602028252" providerId="ADAL" clId="{F66C817B-0377-DF4E-9619-3FE92036EDD3}" dt="2024-10-31T01:21:17.408" v="280"/>
          <ac:inkMkLst>
            <pc:docMk/>
            <pc:sldMk cId="3373043845" sldId="265"/>
            <ac:inkMk id="54" creationId="{9FDC242A-7403-F30E-74D4-73A7E1988EDA}"/>
          </ac:inkMkLst>
        </pc:inkChg>
        <pc:inkChg chg="del">
          <ac:chgData name="Hossain, Tanvir" userId="5379524b-2947-4ff6-93a6-0f4602028252" providerId="ADAL" clId="{F66C817B-0377-DF4E-9619-3FE92036EDD3}" dt="2024-10-31T01:21:05.944" v="264"/>
          <ac:inkMkLst>
            <pc:docMk/>
            <pc:sldMk cId="3373043845" sldId="265"/>
            <ac:inkMk id="55" creationId="{11043854-A7AC-689F-6676-A18EC28B661D}"/>
          </ac:inkMkLst>
        </pc:inkChg>
        <pc:inkChg chg="add">
          <ac:chgData name="Hossain, Tanvir" userId="5379524b-2947-4ff6-93a6-0f4602028252" providerId="ADAL" clId="{F66C817B-0377-DF4E-9619-3FE92036EDD3}" dt="2024-10-31T01:23:28.547" v="324"/>
          <ac:inkMkLst>
            <pc:docMk/>
            <pc:sldMk cId="3373043845" sldId="265"/>
            <ac:inkMk id="56" creationId="{D9B98E19-3607-49C8-6961-EB93736B60C2}"/>
          </ac:inkMkLst>
        </pc:inkChg>
        <pc:inkChg chg="add">
          <ac:chgData name="Hossain, Tanvir" userId="5379524b-2947-4ff6-93a6-0f4602028252" providerId="ADAL" clId="{F66C817B-0377-DF4E-9619-3FE92036EDD3}" dt="2024-10-31T01:23:34.261" v="325"/>
          <ac:inkMkLst>
            <pc:docMk/>
            <pc:sldMk cId="3373043845" sldId="265"/>
            <ac:inkMk id="57" creationId="{FE917BB5-0E8E-A289-D0D4-FB02E51B7C0B}"/>
          </ac:inkMkLst>
        </pc:inkChg>
        <pc:inkChg chg="add">
          <ac:chgData name="Hossain, Tanvir" userId="5379524b-2947-4ff6-93a6-0f4602028252" providerId="ADAL" clId="{F66C817B-0377-DF4E-9619-3FE92036EDD3}" dt="2024-10-31T01:23:42.493" v="326"/>
          <ac:inkMkLst>
            <pc:docMk/>
            <pc:sldMk cId="3373043845" sldId="265"/>
            <ac:inkMk id="58" creationId="{C974FBF0-FA95-BDE7-C7B8-F71127674971}"/>
          </ac:inkMkLst>
        </pc:inkChg>
        <pc:inkChg chg="del">
          <ac:chgData name="Hossain, Tanvir" userId="5379524b-2947-4ff6-93a6-0f4602028252" providerId="ADAL" clId="{F66C817B-0377-DF4E-9619-3FE92036EDD3}" dt="2024-10-31T01:21:17.385" v="274"/>
          <ac:inkMkLst>
            <pc:docMk/>
            <pc:sldMk cId="3373043845" sldId="265"/>
            <ac:inkMk id="59" creationId="{BFC7A5F3-322D-1AFE-EE43-F58843C66F96}"/>
          </ac:inkMkLst>
        </pc:inkChg>
        <pc:inkChg chg="add del">
          <ac:chgData name="Hossain, Tanvir" userId="5379524b-2947-4ff6-93a6-0f4602028252" providerId="ADAL" clId="{F66C817B-0377-DF4E-9619-3FE92036EDD3}" dt="2024-10-31T01:23:55.340" v="330"/>
          <ac:inkMkLst>
            <pc:docMk/>
            <pc:sldMk cId="3373043845" sldId="265"/>
            <ac:inkMk id="60" creationId="{FF783904-41D2-6EBE-8217-22B79557F2FE}"/>
          </ac:inkMkLst>
        </pc:inkChg>
        <pc:inkChg chg="del">
          <ac:chgData name="Hossain, Tanvir" userId="5379524b-2947-4ff6-93a6-0f4602028252" providerId="ADAL" clId="{F66C817B-0377-DF4E-9619-3FE92036EDD3}" dt="2024-10-31T01:21:17.382" v="273"/>
          <ac:inkMkLst>
            <pc:docMk/>
            <pc:sldMk cId="3373043845" sldId="265"/>
            <ac:inkMk id="61" creationId="{1C70AB48-59D1-AED5-4816-B4D7917BB2BE}"/>
          </ac:inkMkLst>
        </pc:inkChg>
        <pc:inkChg chg="add del">
          <ac:chgData name="Hossain, Tanvir" userId="5379524b-2947-4ff6-93a6-0f4602028252" providerId="ADAL" clId="{F66C817B-0377-DF4E-9619-3FE92036EDD3}" dt="2024-10-31T01:23:55.340" v="330"/>
          <ac:inkMkLst>
            <pc:docMk/>
            <pc:sldMk cId="3373043845" sldId="265"/>
            <ac:inkMk id="62" creationId="{E9E92574-3691-96D6-2F34-83B29610ADFE}"/>
          </ac:inkMkLst>
        </pc:inkChg>
        <pc:inkChg chg="add del">
          <ac:chgData name="Hossain, Tanvir" userId="5379524b-2947-4ff6-93a6-0f4602028252" providerId="ADAL" clId="{F66C817B-0377-DF4E-9619-3FE92036EDD3}" dt="2024-10-31T01:23:55.340" v="330"/>
          <ac:inkMkLst>
            <pc:docMk/>
            <pc:sldMk cId="3373043845" sldId="265"/>
            <ac:inkMk id="63" creationId="{1A404979-9291-82AB-5882-7783B8AD7E7F}"/>
          </ac:inkMkLst>
        </pc:inkChg>
        <pc:inkChg chg="add reco">
          <ac:chgData name="Hossain, Tanvir" userId="5379524b-2947-4ff6-93a6-0f4602028252" providerId="ADAL" clId="{F66C817B-0377-DF4E-9619-3FE92036EDD3}" dt="2024-10-31T01:23:55.340" v="330"/>
          <ac:inkMkLst>
            <pc:docMk/>
            <pc:sldMk cId="3373043845" sldId="265"/>
            <ac:inkMk id="64" creationId="{BC4902DA-ABC5-5F51-A75E-6B618172205C}"/>
          </ac:inkMkLst>
        </pc:inkChg>
        <pc:inkChg chg="del">
          <ac:chgData name="Hossain, Tanvir" userId="5379524b-2947-4ff6-93a6-0f4602028252" providerId="ADAL" clId="{F66C817B-0377-DF4E-9619-3FE92036EDD3}" dt="2024-10-31T01:21:17.352" v="266"/>
          <ac:inkMkLst>
            <pc:docMk/>
            <pc:sldMk cId="3373043845" sldId="265"/>
            <ac:inkMk id="65" creationId="{27B4CBDC-136D-54B6-C42F-42D7B7198736}"/>
          </ac:inkMkLst>
        </pc:inkChg>
        <pc:inkChg chg="add">
          <ac:chgData name="Hossain, Tanvir" userId="5379524b-2947-4ff6-93a6-0f4602028252" providerId="ADAL" clId="{F66C817B-0377-DF4E-9619-3FE92036EDD3}" dt="2024-10-31T01:24:04.669" v="331"/>
          <ac:inkMkLst>
            <pc:docMk/>
            <pc:sldMk cId="3373043845" sldId="265"/>
            <ac:inkMk id="66" creationId="{C003569D-6703-5803-B537-4A515875799A}"/>
          </ac:inkMkLst>
        </pc:inkChg>
        <pc:inkChg chg="del">
          <ac:chgData name="Hossain, Tanvir" userId="5379524b-2947-4ff6-93a6-0f4602028252" providerId="ADAL" clId="{F66C817B-0377-DF4E-9619-3FE92036EDD3}" dt="2024-10-31T01:21:17.433" v="287"/>
          <ac:inkMkLst>
            <pc:docMk/>
            <pc:sldMk cId="3373043845" sldId="265"/>
            <ac:inkMk id="67" creationId="{A2E92B86-EA03-5E7B-8AFE-A467FA2C111F}"/>
          </ac:inkMkLst>
        </pc:inkChg>
        <pc:inkChg chg="del">
          <ac:chgData name="Hossain, Tanvir" userId="5379524b-2947-4ff6-93a6-0f4602028252" providerId="ADAL" clId="{F66C817B-0377-DF4E-9619-3FE92036EDD3}" dt="2024-10-31T01:21:17.437" v="288"/>
          <ac:inkMkLst>
            <pc:docMk/>
            <pc:sldMk cId="3373043845" sldId="265"/>
            <ac:inkMk id="68" creationId="{2287C5CD-E4FC-7689-EE49-80E7209F6316}"/>
          </ac:inkMkLst>
        </pc:inkChg>
        <pc:inkChg chg="del">
          <ac:chgData name="Hossain, Tanvir" userId="5379524b-2947-4ff6-93a6-0f4602028252" providerId="ADAL" clId="{F66C817B-0377-DF4E-9619-3FE92036EDD3}" dt="2024-10-31T01:21:17.422" v="284"/>
          <ac:inkMkLst>
            <pc:docMk/>
            <pc:sldMk cId="3373043845" sldId="265"/>
            <ac:inkMk id="69" creationId="{83762671-3F2E-78B6-E867-5F04656C5FDC}"/>
          </ac:inkMkLst>
        </pc:inkChg>
        <pc:inkChg chg="add del">
          <ac:chgData name="Hossain, Tanvir" userId="5379524b-2947-4ff6-93a6-0f4602028252" providerId="ADAL" clId="{F66C817B-0377-DF4E-9619-3FE92036EDD3}" dt="2024-10-31T01:24:19.272" v="334"/>
          <ac:inkMkLst>
            <pc:docMk/>
            <pc:sldMk cId="3373043845" sldId="265"/>
            <ac:inkMk id="70" creationId="{D09A420B-2C1F-6222-0A70-F549D64F506E}"/>
          </ac:inkMkLst>
        </pc:inkChg>
        <pc:inkChg chg="add del">
          <ac:chgData name="Hossain, Tanvir" userId="5379524b-2947-4ff6-93a6-0f4602028252" providerId="ADAL" clId="{F66C817B-0377-DF4E-9619-3FE92036EDD3}" dt="2024-10-31T01:24:19.272" v="334"/>
          <ac:inkMkLst>
            <pc:docMk/>
            <pc:sldMk cId="3373043845" sldId="265"/>
            <ac:inkMk id="71" creationId="{2851C2F3-0607-8E55-EBC8-4C2C245C9059}"/>
          </ac:inkMkLst>
        </pc:inkChg>
        <pc:inkChg chg="add reco">
          <ac:chgData name="Hossain, Tanvir" userId="5379524b-2947-4ff6-93a6-0f4602028252" providerId="ADAL" clId="{F66C817B-0377-DF4E-9619-3FE92036EDD3}" dt="2024-10-31T01:24:19.272" v="334"/>
          <ac:inkMkLst>
            <pc:docMk/>
            <pc:sldMk cId="3373043845" sldId="265"/>
            <ac:inkMk id="72" creationId="{D64F295B-C5A5-247F-9114-F98AF6D4A880}"/>
          </ac:inkMkLst>
        </pc:inkChg>
        <pc:inkChg chg="del">
          <ac:chgData name="Hossain, Tanvir" userId="5379524b-2947-4ff6-93a6-0f4602028252" providerId="ADAL" clId="{F66C817B-0377-DF4E-9619-3FE92036EDD3}" dt="2024-10-31T01:21:17.412" v="281"/>
          <ac:inkMkLst>
            <pc:docMk/>
            <pc:sldMk cId="3373043845" sldId="265"/>
            <ac:inkMk id="73" creationId="{24F20387-3F20-B47F-5796-8196D028E2C9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74" creationId="{EB87EC01-DACD-FEF7-096C-45F8920473A5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75" creationId="{737D9617-5D71-E090-B48B-95F3C222D166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76" creationId="{71E31D68-0A11-54AB-0A2A-64F210CCA689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77" creationId="{F3112B84-F5A6-D1FA-B50C-AE15162BCE7A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78" creationId="{B49278BF-32DF-5E78-29D2-06DC3C16D677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79" creationId="{CE0B58B2-E266-0B34-483B-CD382111F550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80" creationId="{A7559A2D-8A24-4D1F-B6D4-1586FAE8AFF7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81" creationId="{D1BE0D04-DB17-7CBA-1497-281A43E71170}"/>
          </ac:inkMkLst>
        </pc:inkChg>
        <pc:inkChg chg="del">
          <ac:chgData name="Hossain, Tanvir" userId="5379524b-2947-4ff6-93a6-0f4602028252" providerId="ADAL" clId="{F66C817B-0377-DF4E-9619-3FE92036EDD3}" dt="2024-10-31T01:21:17.401" v="278"/>
          <ac:inkMkLst>
            <pc:docMk/>
            <pc:sldMk cId="3373043845" sldId="265"/>
            <ac:inkMk id="82" creationId="{198C3C22-DAAD-E253-88F9-436771E1BBE9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83" creationId="{745C5931-4D82-F244-F3E6-710A4304ECCD}"/>
          </ac:inkMkLst>
        </pc:inkChg>
        <pc:inkChg chg="add del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84" creationId="{D557E7A8-6D8C-ECC4-53F5-DEF1570BEFBD}"/>
          </ac:inkMkLst>
        </pc:inkChg>
        <pc:inkChg chg="add reco">
          <ac:chgData name="Hossain, Tanvir" userId="5379524b-2947-4ff6-93a6-0f4602028252" providerId="ADAL" clId="{F66C817B-0377-DF4E-9619-3FE92036EDD3}" dt="2024-10-31T01:24:27.892" v="345"/>
          <ac:inkMkLst>
            <pc:docMk/>
            <pc:sldMk cId="3373043845" sldId="265"/>
            <ac:inkMk id="85" creationId="{C349E010-9D8D-2EEF-290D-80857BAE0647}"/>
          </ac:inkMkLst>
        </pc:inkChg>
        <pc:inkChg chg="del">
          <ac:chgData name="Hossain, Tanvir" userId="5379524b-2947-4ff6-93a6-0f4602028252" providerId="ADAL" clId="{F66C817B-0377-DF4E-9619-3FE92036EDD3}" dt="2024-10-31T01:21:17.444" v="290"/>
          <ac:inkMkLst>
            <pc:docMk/>
            <pc:sldMk cId="3373043845" sldId="265"/>
            <ac:inkMk id="86" creationId="{348D5F09-608E-5D1C-474C-1A3DA1DC32E7}"/>
          </ac:inkMkLst>
        </pc:inkChg>
        <pc:inkChg chg="del">
          <ac:chgData name="Hossain, Tanvir" userId="5379524b-2947-4ff6-93a6-0f4602028252" providerId="ADAL" clId="{F66C817B-0377-DF4E-9619-3FE92036EDD3}" dt="2024-10-31T01:21:17.341" v="265"/>
          <ac:inkMkLst>
            <pc:docMk/>
            <pc:sldMk cId="3373043845" sldId="265"/>
            <ac:inkMk id="92" creationId="{C964FDD9-9381-351D-04F8-3ADEABE5EC71}"/>
          </ac:inkMkLst>
        </pc:inkChg>
        <pc:inkChg chg="del">
          <ac:chgData name="Hossain, Tanvir" userId="5379524b-2947-4ff6-93a6-0f4602028252" providerId="ADAL" clId="{F66C817B-0377-DF4E-9619-3FE92036EDD3}" dt="2024-10-31T01:21:17.404" v="279"/>
          <ac:inkMkLst>
            <pc:docMk/>
            <pc:sldMk cId="3373043845" sldId="265"/>
            <ac:inkMk id="94" creationId="{4721F959-3E22-6982-F88E-568BCB0D7FC1}"/>
          </ac:inkMkLst>
        </pc:inkChg>
      </pc:sldChg>
      <pc:sldChg chg="addSp delSp modSp add">
        <pc:chgData name="Hossain, Tanvir" userId="5379524b-2947-4ff6-93a6-0f4602028252" providerId="ADAL" clId="{F66C817B-0377-DF4E-9619-3FE92036EDD3}" dt="2024-10-31T07:03:03.080" v="373"/>
        <pc:sldMkLst>
          <pc:docMk/>
          <pc:sldMk cId="3880326868" sldId="266"/>
        </pc:sldMkLst>
        <pc:inkChg chg="add del mod modStrokes">
          <ac:chgData name="Hossain, Tanvir" userId="5379524b-2947-4ff6-93a6-0f4602028252" providerId="ADAL" clId="{F66C817B-0377-DF4E-9619-3FE92036EDD3}" dt="2024-10-31T07:03:03.077" v="372"/>
          <ac:inkMkLst>
            <pc:docMk/>
            <pc:sldMk cId="3880326868" sldId="266"/>
            <ac:inkMk id="2" creationId="{22683519-B329-7DAA-F53B-5BF4A8B0B97C}"/>
          </ac:inkMkLst>
        </pc:inkChg>
        <pc:inkChg chg="add del mod modStrokes">
          <ac:chgData name="Hossain, Tanvir" userId="5379524b-2947-4ff6-93a6-0f4602028252" providerId="ADAL" clId="{F66C817B-0377-DF4E-9619-3FE92036EDD3}" dt="2024-10-31T07:03:03.080" v="373"/>
          <ac:inkMkLst>
            <pc:docMk/>
            <pc:sldMk cId="3880326868" sldId="266"/>
            <ac:inkMk id="3" creationId="{C68BFCBA-FC92-E224-9ADE-8D00DF2B1394}"/>
          </ac:inkMkLst>
        </pc:inkChg>
        <pc:inkChg chg="add del">
          <ac:chgData name="Hossain, Tanvir" userId="5379524b-2947-4ff6-93a6-0f4602028252" providerId="ADAL" clId="{F66C817B-0377-DF4E-9619-3FE92036EDD3}" dt="2024-10-31T07:03:03.073" v="371"/>
          <ac:inkMkLst>
            <pc:docMk/>
            <pc:sldMk cId="3880326868" sldId="266"/>
            <ac:inkMk id="5" creationId="{4992C35C-D8F7-9697-0B05-72BFF07F1A19}"/>
          </ac:inkMkLst>
        </pc:inkChg>
        <pc:inkChg chg="del">
          <ac:chgData name="Hossain, Tanvir" userId="5379524b-2947-4ff6-93a6-0f4602028252" providerId="ADAL" clId="{F66C817B-0377-DF4E-9619-3FE92036EDD3}" dt="2024-10-31T01:24:58.183" v="357"/>
          <ac:inkMkLst>
            <pc:docMk/>
            <pc:sldMk cId="3880326868" sldId="266"/>
            <ac:inkMk id="7" creationId="{4A5CB33B-5799-8041-C0AE-776257277F6C}"/>
          </ac:inkMkLst>
        </pc:inkChg>
        <pc:inkChg chg="add del">
          <ac:chgData name="Hossain, Tanvir" userId="5379524b-2947-4ff6-93a6-0f4602028252" providerId="ADAL" clId="{F66C817B-0377-DF4E-9619-3FE92036EDD3}" dt="2024-10-31T07:03:01.725" v="368"/>
          <ac:inkMkLst>
            <pc:docMk/>
            <pc:sldMk cId="3880326868" sldId="266"/>
            <ac:inkMk id="10" creationId="{92FF94FD-35DE-477E-37EE-2523CE61785D}"/>
          </ac:inkMkLst>
        </pc:inkChg>
        <pc:inkChg chg="mod modStrokes">
          <ac:chgData name="Hossain, Tanvir" userId="5379524b-2947-4ff6-93a6-0f4602028252" providerId="ADAL" clId="{F66C817B-0377-DF4E-9619-3FE92036EDD3}" dt="2024-10-31T01:24:58.168" v="354"/>
          <ac:inkMkLst>
            <pc:docMk/>
            <pc:sldMk cId="3880326868" sldId="266"/>
            <ac:inkMk id="19" creationId="{5D25CE41-DB5B-53CD-42A6-5D09D3338C2C}"/>
          </ac:inkMkLst>
        </pc:inkChg>
        <pc:inkChg chg="del">
          <ac:chgData name="Hossain, Tanvir" userId="5379524b-2947-4ff6-93a6-0f4602028252" providerId="ADAL" clId="{F66C817B-0377-DF4E-9619-3FE92036EDD3}" dt="2024-10-31T01:24:58.152" v="351"/>
          <ac:inkMkLst>
            <pc:docMk/>
            <pc:sldMk cId="3880326868" sldId="266"/>
            <ac:inkMk id="22" creationId="{9133FE00-10BA-AEBB-AD2D-1C92DDC49FC3}"/>
          </ac:inkMkLst>
        </pc:inkChg>
        <pc:inkChg chg="del">
          <ac:chgData name="Hossain, Tanvir" userId="5379524b-2947-4ff6-93a6-0f4602028252" providerId="ADAL" clId="{F66C817B-0377-DF4E-9619-3FE92036EDD3}" dt="2024-10-31T01:24:58.188" v="358"/>
          <ac:inkMkLst>
            <pc:docMk/>
            <pc:sldMk cId="3880326868" sldId="266"/>
            <ac:inkMk id="28" creationId="{ED15F10C-9EF4-9A34-0C42-FAA0C65E0D30}"/>
          </ac:inkMkLst>
        </pc:inkChg>
        <pc:inkChg chg="del">
          <ac:chgData name="Hossain, Tanvir" userId="5379524b-2947-4ff6-93a6-0f4602028252" providerId="ADAL" clId="{F66C817B-0377-DF4E-9619-3FE92036EDD3}" dt="2024-10-31T01:24:58.207" v="362"/>
          <ac:inkMkLst>
            <pc:docMk/>
            <pc:sldMk cId="3880326868" sldId="266"/>
            <ac:inkMk id="33" creationId="{F6FFB178-3775-765E-DD03-13335925FE71}"/>
          </ac:inkMkLst>
        </pc:inkChg>
        <pc:inkChg chg="del">
          <ac:chgData name="Hossain, Tanvir" userId="5379524b-2947-4ff6-93a6-0f4602028252" providerId="ADAL" clId="{F66C817B-0377-DF4E-9619-3FE92036EDD3}" dt="2024-10-31T01:24:58.162" v="353"/>
          <ac:inkMkLst>
            <pc:docMk/>
            <pc:sldMk cId="3880326868" sldId="266"/>
            <ac:inkMk id="40" creationId="{D4FAF81B-A3DF-1D49-0823-8AC2357E6F9F}"/>
          </ac:inkMkLst>
        </pc:inkChg>
        <pc:inkChg chg="del">
          <ac:chgData name="Hossain, Tanvir" userId="5379524b-2947-4ff6-93a6-0f4602028252" providerId="ADAL" clId="{F66C817B-0377-DF4E-9619-3FE92036EDD3}" dt="2024-10-31T01:24:58.173" v="355"/>
          <ac:inkMkLst>
            <pc:docMk/>
            <pc:sldMk cId="3880326868" sldId="266"/>
            <ac:inkMk id="45" creationId="{7B6936BC-B015-5F49-FA06-3D638FD464F0}"/>
          </ac:inkMkLst>
        </pc:inkChg>
        <pc:inkChg chg="del">
          <ac:chgData name="Hossain, Tanvir" userId="5379524b-2947-4ff6-93a6-0f4602028252" providerId="ADAL" clId="{F66C817B-0377-DF4E-9619-3FE92036EDD3}" dt="2024-10-31T01:24:58.146" v="350"/>
          <ac:inkMkLst>
            <pc:docMk/>
            <pc:sldMk cId="3880326868" sldId="266"/>
            <ac:inkMk id="46" creationId="{5500DA19-BF38-47B3-6A45-82D969B790CF}"/>
          </ac:inkMkLst>
        </pc:inkChg>
        <pc:inkChg chg="del">
          <ac:chgData name="Hossain, Tanvir" userId="5379524b-2947-4ff6-93a6-0f4602028252" providerId="ADAL" clId="{F66C817B-0377-DF4E-9619-3FE92036EDD3}" dt="2024-10-31T01:24:58.113" v="347"/>
          <ac:inkMkLst>
            <pc:docMk/>
            <pc:sldMk cId="3880326868" sldId="266"/>
            <ac:inkMk id="47" creationId="{43FBC44A-6E04-8268-EFBD-6D94CA560158}"/>
          </ac:inkMkLst>
        </pc:inkChg>
        <pc:inkChg chg="del">
          <ac:chgData name="Hossain, Tanvir" userId="5379524b-2947-4ff6-93a6-0f4602028252" providerId="ADAL" clId="{F66C817B-0377-DF4E-9619-3FE92036EDD3}" dt="2024-10-31T01:24:58.193" v="359"/>
          <ac:inkMkLst>
            <pc:docMk/>
            <pc:sldMk cId="3880326868" sldId="266"/>
            <ac:inkMk id="52" creationId="{32467C01-C3B7-F857-FD11-17A9570F8436}"/>
          </ac:inkMkLst>
        </pc:inkChg>
        <pc:inkChg chg="del">
          <ac:chgData name="Hossain, Tanvir" userId="5379524b-2947-4ff6-93a6-0f4602028252" providerId="ADAL" clId="{F66C817B-0377-DF4E-9619-3FE92036EDD3}" dt="2024-10-31T01:24:58.211" v="363"/>
          <ac:inkMkLst>
            <pc:docMk/>
            <pc:sldMk cId="3880326868" sldId="266"/>
            <ac:inkMk id="56" creationId="{D9B98E19-3607-49C8-6961-EB93736B60C2}"/>
          </ac:inkMkLst>
        </pc:inkChg>
        <pc:inkChg chg="del">
          <ac:chgData name="Hossain, Tanvir" userId="5379524b-2947-4ff6-93a6-0f4602028252" providerId="ADAL" clId="{F66C817B-0377-DF4E-9619-3FE92036EDD3}" dt="2024-10-31T01:24:58.139" v="349"/>
          <ac:inkMkLst>
            <pc:docMk/>
            <pc:sldMk cId="3880326868" sldId="266"/>
            <ac:inkMk id="57" creationId="{FE917BB5-0E8E-A289-D0D4-FB02E51B7C0B}"/>
          </ac:inkMkLst>
        </pc:inkChg>
        <pc:inkChg chg="del">
          <ac:chgData name="Hossain, Tanvir" userId="5379524b-2947-4ff6-93a6-0f4602028252" providerId="ADAL" clId="{F66C817B-0377-DF4E-9619-3FE92036EDD3}" dt="2024-10-31T01:24:58.131" v="348"/>
          <ac:inkMkLst>
            <pc:docMk/>
            <pc:sldMk cId="3880326868" sldId="266"/>
            <ac:inkMk id="58" creationId="{C974FBF0-FA95-BDE7-C7B8-F71127674971}"/>
          </ac:inkMkLst>
        </pc:inkChg>
        <pc:inkChg chg="del">
          <ac:chgData name="Hossain, Tanvir" userId="5379524b-2947-4ff6-93a6-0f4602028252" providerId="ADAL" clId="{F66C817B-0377-DF4E-9619-3FE92036EDD3}" dt="2024-10-31T01:24:58.202" v="361"/>
          <ac:inkMkLst>
            <pc:docMk/>
            <pc:sldMk cId="3880326868" sldId="266"/>
            <ac:inkMk id="64" creationId="{BC4902DA-ABC5-5F51-A75E-6B618172205C}"/>
          </ac:inkMkLst>
        </pc:inkChg>
        <pc:inkChg chg="del">
          <ac:chgData name="Hossain, Tanvir" userId="5379524b-2947-4ff6-93a6-0f4602028252" providerId="ADAL" clId="{F66C817B-0377-DF4E-9619-3FE92036EDD3}" dt="2024-10-31T01:24:58.157" v="352"/>
          <ac:inkMkLst>
            <pc:docMk/>
            <pc:sldMk cId="3880326868" sldId="266"/>
            <ac:inkMk id="66" creationId="{C003569D-6703-5803-B537-4A515875799A}"/>
          </ac:inkMkLst>
        </pc:inkChg>
        <pc:inkChg chg="del">
          <ac:chgData name="Hossain, Tanvir" userId="5379524b-2947-4ff6-93a6-0f4602028252" providerId="ADAL" clId="{F66C817B-0377-DF4E-9619-3FE92036EDD3}" dt="2024-10-31T01:24:58.197" v="360"/>
          <ac:inkMkLst>
            <pc:docMk/>
            <pc:sldMk cId="3880326868" sldId="266"/>
            <ac:inkMk id="72" creationId="{D64F295B-C5A5-247F-9114-F98AF6D4A880}"/>
          </ac:inkMkLst>
        </pc:inkChg>
        <pc:inkChg chg="del">
          <ac:chgData name="Hossain, Tanvir" userId="5379524b-2947-4ff6-93a6-0f4602028252" providerId="ADAL" clId="{F66C817B-0377-DF4E-9619-3FE92036EDD3}" dt="2024-10-31T01:24:58.178" v="356"/>
          <ac:inkMkLst>
            <pc:docMk/>
            <pc:sldMk cId="3880326868" sldId="266"/>
            <ac:inkMk id="85" creationId="{C349E010-9D8D-2EEF-290D-80857BAE0647}"/>
          </ac:inkMkLst>
        </pc:inkChg>
      </pc:sldChg>
      <pc:sldChg chg="modSp">
        <pc:chgData name="Hossain, Tanvir" userId="5379524b-2947-4ff6-93a6-0f4602028252" providerId="ADAL" clId="{F66C817B-0377-DF4E-9619-3FE92036EDD3}" dt="2024-10-31T19:32:50.038" v="382"/>
        <pc:sldMkLst>
          <pc:docMk/>
          <pc:sldMk cId="1729915323" sldId="268"/>
        </pc:sldMkLst>
        <pc:inkChg chg="mod modStrokes">
          <ac:chgData name="Hossain, Tanvir" userId="5379524b-2947-4ff6-93a6-0f4602028252" providerId="ADAL" clId="{F66C817B-0377-DF4E-9619-3FE92036EDD3}" dt="2024-10-31T19:32:50.038" v="382"/>
          <ac:inkMkLst>
            <pc:docMk/>
            <pc:sldMk cId="1729915323" sldId="268"/>
            <ac:inkMk id="5" creationId="{CF150D7A-260C-89F6-F6A0-713DEF5A555B}"/>
          </ac:inkMkLst>
        </pc:inkChg>
      </pc:sldChg>
      <pc:sldChg chg="modSp">
        <pc:chgData name="Hossain, Tanvir" userId="5379524b-2947-4ff6-93a6-0f4602028252" providerId="ADAL" clId="{F66C817B-0377-DF4E-9619-3FE92036EDD3}" dt="2024-10-31T19:32:57.838" v="385"/>
        <pc:sldMkLst>
          <pc:docMk/>
          <pc:sldMk cId="3948692902" sldId="269"/>
        </pc:sldMkLst>
        <pc:inkChg chg="mod modStrokes">
          <ac:chgData name="Hossain, Tanvir" userId="5379524b-2947-4ff6-93a6-0f4602028252" providerId="ADAL" clId="{F66C817B-0377-DF4E-9619-3FE92036EDD3}" dt="2024-10-31T19:32:57.838" v="385"/>
          <ac:inkMkLst>
            <pc:docMk/>
            <pc:sldMk cId="3948692902" sldId="269"/>
            <ac:inkMk id="5" creationId="{9C19666F-990D-A8BA-30A2-4BFC8A802CE9}"/>
          </ac:inkMkLst>
        </pc:inkChg>
      </pc:sldChg>
      <pc:sldChg chg="modSp">
        <pc:chgData name="Hossain, Tanvir" userId="5379524b-2947-4ff6-93a6-0f4602028252" providerId="ADAL" clId="{F66C817B-0377-DF4E-9619-3FE92036EDD3}" dt="2024-10-31T19:33:19.365" v="387"/>
        <pc:sldMkLst>
          <pc:docMk/>
          <pc:sldMk cId="3178234004" sldId="270"/>
        </pc:sldMkLst>
        <pc:inkChg chg="mod modStrokes">
          <ac:chgData name="Hossain, Tanvir" userId="5379524b-2947-4ff6-93a6-0f4602028252" providerId="ADAL" clId="{F66C817B-0377-DF4E-9619-3FE92036EDD3}" dt="2024-10-31T19:33:19.365" v="387"/>
          <ac:inkMkLst>
            <pc:docMk/>
            <pc:sldMk cId="3178234004" sldId="270"/>
            <ac:inkMk id="5" creationId="{8A3A6D97-52C5-8DBE-2286-C5F10020C67D}"/>
          </ac:inkMkLst>
        </pc:inkChg>
      </pc:sldChg>
      <pc:sldChg chg="delSp">
        <pc:chgData name="Hossain, Tanvir" userId="5379524b-2947-4ff6-93a6-0f4602028252" providerId="ADAL" clId="{F66C817B-0377-DF4E-9619-3FE92036EDD3}" dt="2024-10-31T19:32:25.929" v="374"/>
        <pc:sldMkLst>
          <pc:docMk/>
          <pc:sldMk cId="402523472" sldId="273"/>
        </pc:sldMkLst>
        <pc:inkChg chg="del">
          <ac:chgData name="Hossain, Tanvir" userId="5379524b-2947-4ff6-93a6-0f4602028252" providerId="ADAL" clId="{F66C817B-0377-DF4E-9619-3FE92036EDD3}" dt="2024-10-31T19:32:25.929" v="374"/>
          <ac:inkMkLst>
            <pc:docMk/>
            <pc:sldMk cId="402523472" sldId="273"/>
            <ac:inkMk id="2" creationId="{97CE12AC-9EE9-D3FA-17BB-EC7500319386}"/>
          </ac:inkMkLst>
        </pc:inkChg>
      </pc:sldChg>
      <pc:sldChg chg="modSp">
        <pc:chgData name="Hossain, Tanvir" userId="5379524b-2947-4ff6-93a6-0f4602028252" providerId="ADAL" clId="{F66C817B-0377-DF4E-9619-3FE92036EDD3}" dt="2024-10-31T19:38:19.891" v="388"/>
        <pc:sldMkLst>
          <pc:docMk/>
          <pc:sldMk cId="2446670331" sldId="275"/>
        </pc:sldMkLst>
        <pc:inkChg chg="mod modStrokes">
          <ac:chgData name="Hossain, Tanvir" userId="5379524b-2947-4ff6-93a6-0f4602028252" providerId="ADAL" clId="{F66C817B-0377-DF4E-9619-3FE92036EDD3}" dt="2024-10-31T19:38:19.891" v="388"/>
          <ac:inkMkLst>
            <pc:docMk/>
            <pc:sldMk cId="2446670331" sldId="275"/>
            <ac:inkMk id="5" creationId="{EDDCC3A9-C8C8-36A0-6F8F-1699499E22C5}"/>
          </ac:inkMkLst>
        </pc:inkChg>
      </pc:sldChg>
      <pc:sldChg chg="modSp">
        <pc:chgData name="Hossain, Tanvir" userId="5379524b-2947-4ff6-93a6-0f4602028252" providerId="ADAL" clId="{F66C817B-0377-DF4E-9619-3FE92036EDD3}" dt="2024-10-31T19:39:09.865" v="395"/>
        <pc:sldMkLst>
          <pc:docMk/>
          <pc:sldMk cId="4173929640" sldId="277"/>
        </pc:sldMkLst>
        <pc:inkChg chg="mod modStrokes">
          <ac:chgData name="Hossain, Tanvir" userId="5379524b-2947-4ff6-93a6-0f4602028252" providerId="ADAL" clId="{F66C817B-0377-DF4E-9619-3FE92036EDD3}" dt="2024-10-31T19:39:09.865" v="395"/>
          <ac:inkMkLst>
            <pc:docMk/>
            <pc:sldMk cId="4173929640" sldId="277"/>
            <ac:inkMk id="5" creationId="{5D9DAD33-328D-36DE-661E-C29CD42AD51F}"/>
          </ac:inkMkLst>
        </pc:inkChg>
      </pc:sldChg>
      <pc:sldChg chg="modSp">
        <pc:chgData name="Hossain, Tanvir" userId="5379524b-2947-4ff6-93a6-0f4602028252" providerId="ADAL" clId="{F66C817B-0377-DF4E-9619-3FE92036EDD3}" dt="2024-10-31T19:39:00.360" v="392"/>
        <pc:sldMkLst>
          <pc:docMk/>
          <pc:sldMk cId="3249034943" sldId="278"/>
        </pc:sldMkLst>
        <pc:inkChg chg="mod modStrokes">
          <ac:chgData name="Hossain, Tanvir" userId="5379524b-2947-4ff6-93a6-0f4602028252" providerId="ADAL" clId="{F66C817B-0377-DF4E-9619-3FE92036EDD3}" dt="2024-10-31T19:39:00.360" v="392"/>
          <ac:inkMkLst>
            <pc:docMk/>
            <pc:sldMk cId="3249034943" sldId="278"/>
            <ac:inkMk id="2" creationId="{34CB5369-1043-EAA0-05AC-83CE307BC078}"/>
          </ac:inkMkLst>
        </pc:inkChg>
      </pc:sldChg>
      <pc:sldChg chg="modSp">
        <pc:chgData name="Hossain, Tanvir" userId="5379524b-2947-4ff6-93a6-0f4602028252" providerId="ADAL" clId="{F66C817B-0377-DF4E-9619-3FE92036EDD3}" dt="2024-10-31T19:39:18.614" v="396"/>
        <pc:sldMkLst>
          <pc:docMk/>
          <pc:sldMk cId="936687709" sldId="279"/>
        </pc:sldMkLst>
        <pc:inkChg chg="mod modStrokes">
          <ac:chgData name="Hossain, Tanvir" userId="5379524b-2947-4ff6-93a6-0f4602028252" providerId="ADAL" clId="{F66C817B-0377-DF4E-9619-3FE92036EDD3}" dt="2024-10-31T19:39:18.614" v="396"/>
          <ac:inkMkLst>
            <pc:docMk/>
            <pc:sldMk cId="936687709" sldId="279"/>
            <ac:inkMk id="5" creationId="{2D455886-11B4-0475-3712-EAEFE76D50C0}"/>
          </ac:inkMkLst>
        </pc:inkChg>
      </pc:sldChg>
      <pc:sldChg chg="addSp delSp modSp">
        <pc:chgData name="Hossain, Tanvir" userId="5379524b-2947-4ff6-93a6-0f4602028252" providerId="ADAL" clId="{F66C817B-0377-DF4E-9619-3FE92036EDD3}" dt="2024-11-02T15:36:57.904" v="501"/>
        <pc:sldMkLst>
          <pc:docMk/>
          <pc:sldMk cId="2325894209" sldId="291"/>
        </pc:sldMkLst>
        <pc:inkChg chg="add del">
          <ac:chgData name="Hossain, Tanvir" userId="5379524b-2947-4ff6-93a6-0f4602028252" providerId="ADAL" clId="{F66C817B-0377-DF4E-9619-3FE92036EDD3}" dt="2024-11-02T15:17:52.398" v="399"/>
          <ac:inkMkLst>
            <pc:docMk/>
            <pc:sldMk cId="2325894209" sldId="291"/>
            <ac:inkMk id="3" creationId="{C4D92257-5CAA-18CC-3524-8C663B73F55D}"/>
          </ac:inkMkLst>
        </pc:inkChg>
        <pc:inkChg chg="add del">
          <ac:chgData name="Hossain, Tanvir" userId="5379524b-2947-4ff6-93a6-0f4602028252" providerId="ADAL" clId="{F66C817B-0377-DF4E-9619-3FE92036EDD3}" dt="2024-11-02T15:17:52.398" v="399"/>
          <ac:inkMkLst>
            <pc:docMk/>
            <pc:sldMk cId="2325894209" sldId="291"/>
            <ac:inkMk id="5" creationId="{D64F0239-D12C-1827-DCA5-98346576FA5A}"/>
          </ac:inkMkLst>
        </pc:inkChg>
        <pc:inkChg chg="add del reco">
          <ac:chgData name="Hossain, Tanvir" userId="5379524b-2947-4ff6-93a6-0f4602028252" providerId="ADAL" clId="{F66C817B-0377-DF4E-9619-3FE92036EDD3}" dt="2024-11-02T15:36:57.847" v="476"/>
          <ac:inkMkLst>
            <pc:docMk/>
            <pc:sldMk cId="2325894209" sldId="291"/>
            <ac:inkMk id="6" creationId="{4AC3FD1B-4EFA-7997-6DBB-83D21343D944}"/>
          </ac:inkMkLst>
        </pc:inkChg>
        <pc:inkChg chg="add del">
          <ac:chgData name="Hossain, Tanvir" userId="5379524b-2947-4ff6-93a6-0f4602028252" providerId="ADAL" clId="{F66C817B-0377-DF4E-9619-3FE92036EDD3}" dt="2024-11-02T15:17:54.300" v="402"/>
          <ac:inkMkLst>
            <pc:docMk/>
            <pc:sldMk cId="2325894209" sldId="291"/>
            <ac:inkMk id="7" creationId="{77EF8019-18B8-A60A-921B-6227501A6EC3}"/>
          </ac:inkMkLst>
        </pc:inkChg>
        <pc:inkChg chg="add del">
          <ac:chgData name="Hossain, Tanvir" userId="5379524b-2947-4ff6-93a6-0f4602028252" providerId="ADAL" clId="{F66C817B-0377-DF4E-9619-3FE92036EDD3}" dt="2024-11-02T15:17:54.300" v="402"/>
          <ac:inkMkLst>
            <pc:docMk/>
            <pc:sldMk cId="2325894209" sldId="291"/>
            <ac:inkMk id="8" creationId="{15314652-EEB3-3B05-E12A-BFA5DE14B30B}"/>
          </ac:inkMkLst>
        </pc:inkChg>
        <pc:inkChg chg="add del reco">
          <ac:chgData name="Hossain, Tanvir" userId="5379524b-2947-4ff6-93a6-0f4602028252" providerId="ADAL" clId="{F66C817B-0377-DF4E-9619-3FE92036EDD3}" dt="2024-11-02T15:36:57.895" v="496"/>
          <ac:inkMkLst>
            <pc:docMk/>
            <pc:sldMk cId="2325894209" sldId="291"/>
            <ac:inkMk id="9" creationId="{0D5A1843-A9D3-6ACC-E992-C3FFD8717D65}"/>
          </ac:inkMkLst>
        </pc:inkChg>
        <pc:inkChg chg="add del">
          <ac:chgData name="Hossain, Tanvir" userId="5379524b-2947-4ff6-93a6-0f4602028252" providerId="ADAL" clId="{F66C817B-0377-DF4E-9619-3FE92036EDD3}" dt="2024-11-02T15:36:57.854" v="478"/>
          <ac:inkMkLst>
            <pc:docMk/>
            <pc:sldMk cId="2325894209" sldId="291"/>
            <ac:inkMk id="10" creationId="{C4C7889E-6BA8-190B-6D72-30C3B9B61747}"/>
          </ac:inkMkLst>
        </pc:inkChg>
        <pc:inkChg chg="add del">
          <ac:chgData name="Hossain, Tanvir" userId="5379524b-2947-4ff6-93a6-0f4602028252" providerId="ADAL" clId="{F66C817B-0377-DF4E-9619-3FE92036EDD3}" dt="2024-11-02T15:36:57.892" v="494"/>
          <ac:inkMkLst>
            <pc:docMk/>
            <pc:sldMk cId="2325894209" sldId="291"/>
            <ac:inkMk id="11" creationId="{95DE5FD0-1483-4CC5-85B6-58A709FB699B}"/>
          </ac:inkMkLst>
        </pc:inkChg>
        <pc:inkChg chg="add del">
          <ac:chgData name="Hossain, Tanvir" userId="5379524b-2947-4ff6-93a6-0f4602028252" providerId="ADAL" clId="{F66C817B-0377-DF4E-9619-3FE92036EDD3}" dt="2024-11-02T15:18:00.630" v="409"/>
          <ac:inkMkLst>
            <pc:docMk/>
            <pc:sldMk cId="2325894209" sldId="291"/>
            <ac:inkMk id="12" creationId="{BC45B567-1E97-F1EE-D59E-AF66B204C9ED}"/>
          </ac:inkMkLst>
        </pc:inkChg>
        <pc:inkChg chg="add del">
          <ac:chgData name="Hossain, Tanvir" userId="5379524b-2947-4ff6-93a6-0f4602028252" providerId="ADAL" clId="{F66C817B-0377-DF4E-9619-3FE92036EDD3}" dt="2024-11-02T15:18:00.630" v="409"/>
          <ac:inkMkLst>
            <pc:docMk/>
            <pc:sldMk cId="2325894209" sldId="291"/>
            <ac:inkMk id="13" creationId="{0ED5A233-DC32-E757-3358-CB7A285C00DD}"/>
          </ac:inkMkLst>
        </pc:inkChg>
        <pc:inkChg chg="add del">
          <ac:chgData name="Hossain, Tanvir" userId="5379524b-2947-4ff6-93a6-0f4602028252" providerId="ADAL" clId="{F66C817B-0377-DF4E-9619-3FE92036EDD3}" dt="2024-11-02T15:18:00.630" v="409"/>
          <ac:inkMkLst>
            <pc:docMk/>
            <pc:sldMk cId="2325894209" sldId="291"/>
            <ac:inkMk id="14" creationId="{928FAA99-8988-0FDF-70D0-C5886AD44E36}"/>
          </ac:inkMkLst>
        </pc:inkChg>
        <pc:inkChg chg="add del">
          <ac:chgData name="Hossain, Tanvir" userId="5379524b-2947-4ff6-93a6-0f4602028252" providerId="ADAL" clId="{F66C817B-0377-DF4E-9619-3FE92036EDD3}" dt="2024-11-02T15:18:00.630" v="409"/>
          <ac:inkMkLst>
            <pc:docMk/>
            <pc:sldMk cId="2325894209" sldId="291"/>
            <ac:inkMk id="15" creationId="{568332BC-32F3-0848-099E-957987EA3BB6}"/>
          </ac:inkMkLst>
        </pc:inkChg>
        <pc:inkChg chg="add mod reco modStrokes">
          <ac:chgData name="Hossain, Tanvir" userId="5379524b-2947-4ff6-93a6-0f4602028252" providerId="ADAL" clId="{F66C817B-0377-DF4E-9619-3FE92036EDD3}" dt="2024-11-02T15:36:57.871" v="484"/>
          <ac:inkMkLst>
            <pc:docMk/>
            <pc:sldMk cId="2325894209" sldId="291"/>
            <ac:inkMk id="16" creationId="{0FC3D82F-26F0-C59A-0074-607EB2AD1357}"/>
          </ac:inkMkLst>
        </pc:inkChg>
        <pc:inkChg chg="add del">
          <ac:chgData name="Hossain, Tanvir" userId="5379524b-2947-4ff6-93a6-0f4602028252" providerId="ADAL" clId="{F66C817B-0377-DF4E-9619-3FE92036EDD3}" dt="2024-11-02T15:36:57.888" v="492"/>
          <ac:inkMkLst>
            <pc:docMk/>
            <pc:sldMk cId="2325894209" sldId="291"/>
            <ac:inkMk id="17" creationId="{2F531051-9783-DAD4-41AD-9028F69A8C10}"/>
          </ac:inkMkLst>
        </pc:inkChg>
        <pc:inkChg chg="add del">
          <ac:chgData name="Hossain, Tanvir" userId="5379524b-2947-4ff6-93a6-0f4602028252" providerId="ADAL" clId="{F66C817B-0377-DF4E-9619-3FE92036EDD3}" dt="2024-11-02T15:18:15.575" v="413"/>
          <ac:inkMkLst>
            <pc:docMk/>
            <pc:sldMk cId="2325894209" sldId="291"/>
            <ac:inkMk id="18" creationId="{3BFB4807-F761-73C3-1A6B-896531F6037B}"/>
          </ac:inkMkLst>
        </pc:inkChg>
        <pc:inkChg chg="add del">
          <ac:chgData name="Hossain, Tanvir" userId="5379524b-2947-4ff6-93a6-0f4602028252" providerId="ADAL" clId="{F66C817B-0377-DF4E-9619-3FE92036EDD3}" dt="2024-11-02T15:18:15.575" v="413"/>
          <ac:inkMkLst>
            <pc:docMk/>
            <pc:sldMk cId="2325894209" sldId="291"/>
            <ac:inkMk id="19" creationId="{19A955EC-3C55-E377-4A85-B3AAAF8EDF21}"/>
          </ac:inkMkLst>
        </pc:inkChg>
        <pc:inkChg chg="add del reco">
          <ac:chgData name="Hossain, Tanvir" userId="5379524b-2947-4ff6-93a6-0f4602028252" providerId="ADAL" clId="{F66C817B-0377-DF4E-9619-3FE92036EDD3}" dt="2024-11-02T15:36:57.875" v="486"/>
          <ac:inkMkLst>
            <pc:docMk/>
            <pc:sldMk cId="2325894209" sldId="291"/>
            <ac:inkMk id="20" creationId="{914A9612-678E-755D-08DA-C8C44AA78878}"/>
          </ac:inkMkLst>
        </pc:inkChg>
        <pc:inkChg chg="add del">
          <ac:chgData name="Hossain, Tanvir" userId="5379524b-2947-4ff6-93a6-0f4602028252" providerId="ADAL" clId="{F66C817B-0377-DF4E-9619-3FE92036EDD3}" dt="2024-11-02T15:36:57.859" v="480"/>
          <ac:inkMkLst>
            <pc:docMk/>
            <pc:sldMk cId="2325894209" sldId="291"/>
            <ac:inkMk id="21" creationId="{DC2DD4B8-CC60-4AB9-9F73-002F64A31BA7}"/>
          </ac:inkMkLst>
        </pc:inkChg>
        <pc:inkChg chg="add del">
          <ac:chgData name="Hossain, Tanvir" userId="5379524b-2947-4ff6-93a6-0f4602028252" providerId="ADAL" clId="{F66C817B-0377-DF4E-9619-3FE92036EDD3}" dt="2024-11-02T15:18:24.462" v="418"/>
          <ac:inkMkLst>
            <pc:docMk/>
            <pc:sldMk cId="2325894209" sldId="291"/>
            <ac:inkMk id="22" creationId="{31558020-72C1-5455-D7F5-F5C1FA4D18C7}"/>
          </ac:inkMkLst>
        </pc:inkChg>
        <pc:inkChg chg="add del">
          <ac:chgData name="Hossain, Tanvir" userId="5379524b-2947-4ff6-93a6-0f4602028252" providerId="ADAL" clId="{F66C817B-0377-DF4E-9619-3FE92036EDD3}" dt="2024-11-02T15:18:24.462" v="418"/>
          <ac:inkMkLst>
            <pc:docMk/>
            <pc:sldMk cId="2325894209" sldId="291"/>
            <ac:inkMk id="23" creationId="{90B6F5F6-66BF-5568-0DB9-E541EA0ABDE0}"/>
          </ac:inkMkLst>
        </pc:inkChg>
        <pc:inkChg chg="add del">
          <ac:chgData name="Hossain, Tanvir" userId="5379524b-2947-4ff6-93a6-0f4602028252" providerId="ADAL" clId="{F66C817B-0377-DF4E-9619-3FE92036EDD3}" dt="2024-11-02T15:18:24.462" v="418"/>
          <ac:inkMkLst>
            <pc:docMk/>
            <pc:sldMk cId="2325894209" sldId="291"/>
            <ac:inkMk id="24" creationId="{BD0E15C9-6FF2-A21F-CB85-2A2DBB0D5C2B}"/>
          </ac:inkMkLst>
        </pc:inkChg>
        <pc:inkChg chg="add del reco">
          <ac:chgData name="Hossain, Tanvir" userId="5379524b-2947-4ff6-93a6-0f4602028252" providerId="ADAL" clId="{F66C817B-0377-DF4E-9619-3FE92036EDD3}" dt="2024-11-02T15:36:57.865" v="482"/>
          <ac:inkMkLst>
            <pc:docMk/>
            <pc:sldMk cId="2325894209" sldId="291"/>
            <ac:inkMk id="25" creationId="{45A60764-7F42-F0C2-F8C6-02C1F67907EA}"/>
          </ac:inkMkLst>
        </pc:inkChg>
        <pc:inkChg chg="add del">
          <ac:chgData name="Hossain, Tanvir" userId="5379524b-2947-4ff6-93a6-0f4602028252" providerId="ADAL" clId="{F66C817B-0377-DF4E-9619-3FE92036EDD3}" dt="2024-11-02T15:36:57.890" v="493"/>
          <ac:inkMkLst>
            <pc:docMk/>
            <pc:sldMk cId="2325894209" sldId="291"/>
            <ac:inkMk id="26" creationId="{F4B7356D-BDA9-1133-9F10-699264951DB6}"/>
          </ac:inkMkLst>
        </pc:inkChg>
        <pc:inkChg chg="add del">
          <ac:chgData name="Hossain, Tanvir" userId="5379524b-2947-4ff6-93a6-0f4602028252" providerId="ADAL" clId="{F66C817B-0377-DF4E-9619-3FE92036EDD3}" dt="2024-11-02T15:19:13.524" v="422"/>
          <ac:inkMkLst>
            <pc:docMk/>
            <pc:sldMk cId="2325894209" sldId="291"/>
            <ac:inkMk id="27" creationId="{B29A7749-86DA-0093-C819-AE9AFDE7FEB6}"/>
          </ac:inkMkLst>
        </pc:inkChg>
        <pc:inkChg chg="add del">
          <ac:chgData name="Hossain, Tanvir" userId="5379524b-2947-4ff6-93a6-0f4602028252" providerId="ADAL" clId="{F66C817B-0377-DF4E-9619-3FE92036EDD3}" dt="2024-11-02T15:19:13.524" v="422"/>
          <ac:inkMkLst>
            <pc:docMk/>
            <pc:sldMk cId="2325894209" sldId="291"/>
            <ac:inkMk id="28" creationId="{DBF81010-C3BD-1E89-C5EE-0CFF6E22DEDC}"/>
          </ac:inkMkLst>
        </pc:inkChg>
        <pc:inkChg chg="add del reco">
          <ac:chgData name="Hossain, Tanvir" userId="5379524b-2947-4ff6-93a6-0f4602028252" providerId="ADAL" clId="{F66C817B-0377-DF4E-9619-3FE92036EDD3}" dt="2024-11-02T15:36:57.867" v="483"/>
          <ac:inkMkLst>
            <pc:docMk/>
            <pc:sldMk cId="2325894209" sldId="291"/>
            <ac:inkMk id="29" creationId="{5EFD9014-AF60-F7ED-2B85-0A9E270B58D2}"/>
          </ac:inkMkLst>
        </pc:inkChg>
        <pc:inkChg chg="add del">
          <ac:chgData name="Hossain, Tanvir" userId="5379524b-2947-4ff6-93a6-0f4602028252" providerId="ADAL" clId="{F66C817B-0377-DF4E-9619-3FE92036EDD3}" dt="2024-11-02T15:36:57.873" v="485"/>
          <ac:inkMkLst>
            <pc:docMk/>
            <pc:sldMk cId="2325894209" sldId="291"/>
            <ac:inkMk id="30" creationId="{42BACD37-4118-9A3D-70CB-5FB341D8A956}"/>
          </ac:inkMkLst>
        </pc:inkChg>
        <pc:inkChg chg="add del">
          <ac:chgData name="Hossain, Tanvir" userId="5379524b-2947-4ff6-93a6-0f4602028252" providerId="ADAL" clId="{F66C817B-0377-DF4E-9619-3FE92036EDD3}" dt="2024-11-02T15:19:37.166" v="426"/>
          <ac:inkMkLst>
            <pc:docMk/>
            <pc:sldMk cId="2325894209" sldId="291"/>
            <ac:inkMk id="31" creationId="{544AC106-09B5-F149-E20C-1CB1FEF4F39A}"/>
          </ac:inkMkLst>
        </pc:inkChg>
        <pc:inkChg chg="add del">
          <ac:chgData name="Hossain, Tanvir" userId="5379524b-2947-4ff6-93a6-0f4602028252" providerId="ADAL" clId="{F66C817B-0377-DF4E-9619-3FE92036EDD3}" dt="2024-11-02T15:19:37.166" v="426"/>
          <ac:inkMkLst>
            <pc:docMk/>
            <pc:sldMk cId="2325894209" sldId="291"/>
            <ac:inkMk id="32" creationId="{564061B8-713C-91A9-7DDF-82F57B382EB3}"/>
          </ac:inkMkLst>
        </pc:inkChg>
        <pc:inkChg chg="add del reco">
          <ac:chgData name="Hossain, Tanvir" userId="5379524b-2947-4ff6-93a6-0f4602028252" providerId="ADAL" clId="{F66C817B-0377-DF4E-9619-3FE92036EDD3}" dt="2024-11-02T15:36:57.893" v="495"/>
          <ac:inkMkLst>
            <pc:docMk/>
            <pc:sldMk cId="2325894209" sldId="291"/>
            <ac:inkMk id="33" creationId="{D290AAD2-FAA1-4275-AAA6-34307F2936E4}"/>
          </ac:inkMkLst>
        </pc:inkChg>
        <pc:inkChg chg="add del">
          <ac:chgData name="Hossain, Tanvir" userId="5379524b-2947-4ff6-93a6-0f4602028252" providerId="ADAL" clId="{F66C817B-0377-DF4E-9619-3FE92036EDD3}" dt="2024-11-02T15:19:42.748" v="429"/>
          <ac:inkMkLst>
            <pc:docMk/>
            <pc:sldMk cId="2325894209" sldId="291"/>
            <ac:inkMk id="34" creationId="{F1C4A749-AF6A-5148-CF4A-C3706D16B5A5}"/>
          </ac:inkMkLst>
        </pc:inkChg>
        <pc:inkChg chg="add del">
          <ac:chgData name="Hossain, Tanvir" userId="5379524b-2947-4ff6-93a6-0f4602028252" providerId="ADAL" clId="{F66C817B-0377-DF4E-9619-3FE92036EDD3}" dt="2024-11-02T15:19:42.748" v="429"/>
          <ac:inkMkLst>
            <pc:docMk/>
            <pc:sldMk cId="2325894209" sldId="291"/>
            <ac:inkMk id="35" creationId="{23EEFD69-62F4-4AA3-0E63-F2CB73ABA33A}"/>
          </ac:inkMkLst>
        </pc:inkChg>
        <pc:inkChg chg="add del reco">
          <ac:chgData name="Hossain, Tanvir" userId="5379524b-2947-4ff6-93a6-0f4602028252" providerId="ADAL" clId="{F66C817B-0377-DF4E-9619-3FE92036EDD3}" dt="2024-11-02T15:36:57.851" v="477"/>
          <ac:inkMkLst>
            <pc:docMk/>
            <pc:sldMk cId="2325894209" sldId="291"/>
            <ac:inkMk id="36" creationId="{C6C1E4D1-31EC-873D-0BE9-2EBEABDB3100}"/>
          </ac:inkMkLst>
        </pc:inkChg>
        <pc:inkChg chg="add del">
          <ac:chgData name="Hossain, Tanvir" userId="5379524b-2947-4ff6-93a6-0f4602028252" providerId="ADAL" clId="{F66C817B-0377-DF4E-9619-3FE92036EDD3}" dt="2024-11-02T15:19:50.131" v="432"/>
          <ac:inkMkLst>
            <pc:docMk/>
            <pc:sldMk cId="2325894209" sldId="291"/>
            <ac:inkMk id="37" creationId="{9A8263A9-9179-2FEF-2E30-598FE5779FD0}"/>
          </ac:inkMkLst>
        </pc:inkChg>
        <pc:inkChg chg="add del">
          <ac:chgData name="Hossain, Tanvir" userId="5379524b-2947-4ff6-93a6-0f4602028252" providerId="ADAL" clId="{F66C817B-0377-DF4E-9619-3FE92036EDD3}" dt="2024-11-02T15:19:50.131" v="432"/>
          <ac:inkMkLst>
            <pc:docMk/>
            <pc:sldMk cId="2325894209" sldId="291"/>
            <ac:inkMk id="38" creationId="{4DFF30C0-F8FF-C638-E171-EDB88BCA02F2}"/>
          </ac:inkMkLst>
        </pc:inkChg>
        <pc:inkChg chg="add del reco">
          <ac:chgData name="Hossain, Tanvir" userId="5379524b-2947-4ff6-93a6-0f4602028252" providerId="ADAL" clId="{F66C817B-0377-DF4E-9619-3FE92036EDD3}" dt="2024-11-02T15:36:57.901" v="499"/>
          <ac:inkMkLst>
            <pc:docMk/>
            <pc:sldMk cId="2325894209" sldId="291"/>
            <ac:inkMk id="39" creationId="{92B645F7-E861-B37F-A299-1D34F980D620}"/>
          </ac:inkMkLst>
        </pc:inkChg>
        <pc:inkChg chg="add del">
          <ac:chgData name="Hossain, Tanvir" userId="5379524b-2947-4ff6-93a6-0f4602028252" providerId="ADAL" clId="{F66C817B-0377-DF4E-9619-3FE92036EDD3}" dt="2024-11-02T15:36:57.857" v="479"/>
          <ac:inkMkLst>
            <pc:docMk/>
            <pc:sldMk cId="2325894209" sldId="291"/>
            <ac:inkMk id="40" creationId="{27328E78-1B86-A761-6E55-A3DFD8354FBB}"/>
          </ac:inkMkLst>
        </pc:inkChg>
        <pc:inkChg chg="add del">
          <ac:chgData name="Hossain, Tanvir" userId="5379524b-2947-4ff6-93a6-0f4602028252" providerId="ADAL" clId="{F66C817B-0377-DF4E-9619-3FE92036EDD3}" dt="2024-11-02T15:20:06.591" v="436"/>
          <ac:inkMkLst>
            <pc:docMk/>
            <pc:sldMk cId="2325894209" sldId="291"/>
            <ac:inkMk id="41" creationId="{622F0A51-1CC3-04BF-E66B-85D2A9C2F227}"/>
          </ac:inkMkLst>
        </pc:inkChg>
        <pc:inkChg chg="add del">
          <ac:chgData name="Hossain, Tanvir" userId="5379524b-2947-4ff6-93a6-0f4602028252" providerId="ADAL" clId="{F66C817B-0377-DF4E-9619-3FE92036EDD3}" dt="2024-11-02T15:20:06.591" v="436"/>
          <ac:inkMkLst>
            <pc:docMk/>
            <pc:sldMk cId="2325894209" sldId="291"/>
            <ac:inkMk id="42" creationId="{6CE9E2CF-9C5A-7984-9D8E-DA641084E130}"/>
          </ac:inkMkLst>
        </pc:inkChg>
        <pc:inkChg chg="add del reco">
          <ac:chgData name="Hossain, Tanvir" userId="5379524b-2947-4ff6-93a6-0f4602028252" providerId="ADAL" clId="{F66C817B-0377-DF4E-9619-3FE92036EDD3}" dt="2024-11-02T15:36:57.862" v="481"/>
          <ac:inkMkLst>
            <pc:docMk/>
            <pc:sldMk cId="2325894209" sldId="291"/>
            <ac:inkMk id="43" creationId="{52B82618-EAB9-92AB-665F-E9C0D5CB84CB}"/>
          </ac:inkMkLst>
        </pc:inkChg>
        <pc:inkChg chg="add del">
          <ac:chgData name="Hossain, Tanvir" userId="5379524b-2947-4ff6-93a6-0f4602028252" providerId="ADAL" clId="{F66C817B-0377-DF4E-9619-3FE92036EDD3}" dt="2024-11-02T15:20:15.056" v="439"/>
          <ac:inkMkLst>
            <pc:docMk/>
            <pc:sldMk cId="2325894209" sldId="291"/>
            <ac:inkMk id="44" creationId="{ADA7B4B2-D265-D804-8B8C-7F2E72E4ED97}"/>
          </ac:inkMkLst>
        </pc:inkChg>
        <pc:inkChg chg="add del">
          <ac:chgData name="Hossain, Tanvir" userId="5379524b-2947-4ff6-93a6-0f4602028252" providerId="ADAL" clId="{F66C817B-0377-DF4E-9619-3FE92036EDD3}" dt="2024-11-02T15:20:15.056" v="439"/>
          <ac:inkMkLst>
            <pc:docMk/>
            <pc:sldMk cId="2325894209" sldId="291"/>
            <ac:inkMk id="45" creationId="{0A067E74-3613-7103-DD08-5FFD7E073A54}"/>
          </ac:inkMkLst>
        </pc:inkChg>
        <pc:inkChg chg="add del reco">
          <ac:chgData name="Hossain, Tanvir" userId="5379524b-2947-4ff6-93a6-0f4602028252" providerId="ADAL" clId="{F66C817B-0377-DF4E-9619-3FE92036EDD3}" dt="2024-11-02T15:36:57.897" v="497"/>
          <ac:inkMkLst>
            <pc:docMk/>
            <pc:sldMk cId="2325894209" sldId="291"/>
            <ac:inkMk id="46" creationId="{73D6FA1A-E56D-6947-7ED6-A19ACA34DEAF}"/>
          </ac:inkMkLst>
        </pc:inkChg>
        <pc:inkChg chg="add del">
          <ac:chgData name="Hossain, Tanvir" userId="5379524b-2947-4ff6-93a6-0f4602028252" providerId="ADAL" clId="{F66C817B-0377-DF4E-9619-3FE92036EDD3}" dt="2024-11-02T15:20:19.739" v="445"/>
          <ac:inkMkLst>
            <pc:docMk/>
            <pc:sldMk cId="2325894209" sldId="291"/>
            <ac:inkMk id="47" creationId="{1A32D5CB-53A4-FF5F-55F1-51A01DAFC97A}"/>
          </ac:inkMkLst>
        </pc:inkChg>
        <pc:inkChg chg="add del">
          <ac:chgData name="Hossain, Tanvir" userId="5379524b-2947-4ff6-93a6-0f4602028252" providerId="ADAL" clId="{F66C817B-0377-DF4E-9619-3FE92036EDD3}" dt="2024-11-02T15:20:19.739" v="445"/>
          <ac:inkMkLst>
            <pc:docMk/>
            <pc:sldMk cId="2325894209" sldId="291"/>
            <ac:inkMk id="48" creationId="{7A2C14A2-EB68-38BD-EADA-0FF3C3F76BE7}"/>
          </ac:inkMkLst>
        </pc:inkChg>
        <pc:inkChg chg="add del">
          <ac:chgData name="Hossain, Tanvir" userId="5379524b-2947-4ff6-93a6-0f4602028252" providerId="ADAL" clId="{F66C817B-0377-DF4E-9619-3FE92036EDD3}" dt="2024-11-02T15:20:19.739" v="445"/>
          <ac:inkMkLst>
            <pc:docMk/>
            <pc:sldMk cId="2325894209" sldId="291"/>
            <ac:inkMk id="49" creationId="{32313AF2-7F32-6420-C6AA-AA945B3A8EAB}"/>
          </ac:inkMkLst>
        </pc:inkChg>
        <pc:inkChg chg="add del">
          <ac:chgData name="Hossain, Tanvir" userId="5379524b-2947-4ff6-93a6-0f4602028252" providerId="ADAL" clId="{F66C817B-0377-DF4E-9619-3FE92036EDD3}" dt="2024-11-02T15:20:19.739" v="445"/>
          <ac:inkMkLst>
            <pc:docMk/>
            <pc:sldMk cId="2325894209" sldId="291"/>
            <ac:inkMk id="50" creationId="{E5C9FEF7-C6BD-0249-9EC8-280C23CEF903}"/>
          </ac:inkMkLst>
        </pc:inkChg>
        <pc:inkChg chg="add del">
          <ac:chgData name="Hossain, Tanvir" userId="5379524b-2947-4ff6-93a6-0f4602028252" providerId="ADAL" clId="{F66C817B-0377-DF4E-9619-3FE92036EDD3}" dt="2024-11-02T15:20:19.739" v="445"/>
          <ac:inkMkLst>
            <pc:docMk/>
            <pc:sldMk cId="2325894209" sldId="291"/>
            <ac:inkMk id="51" creationId="{44E1964E-67EE-14FC-71BC-CFEDB2F4593E}"/>
          </ac:inkMkLst>
        </pc:inkChg>
        <pc:inkChg chg="add del reco">
          <ac:chgData name="Hossain, Tanvir" userId="5379524b-2947-4ff6-93a6-0f4602028252" providerId="ADAL" clId="{F66C817B-0377-DF4E-9619-3FE92036EDD3}" dt="2024-11-02T15:36:57.904" v="501"/>
          <ac:inkMkLst>
            <pc:docMk/>
            <pc:sldMk cId="2325894209" sldId="291"/>
            <ac:inkMk id="52" creationId="{9F7783C3-B6C1-3194-39A5-1E622BC17BE2}"/>
          </ac:inkMkLst>
        </pc:inkChg>
        <pc:inkChg chg="add del">
          <ac:chgData name="Hossain, Tanvir" userId="5379524b-2947-4ff6-93a6-0f4602028252" providerId="ADAL" clId="{F66C817B-0377-DF4E-9619-3FE92036EDD3}" dt="2024-11-02T15:20:26.741" v="449"/>
          <ac:inkMkLst>
            <pc:docMk/>
            <pc:sldMk cId="2325894209" sldId="291"/>
            <ac:inkMk id="53" creationId="{06162CE8-C2CA-505F-B244-7B04F56C2401}"/>
          </ac:inkMkLst>
        </pc:inkChg>
        <pc:inkChg chg="add del">
          <ac:chgData name="Hossain, Tanvir" userId="5379524b-2947-4ff6-93a6-0f4602028252" providerId="ADAL" clId="{F66C817B-0377-DF4E-9619-3FE92036EDD3}" dt="2024-11-02T15:20:26.741" v="449"/>
          <ac:inkMkLst>
            <pc:docMk/>
            <pc:sldMk cId="2325894209" sldId="291"/>
            <ac:inkMk id="54" creationId="{453C511D-0FFB-7BEE-3EE9-37E5C82C7FEC}"/>
          </ac:inkMkLst>
        </pc:inkChg>
        <pc:inkChg chg="add del">
          <ac:chgData name="Hossain, Tanvir" userId="5379524b-2947-4ff6-93a6-0f4602028252" providerId="ADAL" clId="{F66C817B-0377-DF4E-9619-3FE92036EDD3}" dt="2024-11-02T15:20:26.741" v="449"/>
          <ac:inkMkLst>
            <pc:docMk/>
            <pc:sldMk cId="2325894209" sldId="291"/>
            <ac:inkMk id="55" creationId="{069FBBEE-A8FC-4E59-1863-9A0088B015C4}"/>
          </ac:inkMkLst>
        </pc:inkChg>
        <pc:inkChg chg="add del reco">
          <ac:chgData name="Hossain, Tanvir" userId="5379524b-2947-4ff6-93a6-0f4602028252" providerId="ADAL" clId="{F66C817B-0377-DF4E-9619-3FE92036EDD3}" dt="2024-11-02T15:36:57.902" v="500"/>
          <ac:inkMkLst>
            <pc:docMk/>
            <pc:sldMk cId="2325894209" sldId="291"/>
            <ac:inkMk id="56" creationId="{B266CED7-193A-A098-6FBE-09A5A4ACFEB9}"/>
          </ac:inkMkLst>
        </pc:inkChg>
        <pc:inkChg chg="add del">
          <ac:chgData name="Hossain, Tanvir" userId="5379524b-2947-4ff6-93a6-0f4602028252" providerId="ADAL" clId="{F66C817B-0377-DF4E-9619-3FE92036EDD3}" dt="2024-11-02T15:20:27.987" v="452"/>
          <ac:inkMkLst>
            <pc:docMk/>
            <pc:sldMk cId="2325894209" sldId="291"/>
            <ac:inkMk id="57" creationId="{64CD44D8-2AD1-64CE-6E97-B239FBFEBCCF}"/>
          </ac:inkMkLst>
        </pc:inkChg>
        <pc:inkChg chg="add del">
          <ac:chgData name="Hossain, Tanvir" userId="5379524b-2947-4ff6-93a6-0f4602028252" providerId="ADAL" clId="{F66C817B-0377-DF4E-9619-3FE92036EDD3}" dt="2024-11-02T15:20:27.987" v="452"/>
          <ac:inkMkLst>
            <pc:docMk/>
            <pc:sldMk cId="2325894209" sldId="291"/>
            <ac:inkMk id="58" creationId="{7ABA816C-9B86-656F-0F6B-AA797D4C61DF}"/>
          </ac:inkMkLst>
        </pc:inkChg>
        <pc:inkChg chg="add del reco">
          <ac:chgData name="Hossain, Tanvir" userId="5379524b-2947-4ff6-93a6-0f4602028252" providerId="ADAL" clId="{F66C817B-0377-DF4E-9619-3FE92036EDD3}" dt="2024-11-02T15:36:57.899" v="498"/>
          <ac:inkMkLst>
            <pc:docMk/>
            <pc:sldMk cId="2325894209" sldId="291"/>
            <ac:inkMk id="59" creationId="{D0C13F08-FE44-676E-24B9-3011C5A04598}"/>
          </ac:inkMkLst>
        </pc:inkChg>
        <pc:inkChg chg="add del">
          <ac:chgData name="Hossain, Tanvir" userId="5379524b-2947-4ff6-93a6-0f4602028252" providerId="ADAL" clId="{F66C817B-0377-DF4E-9619-3FE92036EDD3}" dt="2024-11-02T15:20:40.847" v="455"/>
          <ac:inkMkLst>
            <pc:docMk/>
            <pc:sldMk cId="2325894209" sldId="291"/>
            <ac:inkMk id="60" creationId="{C1B27F91-850E-EFBE-999A-F56539DADDA8}"/>
          </ac:inkMkLst>
        </pc:inkChg>
        <pc:inkChg chg="add del">
          <ac:chgData name="Hossain, Tanvir" userId="5379524b-2947-4ff6-93a6-0f4602028252" providerId="ADAL" clId="{F66C817B-0377-DF4E-9619-3FE92036EDD3}" dt="2024-11-02T15:20:40.847" v="455"/>
          <ac:inkMkLst>
            <pc:docMk/>
            <pc:sldMk cId="2325894209" sldId="291"/>
            <ac:inkMk id="61" creationId="{E921CD51-1004-AF50-A990-7D12424C655D}"/>
          </ac:inkMkLst>
        </pc:inkChg>
        <pc:inkChg chg="add mod reco modStrokes">
          <ac:chgData name="Hossain, Tanvir" userId="5379524b-2947-4ff6-93a6-0f4602028252" providerId="ADAL" clId="{F66C817B-0377-DF4E-9619-3FE92036EDD3}" dt="2024-11-02T15:36:57.886" v="491"/>
          <ac:inkMkLst>
            <pc:docMk/>
            <pc:sldMk cId="2325894209" sldId="291"/>
            <ac:inkMk id="62" creationId="{5DEA9CDE-23CA-0A9E-5474-51317B684C2C}"/>
          </ac:inkMkLst>
        </pc:inkChg>
        <pc:inkChg chg="add del">
          <ac:chgData name="Hossain, Tanvir" userId="5379524b-2947-4ff6-93a6-0f4602028252" providerId="ADAL" clId="{F66C817B-0377-DF4E-9619-3FE92036EDD3}" dt="2024-11-02T15:36:57.842" v="475"/>
          <ac:inkMkLst>
            <pc:docMk/>
            <pc:sldMk cId="2325894209" sldId="291"/>
            <ac:inkMk id="63" creationId="{236383D1-B82C-4D67-B11E-6E150BB8D632}"/>
          </ac:inkMkLst>
        </pc:inkChg>
        <pc:inkChg chg="add del">
          <ac:chgData name="Hossain, Tanvir" userId="5379524b-2947-4ff6-93a6-0f4602028252" providerId="ADAL" clId="{F66C817B-0377-DF4E-9619-3FE92036EDD3}" dt="2024-11-02T15:36:57.828" v="473"/>
          <ac:inkMkLst>
            <pc:docMk/>
            <pc:sldMk cId="2325894209" sldId="291"/>
            <ac:inkMk id="64" creationId="{C50D2021-51F5-16A6-2B3F-DB6AD59BA9E8}"/>
          </ac:inkMkLst>
        </pc:inkChg>
        <pc:inkChg chg="add del">
          <ac:chgData name="Hossain, Tanvir" userId="5379524b-2947-4ff6-93a6-0f4602028252" providerId="ADAL" clId="{F66C817B-0377-DF4E-9619-3FE92036EDD3}" dt="2024-11-02T15:20:56.900" v="464"/>
          <ac:inkMkLst>
            <pc:docMk/>
            <pc:sldMk cId="2325894209" sldId="291"/>
            <ac:inkMk id="65" creationId="{A0115A01-E425-5E9C-65C0-5914C931C810}"/>
          </ac:inkMkLst>
        </pc:inkChg>
        <pc:inkChg chg="add del">
          <ac:chgData name="Hossain, Tanvir" userId="5379524b-2947-4ff6-93a6-0f4602028252" providerId="ADAL" clId="{F66C817B-0377-DF4E-9619-3FE92036EDD3}" dt="2024-11-02T15:20:56.900" v="464"/>
          <ac:inkMkLst>
            <pc:docMk/>
            <pc:sldMk cId="2325894209" sldId="291"/>
            <ac:inkMk id="66" creationId="{71B11CCE-D82E-23B2-2725-8A3F3B3CBBFE}"/>
          </ac:inkMkLst>
        </pc:inkChg>
        <pc:inkChg chg="add del">
          <ac:chgData name="Hossain, Tanvir" userId="5379524b-2947-4ff6-93a6-0f4602028252" providerId="ADAL" clId="{F66C817B-0377-DF4E-9619-3FE92036EDD3}" dt="2024-11-02T15:20:56.900" v="464"/>
          <ac:inkMkLst>
            <pc:docMk/>
            <pc:sldMk cId="2325894209" sldId="291"/>
            <ac:inkMk id="67" creationId="{D55EFF16-0A1E-2346-F03D-2FFC6523C4EB}"/>
          </ac:inkMkLst>
        </pc:inkChg>
        <pc:inkChg chg="add del">
          <ac:chgData name="Hossain, Tanvir" userId="5379524b-2947-4ff6-93a6-0f4602028252" providerId="ADAL" clId="{F66C817B-0377-DF4E-9619-3FE92036EDD3}" dt="2024-11-02T15:20:56.900" v="464"/>
          <ac:inkMkLst>
            <pc:docMk/>
            <pc:sldMk cId="2325894209" sldId="291"/>
            <ac:inkMk id="68" creationId="{7684413C-3A6A-1BE8-BE86-E1A7C70545CD}"/>
          </ac:inkMkLst>
        </pc:inkChg>
        <pc:inkChg chg="add del">
          <ac:chgData name="Hossain, Tanvir" userId="5379524b-2947-4ff6-93a6-0f4602028252" providerId="ADAL" clId="{F66C817B-0377-DF4E-9619-3FE92036EDD3}" dt="2024-11-02T15:20:56.900" v="464"/>
          <ac:inkMkLst>
            <pc:docMk/>
            <pc:sldMk cId="2325894209" sldId="291"/>
            <ac:inkMk id="69" creationId="{132F7C2F-A409-3ED8-234E-CBB15E09BDE1}"/>
          </ac:inkMkLst>
        </pc:inkChg>
        <pc:inkChg chg="add del">
          <ac:chgData name="Hossain, Tanvir" userId="5379524b-2947-4ff6-93a6-0f4602028252" providerId="ADAL" clId="{F66C817B-0377-DF4E-9619-3FE92036EDD3}" dt="2024-11-02T15:20:56.900" v="464"/>
          <ac:inkMkLst>
            <pc:docMk/>
            <pc:sldMk cId="2325894209" sldId="291"/>
            <ac:inkMk id="70" creationId="{C08CB313-DBAF-C15D-EC5A-15498921D715}"/>
          </ac:inkMkLst>
        </pc:inkChg>
        <pc:inkChg chg="add del reco">
          <ac:chgData name="Hossain, Tanvir" userId="5379524b-2947-4ff6-93a6-0f4602028252" providerId="ADAL" clId="{F66C817B-0377-DF4E-9619-3FE92036EDD3}" dt="2024-11-02T15:36:57.880" v="488"/>
          <ac:inkMkLst>
            <pc:docMk/>
            <pc:sldMk cId="2325894209" sldId="291"/>
            <ac:inkMk id="71" creationId="{D22834AA-6EDF-B683-88A7-C40ED2A95EC2}"/>
          </ac:inkMkLst>
        </pc:inkChg>
        <pc:inkChg chg="add del">
          <ac:chgData name="Hossain, Tanvir" userId="5379524b-2947-4ff6-93a6-0f4602028252" providerId="ADAL" clId="{F66C817B-0377-DF4E-9619-3FE92036EDD3}" dt="2024-11-02T15:36:57.884" v="490"/>
          <ac:inkMkLst>
            <pc:docMk/>
            <pc:sldMk cId="2325894209" sldId="291"/>
            <ac:inkMk id="72" creationId="{6968A8A1-775D-7E82-60CB-C99BB6021AB3}"/>
          </ac:inkMkLst>
        </pc:inkChg>
        <pc:inkChg chg="add del">
          <ac:chgData name="Hossain, Tanvir" userId="5379524b-2947-4ff6-93a6-0f4602028252" providerId="ADAL" clId="{F66C817B-0377-DF4E-9619-3FE92036EDD3}" dt="2024-11-02T15:36:57.878" v="487"/>
          <ac:inkMkLst>
            <pc:docMk/>
            <pc:sldMk cId="2325894209" sldId="291"/>
            <ac:inkMk id="73" creationId="{5C2A9355-EDB2-E93D-6C23-BA54B49DA339}"/>
          </ac:inkMkLst>
        </pc:inkChg>
        <pc:inkChg chg="add del">
          <ac:chgData name="Hossain, Tanvir" userId="5379524b-2947-4ff6-93a6-0f4602028252" providerId="ADAL" clId="{F66C817B-0377-DF4E-9619-3FE92036EDD3}" dt="2024-11-02T15:21:06.556" v="469"/>
          <ac:inkMkLst>
            <pc:docMk/>
            <pc:sldMk cId="2325894209" sldId="291"/>
            <ac:inkMk id="74" creationId="{9DED2B87-EAEC-603A-8FA3-053FE3521E85}"/>
          </ac:inkMkLst>
        </pc:inkChg>
        <pc:inkChg chg="add del">
          <ac:chgData name="Hossain, Tanvir" userId="5379524b-2947-4ff6-93a6-0f4602028252" providerId="ADAL" clId="{F66C817B-0377-DF4E-9619-3FE92036EDD3}" dt="2024-11-02T15:21:06.556" v="469"/>
          <ac:inkMkLst>
            <pc:docMk/>
            <pc:sldMk cId="2325894209" sldId="291"/>
            <ac:inkMk id="75" creationId="{D2F42E26-CCE0-3403-8AD0-8D20EE110C11}"/>
          </ac:inkMkLst>
        </pc:inkChg>
        <pc:inkChg chg="add del reco">
          <ac:chgData name="Hossain, Tanvir" userId="5379524b-2947-4ff6-93a6-0f4602028252" providerId="ADAL" clId="{F66C817B-0377-DF4E-9619-3FE92036EDD3}" dt="2024-11-02T15:36:57.837" v="474"/>
          <ac:inkMkLst>
            <pc:docMk/>
            <pc:sldMk cId="2325894209" sldId="291"/>
            <ac:inkMk id="76" creationId="{9B47BDC3-B5F7-4126-A890-0C5930B3E1C5}"/>
          </ac:inkMkLst>
        </pc:inkChg>
        <pc:inkChg chg="add del">
          <ac:chgData name="Hossain, Tanvir" userId="5379524b-2947-4ff6-93a6-0f4602028252" providerId="ADAL" clId="{F66C817B-0377-DF4E-9619-3FE92036EDD3}" dt="2024-11-02T15:21:09.643" v="472"/>
          <ac:inkMkLst>
            <pc:docMk/>
            <pc:sldMk cId="2325894209" sldId="291"/>
            <ac:inkMk id="77" creationId="{07DCAA9B-91C9-9CA7-8F8D-3CD618414DBC}"/>
          </ac:inkMkLst>
        </pc:inkChg>
        <pc:inkChg chg="add del">
          <ac:chgData name="Hossain, Tanvir" userId="5379524b-2947-4ff6-93a6-0f4602028252" providerId="ADAL" clId="{F66C817B-0377-DF4E-9619-3FE92036EDD3}" dt="2024-11-02T15:21:09.643" v="472"/>
          <ac:inkMkLst>
            <pc:docMk/>
            <pc:sldMk cId="2325894209" sldId="291"/>
            <ac:inkMk id="78" creationId="{82B4C3F3-9E4F-EBBD-FDE5-77589712BA7A}"/>
          </ac:inkMkLst>
        </pc:inkChg>
        <pc:inkChg chg="add del reco">
          <ac:chgData name="Hossain, Tanvir" userId="5379524b-2947-4ff6-93a6-0f4602028252" providerId="ADAL" clId="{F66C817B-0377-DF4E-9619-3FE92036EDD3}" dt="2024-11-02T15:36:57.882" v="489"/>
          <ac:inkMkLst>
            <pc:docMk/>
            <pc:sldMk cId="2325894209" sldId="291"/>
            <ac:inkMk id="79" creationId="{6543F7AC-B56D-8936-671E-DE71C8FD5760}"/>
          </ac:inkMkLst>
        </pc:inkChg>
      </pc:sldChg>
    </pc:docChg>
  </pc:docChgLst>
  <pc:docChgLst>
    <pc:chgData name="Hossain, Tanvir" userId="5379524b-2947-4ff6-93a6-0f4602028252" providerId="ADAL" clId="{6F9ADBE3-9A94-4720-8CF8-9A8134603AF5}"/>
    <pc:docChg chg="undo custSel addSld delSld modSld sldOrd">
      <pc:chgData name="Hossain, Tanvir" userId="5379524b-2947-4ff6-93a6-0f4602028252" providerId="ADAL" clId="{6F9ADBE3-9A94-4720-8CF8-9A8134603AF5}" dt="2024-12-03T17:02:41.618" v="3708"/>
      <pc:docMkLst>
        <pc:docMk/>
      </pc:docMkLst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4112756217" sldId="259"/>
        </pc:sldMkLst>
      </pc:sldChg>
      <pc:sldChg chg="delSp modSp mod">
        <pc:chgData name="Hossain, Tanvir" userId="5379524b-2947-4ff6-93a6-0f4602028252" providerId="ADAL" clId="{6F9ADBE3-9A94-4720-8CF8-9A8134603AF5}" dt="2024-12-03T13:09:39.531" v="3686" actId="1076"/>
        <pc:sldMkLst>
          <pc:docMk/>
          <pc:sldMk cId="1190987144" sldId="260"/>
        </pc:sldMkLst>
        <pc:spChg chg="mod">
          <ac:chgData name="Hossain, Tanvir" userId="5379524b-2947-4ff6-93a6-0f4602028252" providerId="ADAL" clId="{6F9ADBE3-9A94-4720-8CF8-9A8134603AF5}" dt="2024-12-03T13:09:39.531" v="3686" actId="1076"/>
          <ac:spMkLst>
            <pc:docMk/>
            <pc:sldMk cId="1190987144" sldId="260"/>
            <ac:spMk id="3" creationId="{E94E92C6-AD72-4BF7-8A91-DDA807C252EA}"/>
          </ac:spMkLst>
        </pc:spChg>
        <pc:spChg chg="mod">
          <ac:chgData name="Hossain, Tanvir" userId="5379524b-2947-4ff6-93a6-0f4602028252" providerId="ADAL" clId="{6F9ADBE3-9A94-4720-8CF8-9A8134603AF5}" dt="2024-12-03T13:09:35.474" v="3685" actId="20577"/>
          <ac:spMkLst>
            <pc:docMk/>
            <pc:sldMk cId="1190987144" sldId="260"/>
            <ac:spMk id="4" creationId="{9FFEC02B-5988-8F30-77A3-198C9CEE9E0F}"/>
          </ac:spMkLst>
        </pc:spChg>
        <pc:spChg chg="del">
          <ac:chgData name="Hossain, Tanvir" userId="5379524b-2947-4ff6-93a6-0f4602028252" providerId="ADAL" clId="{6F9ADBE3-9A94-4720-8CF8-9A8134603AF5}" dt="2024-12-02T14:42:40.420" v="8" actId="478"/>
          <ac:spMkLst>
            <pc:docMk/>
            <pc:sldMk cId="1190987144" sldId="260"/>
            <ac:spMk id="6" creationId="{30DD36A0-821D-D6A4-6374-07E74354C638}"/>
          </ac:spMkLst>
        </pc:sp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032750187" sldId="261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4182141787" sldId="262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957865555" sldId="263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36614956" sldId="264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965765115" sldId="265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690411797" sldId="266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848228927" sldId="270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829046201" sldId="271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267475944" sldId="272"/>
        </pc:sldMkLst>
      </pc:sldChg>
      <pc:sldChg chg="addSp delSp modSp mod">
        <pc:chgData name="Hossain, Tanvir" userId="5379524b-2947-4ff6-93a6-0f4602028252" providerId="ADAL" clId="{6F9ADBE3-9A94-4720-8CF8-9A8134603AF5}" dt="2024-12-03T11:26:04.662" v="2443" actId="1076"/>
        <pc:sldMkLst>
          <pc:docMk/>
          <pc:sldMk cId="402523472" sldId="273"/>
        </pc:sldMkLst>
        <pc:spChg chg="add del mod">
          <ac:chgData name="Hossain, Tanvir" userId="5379524b-2947-4ff6-93a6-0f4602028252" providerId="ADAL" clId="{6F9ADBE3-9A94-4720-8CF8-9A8134603AF5}" dt="2024-12-03T11:17:36.291" v="2383" actId="478"/>
          <ac:spMkLst>
            <pc:docMk/>
            <pc:sldMk cId="402523472" sldId="273"/>
            <ac:spMk id="3" creationId="{80544D36-6168-99CE-0E8C-B4B837B830B8}"/>
          </ac:spMkLst>
        </pc:spChg>
        <pc:spChg chg="mod">
          <ac:chgData name="Hossain, Tanvir" userId="5379524b-2947-4ff6-93a6-0f4602028252" providerId="ADAL" clId="{6F9ADBE3-9A94-4720-8CF8-9A8134603AF5}" dt="2024-12-03T11:17:33.887" v="2382" actId="20577"/>
          <ac:spMkLst>
            <pc:docMk/>
            <pc:sldMk cId="402523472" sldId="273"/>
            <ac:spMk id="4" creationId="{F18F7527-B755-6C1C-C0A5-47DE673279AD}"/>
          </ac:spMkLst>
        </pc:spChg>
        <pc:spChg chg="add del mod">
          <ac:chgData name="Hossain, Tanvir" userId="5379524b-2947-4ff6-93a6-0f4602028252" providerId="ADAL" clId="{6F9ADBE3-9A94-4720-8CF8-9A8134603AF5}" dt="2024-12-03T11:17:38.608" v="2384" actId="478"/>
          <ac:spMkLst>
            <pc:docMk/>
            <pc:sldMk cId="402523472" sldId="273"/>
            <ac:spMk id="6" creationId="{6744C2EA-0ED2-A0B9-E511-54246EFA59A5}"/>
          </ac:spMkLst>
        </pc:spChg>
        <pc:spChg chg="add del mod">
          <ac:chgData name="Hossain, Tanvir" userId="5379524b-2947-4ff6-93a6-0f4602028252" providerId="ADAL" clId="{6F9ADBE3-9A94-4720-8CF8-9A8134603AF5}" dt="2024-12-02T14:53:24.607" v="126"/>
          <ac:spMkLst>
            <pc:docMk/>
            <pc:sldMk cId="402523472" sldId="273"/>
            <ac:spMk id="8" creationId="{73062D54-CA3B-288E-9047-655FC83E8B9A}"/>
          </ac:spMkLst>
        </pc:spChg>
        <pc:spChg chg="add del mod">
          <ac:chgData name="Hossain, Tanvir" userId="5379524b-2947-4ff6-93a6-0f4602028252" providerId="ADAL" clId="{6F9ADBE3-9A94-4720-8CF8-9A8134603AF5}" dt="2024-12-02T14:53:36.755" v="135"/>
          <ac:spMkLst>
            <pc:docMk/>
            <pc:sldMk cId="402523472" sldId="273"/>
            <ac:spMk id="10" creationId="{0D8717ED-0161-36BD-C730-B72FBA33FBFB}"/>
          </ac:spMkLst>
        </pc:spChg>
        <pc:spChg chg="add mod">
          <ac:chgData name="Hossain, Tanvir" userId="5379524b-2947-4ff6-93a6-0f4602028252" providerId="ADAL" clId="{6F9ADBE3-9A94-4720-8CF8-9A8134603AF5}" dt="2024-12-03T11:26:04.662" v="2443" actId="1076"/>
          <ac:spMkLst>
            <pc:docMk/>
            <pc:sldMk cId="402523472" sldId="273"/>
            <ac:spMk id="11" creationId="{3B5A971B-B763-60DB-9FEB-0863FD026BFC}"/>
          </ac:spMkLst>
        </pc:spChg>
        <pc:spChg chg="del">
          <ac:chgData name="Hossain, Tanvir" userId="5379524b-2947-4ff6-93a6-0f4602028252" providerId="ADAL" clId="{6F9ADBE3-9A94-4720-8CF8-9A8134603AF5}" dt="2024-12-02T14:43:25.486" v="49" actId="478"/>
          <ac:spMkLst>
            <pc:docMk/>
            <pc:sldMk cId="402523472" sldId="273"/>
            <ac:spMk id="13" creationId="{37D5170F-2347-FA26-B235-916424A6FDB6}"/>
          </ac:spMkLst>
        </pc:spChg>
        <pc:picChg chg="add del mod">
          <ac:chgData name="Hossain, Tanvir" userId="5379524b-2947-4ff6-93a6-0f4602028252" providerId="ADAL" clId="{6F9ADBE3-9A94-4720-8CF8-9A8134603AF5}" dt="2024-12-03T11:26:00.128" v="2442" actId="478"/>
          <ac:picMkLst>
            <pc:docMk/>
            <pc:sldMk cId="402523472" sldId="273"/>
            <ac:picMk id="12" creationId="{9A368BB5-EE6D-625E-81FC-34B13A987F8B}"/>
          </ac:picMkLst>
        </pc:picChg>
        <pc:cxnChg chg="add del">
          <ac:chgData name="Hossain, Tanvir" userId="5379524b-2947-4ff6-93a6-0f4602028252" providerId="ADAL" clId="{6F9ADBE3-9A94-4720-8CF8-9A8134603AF5}" dt="2024-12-03T11:26:00.128" v="2442" actId="478"/>
          <ac:cxnSpMkLst>
            <pc:docMk/>
            <pc:sldMk cId="402523472" sldId="273"/>
            <ac:cxnSpMk id="15" creationId="{AE6EE79D-094F-6F3F-8BCE-D8581B8519B9}"/>
          </ac:cxnSpMkLst>
        </pc:cxnChg>
        <pc:cxnChg chg="add del mod">
          <ac:chgData name="Hossain, Tanvir" userId="5379524b-2947-4ff6-93a6-0f4602028252" providerId="ADAL" clId="{6F9ADBE3-9A94-4720-8CF8-9A8134603AF5}" dt="2024-12-03T11:26:00.128" v="2442" actId="478"/>
          <ac:cxnSpMkLst>
            <pc:docMk/>
            <pc:sldMk cId="402523472" sldId="273"/>
            <ac:cxnSpMk id="17" creationId="{FA645D8C-85EF-34CA-99FF-26D664250454}"/>
          </ac:cxnSpMkLst>
        </pc:cxn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4099982738" sldId="274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152019468" sldId="275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516600745" sldId="276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994688288" sldId="277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987652711" sldId="278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495798332" sldId="279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534527127" sldId="281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2155167852" sldId="282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129539114" sldId="283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553502697" sldId="284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022414557" sldId="285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285730990" sldId="286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849401799" sldId="289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63227288" sldId="290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632185542" sldId="291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316494164" sldId="292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4052571854" sldId="293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4110577989" sldId="294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237928814" sldId="295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830072399" sldId="296"/>
        </pc:sldMkLst>
      </pc:sldChg>
      <pc:sldChg chg="modSp del mod">
        <pc:chgData name="Hossain, Tanvir" userId="5379524b-2947-4ff6-93a6-0f4602028252" providerId="ADAL" clId="{6F9ADBE3-9A94-4720-8CF8-9A8134603AF5}" dt="2024-12-03T11:29:37.829" v="2569" actId="47"/>
        <pc:sldMkLst>
          <pc:docMk/>
          <pc:sldMk cId="141586046" sldId="298"/>
        </pc:sldMkLst>
        <pc:spChg chg="mod">
          <ac:chgData name="Hossain, Tanvir" userId="5379524b-2947-4ff6-93a6-0f4602028252" providerId="ADAL" clId="{6F9ADBE3-9A94-4720-8CF8-9A8134603AF5}" dt="2024-12-02T14:54:48.555" v="186" actId="20577"/>
          <ac:spMkLst>
            <pc:docMk/>
            <pc:sldMk cId="141586046" sldId="298"/>
            <ac:spMk id="3" creationId="{1FCCD421-7C4C-EE28-DF76-2E48A472C0D5}"/>
          </ac:spMkLst>
        </pc:spChg>
      </pc:sldChg>
      <pc:sldChg chg="addSp delSp modSp add mod ord modAnim">
        <pc:chgData name="Hossain, Tanvir" userId="5379524b-2947-4ff6-93a6-0f4602028252" providerId="ADAL" clId="{6F9ADBE3-9A94-4720-8CF8-9A8134603AF5}" dt="2024-12-03T13:10:25.086" v="3690"/>
        <pc:sldMkLst>
          <pc:docMk/>
          <pc:sldMk cId="459045771" sldId="299"/>
        </pc:sldMkLst>
        <pc:spChg chg="add mod">
          <ac:chgData name="Hossain, Tanvir" userId="5379524b-2947-4ff6-93a6-0f4602028252" providerId="ADAL" clId="{6F9ADBE3-9A94-4720-8CF8-9A8134603AF5}" dt="2024-12-03T03:01:56.496" v="1228" actId="20577"/>
          <ac:spMkLst>
            <pc:docMk/>
            <pc:sldMk cId="459045771" sldId="299"/>
            <ac:spMk id="2" creationId="{33D5A5EC-2C52-0EB7-4715-B8C119F2A1A0}"/>
          </ac:spMkLst>
        </pc:spChg>
        <pc:spChg chg="del">
          <ac:chgData name="Hossain, Tanvir" userId="5379524b-2947-4ff6-93a6-0f4602028252" providerId="ADAL" clId="{6F9ADBE3-9A94-4720-8CF8-9A8134603AF5}" dt="2024-12-02T14:55:13.101" v="222" actId="478"/>
          <ac:spMkLst>
            <pc:docMk/>
            <pc:sldMk cId="459045771" sldId="299"/>
            <ac:spMk id="3" creationId="{D717F658-784A-2656-FF1E-1962A349ED45}"/>
          </ac:spMkLst>
        </pc:spChg>
        <pc:spChg chg="mod">
          <ac:chgData name="Hossain, Tanvir" userId="5379524b-2947-4ff6-93a6-0f4602028252" providerId="ADAL" clId="{6F9ADBE3-9A94-4720-8CF8-9A8134603AF5}" dt="2024-12-02T14:55:10.037" v="221" actId="20577"/>
          <ac:spMkLst>
            <pc:docMk/>
            <pc:sldMk cId="459045771" sldId="299"/>
            <ac:spMk id="4" creationId="{59B2FE6D-1196-324D-479B-29265A9305F3}"/>
          </ac:spMkLst>
        </pc:spChg>
        <pc:spChg chg="add mod">
          <ac:chgData name="Hossain, Tanvir" userId="5379524b-2947-4ff6-93a6-0f4602028252" providerId="ADAL" clId="{6F9ADBE3-9A94-4720-8CF8-9A8134603AF5}" dt="2024-12-02T14:58:36.179" v="298" actId="207"/>
          <ac:spMkLst>
            <pc:docMk/>
            <pc:sldMk cId="459045771" sldId="299"/>
            <ac:spMk id="5" creationId="{DC311096-7060-632F-A880-1D294EDE7F7F}"/>
          </ac:spMkLst>
        </pc:spChg>
        <pc:spChg chg="add mod">
          <ac:chgData name="Hossain, Tanvir" userId="5379524b-2947-4ff6-93a6-0f4602028252" providerId="ADAL" clId="{6F9ADBE3-9A94-4720-8CF8-9A8134603AF5}" dt="2024-12-02T14:58:43.945" v="300" actId="113"/>
          <ac:spMkLst>
            <pc:docMk/>
            <pc:sldMk cId="459045771" sldId="299"/>
            <ac:spMk id="6" creationId="{C7CD1F45-74D6-01C1-9C91-2FFE09591877}"/>
          </ac:spMkLst>
        </pc:spChg>
        <pc:spChg chg="add mod">
          <ac:chgData name="Hossain, Tanvir" userId="5379524b-2947-4ff6-93a6-0f4602028252" providerId="ADAL" clId="{6F9ADBE3-9A94-4720-8CF8-9A8134603AF5}" dt="2024-12-03T03:02:25.027" v="1248" actId="20577"/>
          <ac:spMkLst>
            <pc:docMk/>
            <pc:sldMk cId="459045771" sldId="299"/>
            <ac:spMk id="7" creationId="{AB9E26E2-FAD0-75B8-93A9-CE9BC72A5604}"/>
          </ac:spMkLst>
        </pc:spChg>
        <pc:spChg chg="add mod">
          <ac:chgData name="Hossain, Tanvir" userId="5379524b-2947-4ff6-93a6-0f4602028252" providerId="ADAL" clId="{6F9ADBE3-9A94-4720-8CF8-9A8134603AF5}" dt="2024-12-02T15:00:13.791" v="325" actId="164"/>
          <ac:spMkLst>
            <pc:docMk/>
            <pc:sldMk cId="459045771" sldId="299"/>
            <ac:spMk id="8" creationId="{389F4DE2-9878-9D91-1EB9-B73462256831}"/>
          </ac:spMkLst>
        </pc:spChg>
        <pc:spChg chg="add mod">
          <ac:chgData name="Hossain, Tanvir" userId="5379524b-2947-4ff6-93a6-0f4602028252" providerId="ADAL" clId="{6F9ADBE3-9A94-4720-8CF8-9A8134603AF5}" dt="2024-12-02T15:00:13.791" v="325" actId="164"/>
          <ac:spMkLst>
            <pc:docMk/>
            <pc:sldMk cId="459045771" sldId="299"/>
            <ac:spMk id="9" creationId="{5DAD1837-190D-34A8-41AA-9A189F2B0301}"/>
          </ac:spMkLst>
        </pc:spChg>
        <pc:spChg chg="add mod">
          <ac:chgData name="Hossain, Tanvir" userId="5379524b-2947-4ff6-93a6-0f4602028252" providerId="ADAL" clId="{6F9ADBE3-9A94-4720-8CF8-9A8134603AF5}" dt="2024-12-02T15:00:13.791" v="325" actId="164"/>
          <ac:spMkLst>
            <pc:docMk/>
            <pc:sldMk cId="459045771" sldId="299"/>
            <ac:spMk id="10" creationId="{2BBB2A01-E3A0-1B14-EDE6-B416801E3CA8}"/>
          </ac:spMkLst>
        </pc:spChg>
        <pc:spChg chg="add mod">
          <ac:chgData name="Hossain, Tanvir" userId="5379524b-2947-4ff6-93a6-0f4602028252" providerId="ADAL" clId="{6F9ADBE3-9A94-4720-8CF8-9A8134603AF5}" dt="2024-12-02T15:00:13.791" v="325" actId="164"/>
          <ac:spMkLst>
            <pc:docMk/>
            <pc:sldMk cId="459045771" sldId="299"/>
            <ac:spMk id="11" creationId="{1B3323C3-43DD-5675-6154-F24B6B285A3D}"/>
          </ac:spMkLst>
        </pc:spChg>
        <pc:spChg chg="add mod">
          <ac:chgData name="Hossain, Tanvir" userId="5379524b-2947-4ff6-93a6-0f4602028252" providerId="ADAL" clId="{6F9ADBE3-9A94-4720-8CF8-9A8134603AF5}" dt="2024-12-03T03:02:18.750" v="1246" actId="207"/>
          <ac:spMkLst>
            <pc:docMk/>
            <pc:sldMk cId="459045771" sldId="299"/>
            <ac:spMk id="29" creationId="{548F3E65-DDFA-31EC-067E-C86F1A68A8B6}"/>
          </ac:spMkLst>
        </pc:spChg>
        <pc:spChg chg="add mod">
          <ac:chgData name="Hossain, Tanvir" userId="5379524b-2947-4ff6-93a6-0f4602028252" providerId="ADAL" clId="{6F9ADBE3-9A94-4720-8CF8-9A8134603AF5}" dt="2024-12-03T13:10:23.181" v="3689" actId="164"/>
          <ac:spMkLst>
            <pc:docMk/>
            <pc:sldMk cId="459045771" sldId="299"/>
            <ac:spMk id="30" creationId="{2ED8131F-17B0-4487-8A8F-1C38918A41B1}"/>
          </ac:spMkLst>
        </pc:spChg>
        <pc:grpChg chg="add mod">
          <ac:chgData name="Hossain, Tanvir" userId="5379524b-2947-4ff6-93a6-0f4602028252" providerId="ADAL" clId="{6F9ADBE3-9A94-4720-8CF8-9A8134603AF5}" dt="2024-12-03T13:10:23.181" v="3689" actId="164"/>
          <ac:grpSpMkLst>
            <pc:docMk/>
            <pc:sldMk cId="459045771" sldId="299"/>
            <ac:grpSpMk id="28" creationId="{C41CBD52-DDDB-0DB3-5CBF-AAC306A34EA2}"/>
          </ac:grpSpMkLst>
        </pc:grpChg>
        <pc:grpChg chg="add mod">
          <ac:chgData name="Hossain, Tanvir" userId="5379524b-2947-4ff6-93a6-0f4602028252" providerId="ADAL" clId="{6F9ADBE3-9A94-4720-8CF8-9A8134603AF5}" dt="2024-12-03T13:10:23.181" v="3689" actId="164"/>
          <ac:grpSpMkLst>
            <pc:docMk/>
            <pc:sldMk cId="459045771" sldId="299"/>
            <ac:grpSpMk id="31" creationId="{655AA52F-F0C3-8884-FBBA-15EE7B035F0A}"/>
          </ac:grpSpMkLst>
        </pc:grpChg>
        <pc:cxnChg chg="add">
          <ac:chgData name="Hossain, Tanvir" userId="5379524b-2947-4ff6-93a6-0f4602028252" providerId="ADAL" clId="{6F9ADBE3-9A94-4720-8CF8-9A8134603AF5}" dt="2024-12-02T14:57:28.395" v="279" actId="11529"/>
          <ac:cxnSpMkLst>
            <pc:docMk/>
            <pc:sldMk cId="459045771" sldId="299"/>
            <ac:cxnSpMk id="13" creationId="{83DC8AC6-D33E-37FF-C204-F2B3CD74C9FD}"/>
          </ac:cxnSpMkLst>
        </pc:cxnChg>
        <pc:cxnChg chg="add">
          <ac:chgData name="Hossain, Tanvir" userId="5379524b-2947-4ff6-93a6-0f4602028252" providerId="ADAL" clId="{6F9ADBE3-9A94-4720-8CF8-9A8134603AF5}" dt="2024-12-02T14:57:32.051" v="280" actId="11529"/>
          <ac:cxnSpMkLst>
            <pc:docMk/>
            <pc:sldMk cId="459045771" sldId="299"/>
            <ac:cxnSpMk id="15" creationId="{A01C56A6-AE67-57AF-2765-C91557D4E6A6}"/>
          </ac:cxnSpMkLst>
        </pc:cxnChg>
        <pc:cxnChg chg="add mod">
          <ac:chgData name="Hossain, Tanvir" userId="5379524b-2947-4ff6-93a6-0f4602028252" providerId="ADAL" clId="{6F9ADBE3-9A94-4720-8CF8-9A8134603AF5}" dt="2024-12-02T15:00:13.791" v="325" actId="164"/>
          <ac:cxnSpMkLst>
            <pc:docMk/>
            <pc:sldMk cId="459045771" sldId="299"/>
            <ac:cxnSpMk id="17" creationId="{E2ED030E-5BEB-5A09-C8FB-4724AC79B61A}"/>
          </ac:cxnSpMkLst>
        </pc:cxnChg>
        <pc:cxnChg chg="add mod">
          <ac:chgData name="Hossain, Tanvir" userId="5379524b-2947-4ff6-93a6-0f4602028252" providerId="ADAL" clId="{6F9ADBE3-9A94-4720-8CF8-9A8134603AF5}" dt="2024-12-02T15:00:13.791" v="325" actId="164"/>
          <ac:cxnSpMkLst>
            <pc:docMk/>
            <pc:sldMk cId="459045771" sldId="299"/>
            <ac:cxnSpMk id="19" creationId="{6D6CFB14-9C08-86E1-D89D-5EA15B08021D}"/>
          </ac:cxnSpMkLst>
        </pc:cxnChg>
        <pc:cxnChg chg="add mod">
          <ac:chgData name="Hossain, Tanvir" userId="5379524b-2947-4ff6-93a6-0f4602028252" providerId="ADAL" clId="{6F9ADBE3-9A94-4720-8CF8-9A8134603AF5}" dt="2024-12-02T15:00:13.791" v="325" actId="164"/>
          <ac:cxnSpMkLst>
            <pc:docMk/>
            <pc:sldMk cId="459045771" sldId="299"/>
            <ac:cxnSpMk id="21" creationId="{15F002D4-8040-09A0-6637-0D2EF0B4710A}"/>
          </ac:cxnSpMkLst>
        </pc:cxnChg>
        <pc:cxnChg chg="add mod">
          <ac:chgData name="Hossain, Tanvir" userId="5379524b-2947-4ff6-93a6-0f4602028252" providerId="ADAL" clId="{6F9ADBE3-9A94-4720-8CF8-9A8134603AF5}" dt="2024-12-02T15:00:13.791" v="325" actId="164"/>
          <ac:cxnSpMkLst>
            <pc:docMk/>
            <pc:sldMk cId="459045771" sldId="299"/>
            <ac:cxnSpMk id="23" creationId="{A2401047-8FCA-4DD0-FFE5-945E5759839E}"/>
          </ac:cxnSpMkLst>
        </pc:cxn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650459462" sldId="299"/>
        </pc:sldMkLst>
      </pc:sldChg>
      <pc:sldChg chg="addSp delSp modSp add mod delAnim">
        <pc:chgData name="Hossain, Tanvir" userId="5379524b-2947-4ff6-93a6-0f4602028252" providerId="ADAL" clId="{6F9ADBE3-9A94-4720-8CF8-9A8134603AF5}" dt="2024-12-02T15:22:25.358" v="475" actId="208"/>
        <pc:sldMkLst>
          <pc:docMk/>
          <pc:sldMk cId="1013830793" sldId="300"/>
        </pc:sldMkLst>
        <pc:spChg chg="del">
          <ac:chgData name="Hossain, Tanvir" userId="5379524b-2947-4ff6-93a6-0f4602028252" providerId="ADAL" clId="{6F9ADBE3-9A94-4720-8CF8-9A8134603AF5}" dt="2024-12-02T15:07:00.929" v="328" actId="478"/>
          <ac:spMkLst>
            <pc:docMk/>
            <pc:sldMk cId="1013830793" sldId="300"/>
            <ac:spMk id="2" creationId="{511A36DE-F898-72E2-EC86-8E6343185ED5}"/>
          </ac:spMkLst>
        </pc:spChg>
        <pc:spChg chg="add del mod">
          <ac:chgData name="Hossain, Tanvir" userId="5379524b-2947-4ff6-93a6-0f4602028252" providerId="ADAL" clId="{6F9ADBE3-9A94-4720-8CF8-9A8134603AF5}" dt="2024-12-02T15:11:34.189" v="331" actId="478"/>
          <ac:spMkLst>
            <pc:docMk/>
            <pc:sldMk cId="1013830793" sldId="300"/>
            <ac:spMk id="3" creationId="{6D4C1D6C-87E6-57C5-884F-13936CC0B7E5}"/>
          </ac:spMkLst>
        </pc:spChg>
        <pc:spChg chg="mod">
          <ac:chgData name="Hossain, Tanvir" userId="5379524b-2947-4ff6-93a6-0f4602028252" providerId="ADAL" clId="{6F9ADBE3-9A94-4720-8CF8-9A8134603AF5}" dt="2024-12-02T15:19:24.128" v="391" actId="20577"/>
          <ac:spMkLst>
            <pc:docMk/>
            <pc:sldMk cId="1013830793" sldId="300"/>
            <ac:spMk id="4" creationId="{06F899B9-BA3E-55CA-5A60-E86BBA1A0581}"/>
          </ac:spMkLst>
        </pc:spChg>
        <pc:spChg chg="del">
          <ac:chgData name="Hossain, Tanvir" userId="5379524b-2947-4ff6-93a6-0f4602028252" providerId="ADAL" clId="{6F9ADBE3-9A94-4720-8CF8-9A8134603AF5}" dt="2024-12-02T15:07:00.929" v="328" actId="478"/>
          <ac:spMkLst>
            <pc:docMk/>
            <pc:sldMk cId="1013830793" sldId="300"/>
            <ac:spMk id="5" creationId="{1ED0EF93-C9B2-8B39-4BEF-632421A74BEE}"/>
          </ac:spMkLst>
        </pc:spChg>
        <pc:spChg chg="del">
          <ac:chgData name="Hossain, Tanvir" userId="5379524b-2947-4ff6-93a6-0f4602028252" providerId="ADAL" clId="{6F9ADBE3-9A94-4720-8CF8-9A8134603AF5}" dt="2024-12-02T15:07:00.929" v="328" actId="478"/>
          <ac:spMkLst>
            <pc:docMk/>
            <pc:sldMk cId="1013830793" sldId="300"/>
            <ac:spMk id="6" creationId="{DBA04609-D73E-226D-15B2-C80E5CE75E09}"/>
          </ac:spMkLst>
        </pc:spChg>
        <pc:spChg chg="add mod ord">
          <ac:chgData name="Hossain, Tanvir" userId="5379524b-2947-4ff6-93a6-0f4602028252" providerId="ADAL" clId="{6F9ADBE3-9A94-4720-8CF8-9A8134603AF5}" dt="2024-12-02T15:14:06.566" v="369" actId="1036"/>
          <ac:spMkLst>
            <pc:docMk/>
            <pc:sldMk cId="1013830793" sldId="300"/>
            <ac:spMk id="16" creationId="{AFBE6900-67E2-FE9D-EF8A-CB4E1BE6CB0F}"/>
          </ac:spMkLst>
        </pc:spChg>
        <pc:spChg chg="add mod">
          <ac:chgData name="Hossain, Tanvir" userId="5379524b-2947-4ff6-93a6-0f4602028252" providerId="ADAL" clId="{6F9ADBE3-9A94-4720-8CF8-9A8134603AF5}" dt="2024-12-02T15:21:04.153" v="460" actId="20577"/>
          <ac:spMkLst>
            <pc:docMk/>
            <pc:sldMk cId="1013830793" sldId="300"/>
            <ac:spMk id="18" creationId="{375219D7-CC54-FF26-486B-76A471FF3A27}"/>
          </ac:spMkLst>
        </pc:spChg>
        <pc:spChg chg="add mod">
          <ac:chgData name="Hossain, Tanvir" userId="5379524b-2947-4ff6-93a6-0f4602028252" providerId="ADAL" clId="{6F9ADBE3-9A94-4720-8CF8-9A8134603AF5}" dt="2024-12-02T15:21:09.552" v="466" actId="20577"/>
          <ac:spMkLst>
            <pc:docMk/>
            <pc:sldMk cId="1013830793" sldId="300"/>
            <ac:spMk id="20" creationId="{56320B8B-62AD-55C5-EBAD-4B706B3250A3}"/>
          </ac:spMkLst>
        </pc:spChg>
        <pc:grpChg chg="del">
          <ac:chgData name="Hossain, Tanvir" userId="5379524b-2947-4ff6-93a6-0f4602028252" providerId="ADAL" clId="{6F9ADBE3-9A94-4720-8CF8-9A8134603AF5}" dt="2024-12-02T15:07:00.929" v="328" actId="478"/>
          <ac:grpSpMkLst>
            <pc:docMk/>
            <pc:sldMk cId="1013830793" sldId="300"/>
            <ac:grpSpMk id="28" creationId="{959DEC2D-F600-78A2-6051-1D7F9807656E}"/>
          </ac:grpSpMkLst>
        </pc:grpChg>
        <pc:graphicFrameChg chg="add mod modGraphic">
          <ac:chgData name="Hossain, Tanvir" userId="5379524b-2947-4ff6-93a6-0f4602028252" providerId="ADAL" clId="{6F9ADBE3-9A94-4720-8CF8-9A8134603AF5}" dt="2024-12-02T15:19:50.532" v="412" actId="113"/>
          <ac:graphicFrameMkLst>
            <pc:docMk/>
            <pc:sldMk cId="1013830793" sldId="300"/>
            <ac:graphicFrameMk id="14" creationId="{903B4DFD-C1E0-D966-9887-D86F6815B02B}"/>
          </ac:graphicFrameMkLst>
        </pc:graphicFrameChg>
        <pc:picChg chg="add mod ord modCrop">
          <ac:chgData name="Hossain, Tanvir" userId="5379524b-2947-4ff6-93a6-0f4602028252" providerId="ADAL" clId="{6F9ADBE3-9A94-4720-8CF8-9A8134603AF5}" dt="2024-12-02T15:13:40.642" v="358" actId="167"/>
          <ac:picMkLst>
            <pc:docMk/>
            <pc:sldMk cId="1013830793" sldId="300"/>
            <ac:picMk id="12" creationId="{B4CDADA9-F942-9B78-D9FE-EEE64AB457BB}"/>
          </ac:picMkLst>
        </pc:picChg>
        <pc:cxnChg chg="del mod">
          <ac:chgData name="Hossain, Tanvir" userId="5379524b-2947-4ff6-93a6-0f4602028252" providerId="ADAL" clId="{6F9ADBE3-9A94-4720-8CF8-9A8134603AF5}" dt="2024-12-02T15:07:00.929" v="328" actId="478"/>
          <ac:cxnSpMkLst>
            <pc:docMk/>
            <pc:sldMk cId="1013830793" sldId="300"/>
            <ac:cxnSpMk id="13" creationId="{68E9F088-CACB-0AA0-759B-52336CFE0876}"/>
          </ac:cxnSpMkLst>
        </pc:cxnChg>
        <pc:cxnChg chg="del mod">
          <ac:chgData name="Hossain, Tanvir" userId="5379524b-2947-4ff6-93a6-0f4602028252" providerId="ADAL" clId="{6F9ADBE3-9A94-4720-8CF8-9A8134603AF5}" dt="2024-12-02T15:07:00.929" v="328" actId="478"/>
          <ac:cxnSpMkLst>
            <pc:docMk/>
            <pc:sldMk cId="1013830793" sldId="300"/>
            <ac:cxnSpMk id="15" creationId="{290DE738-CF96-F23A-782A-CCAA461D37AB}"/>
          </ac:cxnSpMkLst>
        </pc:cxnChg>
        <pc:cxnChg chg="mod">
          <ac:chgData name="Hossain, Tanvir" userId="5379524b-2947-4ff6-93a6-0f4602028252" providerId="ADAL" clId="{6F9ADBE3-9A94-4720-8CF8-9A8134603AF5}" dt="2024-12-02T15:07:00.929" v="328" actId="478"/>
          <ac:cxnSpMkLst>
            <pc:docMk/>
            <pc:sldMk cId="1013830793" sldId="300"/>
            <ac:cxnSpMk id="17" creationId="{91A7BE9E-CB5F-3BEE-D572-23ECDD984E87}"/>
          </ac:cxnSpMkLst>
        </pc:cxnChg>
        <pc:cxnChg chg="mod">
          <ac:chgData name="Hossain, Tanvir" userId="5379524b-2947-4ff6-93a6-0f4602028252" providerId="ADAL" clId="{6F9ADBE3-9A94-4720-8CF8-9A8134603AF5}" dt="2024-12-02T15:07:00.929" v="328" actId="478"/>
          <ac:cxnSpMkLst>
            <pc:docMk/>
            <pc:sldMk cId="1013830793" sldId="300"/>
            <ac:cxnSpMk id="19" creationId="{390DB217-86DD-89A4-EBE7-76DC4EFE5D30}"/>
          </ac:cxnSpMkLst>
        </pc:cxnChg>
        <pc:cxnChg chg="mod">
          <ac:chgData name="Hossain, Tanvir" userId="5379524b-2947-4ff6-93a6-0f4602028252" providerId="ADAL" clId="{6F9ADBE3-9A94-4720-8CF8-9A8134603AF5}" dt="2024-12-02T15:07:00.929" v="328" actId="478"/>
          <ac:cxnSpMkLst>
            <pc:docMk/>
            <pc:sldMk cId="1013830793" sldId="300"/>
            <ac:cxnSpMk id="21" creationId="{412FC861-D0AE-B0A4-1FF0-F558661D5919}"/>
          </ac:cxnSpMkLst>
        </pc:cxnChg>
        <pc:cxnChg chg="mod">
          <ac:chgData name="Hossain, Tanvir" userId="5379524b-2947-4ff6-93a6-0f4602028252" providerId="ADAL" clId="{6F9ADBE3-9A94-4720-8CF8-9A8134603AF5}" dt="2024-12-02T15:07:00.929" v="328" actId="478"/>
          <ac:cxnSpMkLst>
            <pc:docMk/>
            <pc:sldMk cId="1013830793" sldId="300"/>
            <ac:cxnSpMk id="23" creationId="{B6861A48-3239-E195-D757-57054AEF6CAC}"/>
          </ac:cxnSpMkLst>
        </pc:cxnChg>
        <pc:cxnChg chg="add mod">
          <ac:chgData name="Hossain, Tanvir" userId="5379524b-2947-4ff6-93a6-0f4602028252" providerId="ADAL" clId="{6F9ADBE3-9A94-4720-8CF8-9A8134603AF5}" dt="2024-12-02T15:22:19.681" v="474" actId="208"/>
          <ac:cxnSpMkLst>
            <pc:docMk/>
            <pc:sldMk cId="1013830793" sldId="300"/>
            <ac:cxnSpMk id="24" creationId="{173E3E72-0944-CAE2-55B8-F36BC5B0B5CE}"/>
          </ac:cxnSpMkLst>
        </pc:cxnChg>
        <pc:cxnChg chg="add mod">
          <ac:chgData name="Hossain, Tanvir" userId="5379524b-2947-4ff6-93a6-0f4602028252" providerId="ADAL" clId="{6F9ADBE3-9A94-4720-8CF8-9A8134603AF5}" dt="2024-12-02T15:22:25.358" v="475" actId="208"/>
          <ac:cxnSpMkLst>
            <pc:docMk/>
            <pc:sldMk cId="1013830793" sldId="300"/>
            <ac:cxnSpMk id="26" creationId="{33E850F2-53EE-8A06-7F8E-7FE351689E0B}"/>
          </ac:cxnSpMkLst>
        </pc:cxn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144816729" sldId="300"/>
        </pc:sldMkLst>
      </pc:sldChg>
      <pc:sldChg chg="addSp modSp add mod modAnim">
        <pc:chgData name="Hossain, Tanvir" userId="5379524b-2947-4ff6-93a6-0f4602028252" providerId="ADAL" clId="{6F9ADBE3-9A94-4720-8CF8-9A8134603AF5}" dt="2024-12-02T15:24:33.561" v="498"/>
        <pc:sldMkLst>
          <pc:docMk/>
          <pc:sldMk cId="2539239816" sldId="301"/>
        </pc:sldMkLst>
        <pc:spChg chg="mod">
          <ac:chgData name="Hossain, Tanvir" userId="5379524b-2947-4ff6-93a6-0f4602028252" providerId="ADAL" clId="{6F9ADBE3-9A94-4720-8CF8-9A8134603AF5}" dt="2024-12-02T15:22:40.751" v="482" actId="207"/>
          <ac:spMkLst>
            <pc:docMk/>
            <pc:sldMk cId="2539239816" sldId="301"/>
            <ac:spMk id="18" creationId="{4C50983C-72F3-EE74-7798-C78325E8420D}"/>
          </ac:spMkLst>
        </pc:spChg>
        <pc:cxnChg chg="add mod">
          <ac:chgData name="Hossain, Tanvir" userId="5379524b-2947-4ff6-93a6-0f4602028252" providerId="ADAL" clId="{6F9ADBE3-9A94-4720-8CF8-9A8134603AF5}" dt="2024-12-02T15:23:04.876" v="485" actId="1582"/>
          <ac:cxnSpMkLst>
            <pc:docMk/>
            <pc:sldMk cId="2539239816" sldId="301"/>
            <ac:cxnSpMk id="3" creationId="{17A0F3CF-7BD2-8CD2-2C72-CE9B5F859F50}"/>
          </ac:cxnSpMkLst>
        </pc:cxn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555926565" sldId="301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636468752" sldId="302"/>
        </pc:sldMkLst>
      </pc:sldChg>
      <pc:sldChg chg="modSp add mod">
        <pc:chgData name="Hossain, Tanvir" userId="5379524b-2947-4ff6-93a6-0f4602028252" providerId="ADAL" clId="{6F9ADBE3-9A94-4720-8CF8-9A8134603AF5}" dt="2024-12-02T15:24:57.175" v="501" actId="207"/>
        <pc:sldMkLst>
          <pc:docMk/>
          <pc:sldMk cId="4108107038" sldId="302"/>
        </pc:sldMkLst>
        <pc:graphicFrameChg chg="modGraphic">
          <ac:chgData name="Hossain, Tanvir" userId="5379524b-2947-4ff6-93a6-0f4602028252" providerId="ADAL" clId="{6F9ADBE3-9A94-4720-8CF8-9A8134603AF5}" dt="2024-12-02T15:24:57.175" v="501" actId="207"/>
          <ac:graphicFrameMkLst>
            <pc:docMk/>
            <pc:sldMk cId="4108107038" sldId="302"/>
            <ac:graphicFrameMk id="14" creationId="{67AF6B58-F559-7B80-FFAF-21DEE556D3C2}"/>
          </ac:graphicFrameMkLst>
        </pc:graphicFrameChg>
      </pc:sldChg>
      <pc:sldChg chg="addSp delSp modSp add mod delAnim modShow">
        <pc:chgData name="Hossain, Tanvir" userId="5379524b-2947-4ff6-93a6-0f4602028252" providerId="ADAL" clId="{6F9ADBE3-9A94-4720-8CF8-9A8134603AF5}" dt="2024-12-03T12:44:26.214" v="3278" actId="729"/>
        <pc:sldMkLst>
          <pc:docMk/>
          <pc:sldMk cId="1545831695" sldId="303"/>
        </pc:sldMkLst>
        <pc:spChg chg="mod">
          <ac:chgData name="Hossain, Tanvir" userId="5379524b-2947-4ff6-93a6-0f4602028252" providerId="ADAL" clId="{6F9ADBE3-9A94-4720-8CF8-9A8134603AF5}" dt="2024-12-02T15:27:39.161" v="516" actId="20577"/>
          <ac:spMkLst>
            <pc:docMk/>
            <pc:sldMk cId="1545831695" sldId="303"/>
            <ac:spMk id="4" creationId="{5D1EB12B-730E-ADC1-DF3F-A4EBABF92EE1}"/>
          </ac:spMkLst>
        </pc:spChg>
        <pc:spChg chg="add mod">
          <ac:chgData name="Hossain, Tanvir" userId="5379524b-2947-4ff6-93a6-0f4602028252" providerId="ADAL" clId="{6F9ADBE3-9A94-4720-8CF8-9A8134603AF5}" dt="2024-12-02T15:40:03.069" v="908" actId="1035"/>
          <ac:spMkLst>
            <pc:docMk/>
            <pc:sldMk cId="1545831695" sldId="303"/>
            <ac:spMk id="7" creationId="{0D3E825A-E130-8201-83F2-DE26F39207FD}"/>
          </ac:spMkLst>
        </pc:spChg>
        <pc:spChg chg="add mod">
          <ac:chgData name="Hossain, Tanvir" userId="5379524b-2947-4ff6-93a6-0f4602028252" providerId="ADAL" clId="{6F9ADBE3-9A94-4720-8CF8-9A8134603AF5}" dt="2024-12-02T15:36:30.323" v="821" actId="1035"/>
          <ac:spMkLst>
            <pc:docMk/>
            <pc:sldMk cId="1545831695" sldId="303"/>
            <ac:spMk id="8" creationId="{4EC9FCD7-C709-F664-427F-4BE07B080051}"/>
          </ac:spMkLst>
        </pc:spChg>
        <pc:spChg chg="add del mod">
          <ac:chgData name="Hossain, Tanvir" userId="5379524b-2947-4ff6-93a6-0f4602028252" providerId="ADAL" clId="{6F9ADBE3-9A94-4720-8CF8-9A8134603AF5}" dt="2024-12-02T15:29:09.139" v="542" actId="478"/>
          <ac:spMkLst>
            <pc:docMk/>
            <pc:sldMk cId="1545831695" sldId="303"/>
            <ac:spMk id="9" creationId="{2320C098-6446-CEEB-F985-15911C5D9CD9}"/>
          </ac:spMkLst>
        </pc:spChg>
        <pc:spChg chg="add del mod">
          <ac:chgData name="Hossain, Tanvir" userId="5379524b-2947-4ff6-93a6-0f4602028252" providerId="ADAL" clId="{6F9ADBE3-9A94-4720-8CF8-9A8134603AF5}" dt="2024-12-02T15:29:10.607" v="543" actId="478"/>
          <ac:spMkLst>
            <pc:docMk/>
            <pc:sldMk cId="1545831695" sldId="303"/>
            <ac:spMk id="10" creationId="{FC13F453-BBE0-816F-A85B-A996BA7F580F}"/>
          </ac:spMkLst>
        </pc:spChg>
        <pc:spChg chg="add mod">
          <ac:chgData name="Hossain, Tanvir" userId="5379524b-2947-4ff6-93a6-0f4602028252" providerId="ADAL" clId="{6F9ADBE3-9A94-4720-8CF8-9A8134603AF5}" dt="2024-12-02T15:36:36.608" v="829" actId="1036"/>
          <ac:spMkLst>
            <pc:docMk/>
            <pc:sldMk cId="1545831695" sldId="303"/>
            <ac:spMk id="11" creationId="{6395AA89-54D5-C2E0-312A-2D2A55BA311D}"/>
          </ac:spMkLst>
        </pc:spChg>
        <pc:spChg chg="add mod">
          <ac:chgData name="Hossain, Tanvir" userId="5379524b-2947-4ff6-93a6-0f4602028252" providerId="ADAL" clId="{6F9ADBE3-9A94-4720-8CF8-9A8134603AF5}" dt="2024-12-02T15:33:42.450" v="691" actId="20577"/>
          <ac:spMkLst>
            <pc:docMk/>
            <pc:sldMk cId="1545831695" sldId="303"/>
            <ac:spMk id="13" creationId="{DD77C83D-A222-3DF8-ABB5-B81B16E10BD0}"/>
          </ac:spMkLst>
        </pc:spChg>
        <pc:spChg chg="add mod">
          <ac:chgData name="Hossain, Tanvir" userId="5379524b-2947-4ff6-93a6-0f4602028252" providerId="ADAL" clId="{6F9ADBE3-9A94-4720-8CF8-9A8134603AF5}" dt="2024-12-02T15:36:30.323" v="821" actId="1035"/>
          <ac:spMkLst>
            <pc:docMk/>
            <pc:sldMk cId="1545831695" sldId="303"/>
            <ac:spMk id="15" creationId="{A60FBF56-E72F-C8ED-7908-12C0B8505C0D}"/>
          </ac:spMkLst>
        </pc:spChg>
        <pc:spChg chg="del">
          <ac:chgData name="Hossain, Tanvir" userId="5379524b-2947-4ff6-93a6-0f4602028252" providerId="ADAL" clId="{6F9ADBE3-9A94-4720-8CF8-9A8134603AF5}" dt="2024-12-02T15:27:30.304" v="503" actId="478"/>
          <ac:spMkLst>
            <pc:docMk/>
            <pc:sldMk cId="1545831695" sldId="303"/>
            <ac:spMk id="16" creationId="{5118DB5F-EED3-6113-6375-1D14F9AE1421}"/>
          </ac:spMkLst>
        </pc:spChg>
        <pc:spChg chg="add mod">
          <ac:chgData name="Hossain, Tanvir" userId="5379524b-2947-4ff6-93a6-0f4602028252" providerId="ADAL" clId="{6F9ADBE3-9A94-4720-8CF8-9A8134603AF5}" dt="2024-12-02T15:36:36.608" v="829" actId="1036"/>
          <ac:spMkLst>
            <pc:docMk/>
            <pc:sldMk cId="1545831695" sldId="303"/>
            <ac:spMk id="17" creationId="{ED0E96F2-EEBC-A320-2F4C-C208D88BA5BA}"/>
          </ac:spMkLst>
        </pc:spChg>
        <pc:spChg chg="del">
          <ac:chgData name="Hossain, Tanvir" userId="5379524b-2947-4ff6-93a6-0f4602028252" providerId="ADAL" clId="{6F9ADBE3-9A94-4720-8CF8-9A8134603AF5}" dt="2024-12-02T15:27:30.304" v="503" actId="478"/>
          <ac:spMkLst>
            <pc:docMk/>
            <pc:sldMk cId="1545831695" sldId="303"/>
            <ac:spMk id="18" creationId="{2EEA3173-85C8-E97B-B7E5-5B7474FBCE2F}"/>
          </ac:spMkLst>
        </pc:spChg>
        <pc:spChg chg="add mod">
          <ac:chgData name="Hossain, Tanvir" userId="5379524b-2947-4ff6-93a6-0f4602028252" providerId="ADAL" clId="{6F9ADBE3-9A94-4720-8CF8-9A8134603AF5}" dt="2024-12-02T15:34:20.242" v="698" actId="1076"/>
          <ac:spMkLst>
            <pc:docMk/>
            <pc:sldMk cId="1545831695" sldId="303"/>
            <ac:spMk id="19" creationId="{799B82CB-22CD-77CB-D1A7-010F7E7E66D8}"/>
          </ac:spMkLst>
        </pc:spChg>
        <pc:spChg chg="del">
          <ac:chgData name="Hossain, Tanvir" userId="5379524b-2947-4ff6-93a6-0f4602028252" providerId="ADAL" clId="{6F9ADBE3-9A94-4720-8CF8-9A8134603AF5}" dt="2024-12-02T15:27:30.304" v="503" actId="478"/>
          <ac:spMkLst>
            <pc:docMk/>
            <pc:sldMk cId="1545831695" sldId="303"/>
            <ac:spMk id="20" creationId="{E345A40F-BEAC-CD98-B7DE-DC8540C669CF}"/>
          </ac:spMkLst>
        </pc:spChg>
        <pc:spChg chg="add mod">
          <ac:chgData name="Hossain, Tanvir" userId="5379524b-2947-4ff6-93a6-0f4602028252" providerId="ADAL" clId="{6F9ADBE3-9A94-4720-8CF8-9A8134603AF5}" dt="2024-12-02T15:36:30.323" v="821" actId="1035"/>
          <ac:spMkLst>
            <pc:docMk/>
            <pc:sldMk cId="1545831695" sldId="303"/>
            <ac:spMk id="21" creationId="{D3A1D1CA-4362-9DBF-31CF-1DCBA3A37A29}"/>
          </ac:spMkLst>
        </pc:spChg>
        <pc:spChg chg="add mod">
          <ac:chgData name="Hossain, Tanvir" userId="5379524b-2947-4ff6-93a6-0f4602028252" providerId="ADAL" clId="{6F9ADBE3-9A94-4720-8CF8-9A8134603AF5}" dt="2024-12-02T15:36:36.608" v="829" actId="1036"/>
          <ac:spMkLst>
            <pc:docMk/>
            <pc:sldMk cId="1545831695" sldId="303"/>
            <ac:spMk id="22" creationId="{498CB329-1FBB-562C-1957-6500B6571BB5}"/>
          </ac:spMkLst>
        </pc:spChg>
        <pc:spChg chg="add mod">
          <ac:chgData name="Hossain, Tanvir" userId="5379524b-2947-4ff6-93a6-0f4602028252" providerId="ADAL" clId="{6F9ADBE3-9A94-4720-8CF8-9A8134603AF5}" dt="2024-12-02T15:35:09.654" v="734" actId="20577"/>
          <ac:spMkLst>
            <pc:docMk/>
            <pc:sldMk cId="1545831695" sldId="303"/>
            <ac:spMk id="23" creationId="{96E56E1D-5232-C34A-8DB6-3A619BD92C1C}"/>
          </ac:spMkLst>
        </pc:spChg>
        <pc:spChg chg="add mod">
          <ac:chgData name="Hossain, Tanvir" userId="5379524b-2947-4ff6-93a6-0f4602028252" providerId="ADAL" clId="{6F9ADBE3-9A94-4720-8CF8-9A8134603AF5}" dt="2024-12-02T15:36:30.323" v="821" actId="1035"/>
          <ac:spMkLst>
            <pc:docMk/>
            <pc:sldMk cId="1545831695" sldId="303"/>
            <ac:spMk id="25" creationId="{0B24198F-9BFD-CC4C-B14C-741380F4DEB9}"/>
          </ac:spMkLst>
        </pc:spChg>
        <pc:spChg chg="add mod">
          <ac:chgData name="Hossain, Tanvir" userId="5379524b-2947-4ff6-93a6-0f4602028252" providerId="ADAL" clId="{6F9ADBE3-9A94-4720-8CF8-9A8134603AF5}" dt="2024-12-02T15:36:36.608" v="829" actId="1036"/>
          <ac:spMkLst>
            <pc:docMk/>
            <pc:sldMk cId="1545831695" sldId="303"/>
            <ac:spMk id="27" creationId="{504E8552-3B28-BAE0-DD58-C2855A7E41A4}"/>
          </ac:spMkLst>
        </pc:spChg>
        <pc:spChg chg="add mod">
          <ac:chgData name="Hossain, Tanvir" userId="5379524b-2947-4ff6-93a6-0f4602028252" providerId="ADAL" clId="{6F9ADBE3-9A94-4720-8CF8-9A8134603AF5}" dt="2024-12-02T15:35:50.128" v="744" actId="1076"/>
          <ac:spMkLst>
            <pc:docMk/>
            <pc:sldMk cId="1545831695" sldId="303"/>
            <ac:spMk id="28" creationId="{A13A6575-38CE-9963-B1E2-62BB8F0416D1}"/>
          </ac:spMkLst>
        </pc:spChg>
        <pc:spChg chg="add mod">
          <ac:chgData name="Hossain, Tanvir" userId="5379524b-2947-4ff6-93a6-0f4602028252" providerId="ADAL" clId="{6F9ADBE3-9A94-4720-8CF8-9A8134603AF5}" dt="2024-12-02T15:37:04.822" v="839" actId="1076"/>
          <ac:spMkLst>
            <pc:docMk/>
            <pc:sldMk cId="1545831695" sldId="303"/>
            <ac:spMk id="29" creationId="{C5151CA2-C72E-0FE3-F10A-C08506B18165}"/>
          </ac:spMkLst>
        </pc:spChg>
        <pc:spChg chg="add mod">
          <ac:chgData name="Hossain, Tanvir" userId="5379524b-2947-4ff6-93a6-0f4602028252" providerId="ADAL" clId="{6F9ADBE3-9A94-4720-8CF8-9A8134603AF5}" dt="2024-12-02T15:37:17.761" v="844" actId="20577"/>
          <ac:spMkLst>
            <pc:docMk/>
            <pc:sldMk cId="1545831695" sldId="303"/>
            <ac:spMk id="30" creationId="{DA423380-B151-06FC-6D59-C28C55EE67B5}"/>
          </ac:spMkLst>
        </pc:spChg>
        <pc:spChg chg="add mod">
          <ac:chgData name="Hossain, Tanvir" userId="5379524b-2947-4ff6-93a6-0f4602028252" providerId="ADAL" clId="{6F9ADBE3-9A94-4720-8CF8-9A8134603AF5}" dt="2024-12-02T15:37:33.806" v="847" actId="14100"/>
          <ac:spMkLst>
            <pc:docMk/>
            <pc:sldMk cId="1545831695" sldId="303"/>
            <ac:spMk id="31" creationId="{D95A6342-3B76-D406-C657-5560B520C9D1}"/>
          </ac:spMkLst>
        </pc:spChg>
        <pc:spChg chg="add mod">
          <ac:chgData name="Hossain, Tanvir" userId="5379524b-2947-4ff6-93a6-0f4602028252" providerId="ADAL" clId="{6F9ADBE3-9A94-4720-8CF8-9A8134603AF5}" dt="2024-12-02T15:39:34.167" v="886" actId="1076"/>
          <ac:spMkLst>
            <pc:docMk/>
            <pc:sldMk cId="1545831695" sldId="303"/>
            <ac:spMk id="32" creationId="{114F3631-4CE1-852F-9237-E291A8F7F09E}"/>
          </ac:spMkLst>
        </pc:spChg>
        <pc:spChg chg="add mod">
          <ac:chgData name="Hossain, Tanvir" userId="5379524b-2947-4ff6-93a6-0f4602028252" providerId="ADAL" clId="{6F9ADBE3-9A94-4720-8CF8-9A8134603AF5}" dt="2024-12-02T15:39:56.919" v="899" actId="1035"/>
          <ac:spMkLst>
            <pc:docMk/>
            <pc:sldMk cId="1545831695" sldId="303"/>
            <ac:spMk id="33" creationId="{60FBE193-A1DA-265D-1E71-3BE145C5370F}"/>
          </ac:spMkLst>
        </pc:spChg>
        <pc:spChg chg="add mod">
          <ac:chgData name="Hossain, Tanvir" userId="5379524b-2947-4ff6-93a6-0f4602028252" providerId="ADAL" clId="{6F9ADBE3-9A94-4720-8CF8-9A8134603AF5}" dt="2024-12-02T15:39:59.462" v="903" actId="1035"/>
          <ac:spMkLst>
            <pc:docMk/>
            <pc:sldMk cId="1545831695" sldId="303"/>
            <ac:spMk id="34" creationId="{2411BFC4-DE3C-EFED-1283-84464E4499A9}"/>
          </ac:spMkLst>
        </pc:spChg>
        <pc:spChg chg="add mod">
          <ac:chgData name="Hossain, Tanvir" userId="5379524b-2947-4ff6-93a6-0f4602028252" providerId="ADAL" clId="{6F9ADBE3-9A94-4720-8CF8-9A8134603AF5}" dt="2024-12-02T15:42:42.468" v="932" actId="20577"/>
          <ac:spMkLst>
            <pc:docMk/>
            <pc:sldMk cId="1545831695" sldId="303"/>
            <ac:spMk id="50" creationId="{CDA76D28-DB12-56D6-FFDA-0442DEF7EB0B}"/>
          </ac:spMkLst>
        </pc:spChg>
        <pc:graphicFrameChg chg="add mod modGraphic">
          <ac:chgData name="Hossain, Tanvir" userId="5379524b-2947-4ff6-93a6-0f4602028252" providerId="ADAL" clId="{6F9ADBE3-9A94-4720-8CF8-9A8134603AF5}" dt="2024-12-02T15:39:00.189" v="880" actId="207"/>
          <ac:graphicFrameMkLst>
            <pc:docMk/>
            <pc:sldMk cId="1545831695" sldId="303"/>
            <ac:graphicFrameMk id="2" creationId="{EC06C7B6-19FE-F217-F273-52439A653DBB}"/>
          </ac:graphicFrameMkLst>
        </pc:graphicFrameChg>
        <pc:graphicFrameChg chg="add mod modGraphic">
          <ac:chgData name="Hossain, Tanvir" userId="5379524b-2947-4ff6-93a6-0f4602028252" providerId="ADAL" clId="{6F9ADBE3-9A94-4720-8CF8-9A8134603AF5}" dt="2024-12-02T15:39:01.879" v="881" actId="207"/>
          <ac:graphicFrameMkLst>
            <pc:docMk/>
            <pc:sldMk cId="1545831695" sldId="303"/>
            <ac:graphicFrameMk id="5" creationId="{1E6FDE0E-CF3F-277F-1766-00FF1146A5BB}"/>
          </ac:graphicFrameMkLst>
        </pc:graphicFrameChg>
        <pc:graphicFrameChg chg="add mod modGraphic">
          <ac:chgData name="Hossain, Tanvir" userId="5379524b-2947-4ff6-93a6-0f4602028252" providerId="ADAL" clId="{6F9ADBE3-9A94-4720-8CF8-9A8134603AF5}" dt="2024-12-02T15:39:03.687" v="882" actId="207"/>
          <ac:graphicFrameMkLst>
            <pc:docMk/>
            <pc:sldMk cId="1545831695" sldId="303"/>
            <ac:graphicFrameMk id="6" creationId="{7E01A0B0-6155-A37E-D79F-CE9EC12DE330}"/>
          </ac:graphicFrameMkLst>
        </pc:graphicFrameChg>
        <pc:graphicFrameChg chg="del">
          <ac:chgData name="Hossain, Tanvir" userId="5379524b-2947-4ff6-93a6-0f4602028252" providerId="ADAL" clId="{6F9ADBE3-9A94-4720-8CF8-9A8134603AF5}" dt="2024-12-02T15:27:30.304" v="503" actId="478"/>
          <ac:graphicFrameMkLst>
            <pc:docMk/>
            <pc:sldMk cId="1545831695" sldId="303"/>
            <ac:graphicFrameMk id="14" creationId="{2E9403FD-D655-EC5B-CE98-3292AD75C37D}"/>
          </ac:graphicFrameMkLst>
        </pc:graphicFrameChg>
        <pc:picChg chg="del">
          <ac:chgData name="Hossain, Tanvir" userId="5379524b-2947-4ff6-93a6-0f4602028252" providerId="ADAL" clId="{6F9ADBE3-9A94-4720-8CF8-9A8134603AF5}" dt="2024-12-02T15:27:30.304" v="503" actId="478"/>
          <ac:picMkLst>
            <pc:docMk/>
            <pc:sldMk cId="1545831695" sldId="303"/>
            <ac:picMk id="12" creationId="{B7C043B8-9F76-2D01-FD84-D5D291C2E72E}"/>
          </ac:picMkLst>
        </pc:picChg>
        <pc:cxnChg chg="del">
          <ac:chgData name="Hossain, Tanvir" userId="5379524b-2947-4ff6-93a6-0f4602028252" providerId="ADAL" clId="{6F9ADBE3-9A94-4720-8CF8-9A8134603AF5}" dt="2024-12-02T15:27:30.304" v="503" actId="478"/>
          <ac:cxnSpMkLst>
            <pc:docMk/>
            <pc:sldMk cId="1545831695" sldId="303"/>
            <ac:cxnSpMk id="3" creationId="{748E14DA-F973-DF05-C81A-4E334FE37F34}"/>
          </ac:cxnSpMkLst>
        </pc:cxnChg>
        <pc:cxnChg chg="del">
          <ac:chgData name="Hossain, Tanvir" userId="5379524b-2947-4ff6-93a6-0f4602028252" providerId="ADAL" clId="{6F9ADBE3-9A94-4720-8CF8-9A8134603AF5}" dt="2024-12-02T15:27:30.304" v="503" actId="478"/>
          <ac:cxnSpMkLst>
            <pc:docMk/>
            <pc:sldMk cId="1545831695" sldId="303"/>
            <ac:cxnSpMk id="24" creationId="{42100F17-A2FE-6E36-8B27-A4F386C3231C}"/>
          </ac:cxnSpMkLst>
        </pc:cxnChg>
        <pc:cxnChg chg="del">
          <ac:chgData name="Hossain, Tanvir" userId="5379524b-2947-4ff6-93a6-0f4602028252" providerId="ADAL" clId="{6F9ADBE3-9A94-4720-8CF8-9A8134603AF5}" dt="2024-12-02T15:27:30.304" v="503" actId="478"/>
          <ac:cxnSpMkLst>
            <pc:docMk/>
            <pc:sldMk cId="1545831695" sldId="303"/>
            <ac:cxnSpMk id="26" creationId="{CD2F475C-84EB-B97F-7E23-EC5D1FC23F8A}"/>
          </ac:cxnSpMkLst>
        </pc:cxnChg>
        <pc:cxnChg chg="add mod">
          <ac:chgData name="Hossain, Tanvir" userId="5379524b-2947-4ff6-93a6-0f4602028252" providerId="ADAL" clId="{6F9ADBE3-9A94-4720-8CF8-9A8134603AF5}" dt="2024-12-02T15:42:12.229" v="922" actId="208"/>
          <ac:cxnSpMkLst>
            <pc:docMk/>
            <pc:sldMk cId="1545831695" sldId="303"/>
            <ac:cxnSpMk id="36" creationId="{88158F53-BE19-F33E-8E7A-B2DA010BA5A4}"/>
          </ac:cxnSpMkLst>
        </pc:cxnChg>
        <pc:cxnChg chg="add mod">
          <ac:chgData name="Hossain, Tanvir" userId="5379524b-2947-4ff6-93a6-0f4602028252" providerId="ADAL" clId="{6F9ADBE3-9A94-4720-8CF8-9A8134603AF5}" dt="2024-12-02T15:42:12.229" v="922" actId="208"/>
          <ac:cxnSpMkLst>
            <pc:docMk/>
            <pc:sldMk cId="1545831695" sldId="303"/>
            <ac:cxnSpMk id="38" creationId="{669AA636-5C0B-0782-E6DA-DB20DCCAC6AA}"/>
          </ac:cxnSpMkLst>
        </pc:cxnChg>
        <pc:cxnChg chg="add mod">
          <ac:chgData name="Hossain, Tanvir" userId="5379524b-2947-4ff6-93a6-0f4602028252" providerId="ADAL" clId="{6F9ADBE3-9A94-4720-8CF8-9A8134603AF5}" dt="2024-12-02T15:42:12.229" v="922" actId="208"/>
          <ac:cxnSpMkLst>
            <pc:docMk/>
            <pc:sldMk cId="1545831695" sldId="303"/>
            <ac:cxnSpMk id="40" creationId="{E921B26D-3C78-6BE6-3751-DF022F9CF2EE}"/>
          </ac:cxnSpMkLst>
        </pc:cxnChg>
        <pc:cxnChg chg="add mod">
          <ac:chgData name="Hossain, Tanvir" userId="5379524b-2947-4ff6-93a6-0f4602028252" providerId="ADAL" clId="{6F9ADBE3-9A94-4720-8CF8-9A8134603AF5}" dt="2024-12-02T15:41:55.396" v="921" actId="1582"/>
          <ac:cxnSpMkLst>
            <pc:docMk/>
            <pc:sldMk cId="1545831695" sldId="303"/>
            <ac:cxnSpMk id="42" creationId="{D040F7C6-F00A-A021-F8F3-861266D6A145}"/>
          </ac:cxnSpMkLst>
        </pc:cxnChg>
        <pc:cxnChg chg="add mod">
          <ac:chgData name="Hossain, Tanvir" userId="5379524b-2947-4ff6-93a6-0f4602028252" providerId="ADAL" clId="{6F9ADBE3-9A94-4720-8CF8-9A8134603AF5}" dt="2024-12-02T15:42:12.229" v="922" actId="208"/>
          <ac:cxnSpMkLst>
            <pc:docMk/>
            <pc:sldMk cId="1545831695" sldId="303"/>
            <ac:cxnSpMk id="44" creationId="{5FD8C134-C5EF-9E93-0E9D-857C921AAACE}"/>
          </ac:cxnSpMkLst>
        </pc:cxnChg>
        <pc:cxnChg chg="add mod">
          <ac:chgData name="Hossain, Tanvir" userId="5379524b-2947-4ff6-93a6-0f4602028252" providerId="ADAL" clId="{6F9ADBE3-9A94-4720-8CF8-9A8134603AF5}" dt="2024-12-02T15:42:12.229" v="922" actId="208"/>
          <ac:cxnSpMkLst>
            <pc:docMk/>
            <pc:sldMk cId="1545831695" sldId="303"/>
            <ac:cxnSpMk id="46" creationId="{11F54491-4E9B-EB20-5DAF-5CB9556B4796}"/>
          </ac:cxnSpMkLst>
        </pc:cxnChg>
        <pc:cxnChg chg="add mod">
          <ac:chgData name="Hossain, Tanvir" userId="5379524b-2947-4ff6-93a6-0f4602028252" providerId="ADAL" clId="{6F9ADBE3-9A94-4720-8CF8-9A8134603AF5}" dt="2024-12-02T15:42:20.629" v="923" actId="208"/>
          <ac:cxnSpMkLst>
            <pc:docMk/>
            <pc:sldMk cId="1545831695" sldId="303"/>
            <ac:cxnSpMk id="49" creationId="{FDB3BCF0-F2FB-8527-EDC2-B8D67F4743F7}"/>
          </ac:cxnSpMkLst>
        </pc:cxn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943910798" sldId="303"/>
        </pc:sldMkLst>
      </pc:sldChg>
      <pc:sldChg chg="addSp delSp modSp add mod">
        <pc:chgData name="Hossain, Tanvir" userId="5379524b-2947-4ff6-93a6-0f4602028252" providerId="ADAL" clId="{6F9ADBE3-9A94-4720-8CF8-9A8134603AF5}" dt="2024-12-03T13:09:23.943" v="3677" actId="313"/>
        <pc:sldMkLst>
          <pc:docMk/>
          <pc:sldMk cId="2040314980" sldId="304"/>
        </pc:sldMkLst>
        <pc:spChg chg="add del mod">
          <ac:chgData name="Hossain, Tanvir" userId="5379524b-2947-4ff6-93a6-0f4602028252" providerId="ADAL" clId="{6F9ADBE3-9A94-4720-8CF8-9A8134603AF5}" dt="2024-12-03T13:08:26.863" v="3637"/>
          <ac:spMkLst>
            <pc:docMk/>
            <pc:sldMk cId="2040314980" sldId="304"/>
            <ac:spMk id="3" creationId="{1A64ADE5-3C0F-F325-A5DB-9DEEEC53765E}"/>
          </ac:spMkLst>
        </pc:spChg>
        <pc:spChg chg="mod">
          <ac:chgData name="Hossain, Tanvir" userId="5379524b-2947-4ff6-93a6-0f4602028252" providerId="ADAL" clId="{6F9ADBE3-9A94-4720-8CF8-9A8134603AF5}" dt="2024-12-03T13:08:15.666" v="3632" actId="20577"/>
          <ac:spMkLst>
            <pc:docMk/>
            <pc:sldMk cId="2040314980" sldId="304"/>
            <ac:spMk id="4" creationId="{BC26FEAD-B827-1705-1991-8225D39EE64C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7" creationId="{D049E2BD-7D66-4C5A-14BB-F3294B5202AC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8" creationId="{92D2E5E9-08BB-0344-11B8-61DBF92A3B05}"/>
          </ac:spMkLst>
        </pc:spChg>
        <pc:spChg chg="add mod">
          <ac:chgData name="Hossain, Tanvir" userId="5379524b-2947-4ff6-93a6-0f4602028252" providerId="ADAL" clId="{6F9ADBE3-9A94-4720-8CF8-9A8134603AF5}" dt="2024-12-03T13:09:15.053" v="3668" actId="1076"/>
          <ac:spMkLst>
            <pc:docMk/>
            <pc:sldMk cId="2040314980" sldId="304"/>
            <ac:spMk id="10" creationId="{DD3A4447-A96D-88C9-74D6-70ACA845E5F0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11" creationId="{71D9DF79-C44B-3818-1D25-1DE2D71DAF8B}"/>
          </ac:spMkLst>
        </pc:spChg>
        <pc:spChg chg="add mod">
          <ac:chgData name="Hossain, Tanvir" userId="5379524b-2947-4ff6-93a6-0f4602028252" providerId="ADAL" clId="{6F9ADBE3-9A94-4720-8CF8-9A8134603AF5}" dt="2024-12-03T13:09:23.943" v="3677" actId="313"/>
          <ac:spMkLst>
            <pc:docMk/>
            <pc:sldMk cId="2040314980" sldId="304"/>
            <ac:spMk id="12" creationId="{29B38AD8-AE41-F535-DA93-FB7928C1AD9C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13" creationId="{7F2F788B-7760-5D98-7AE0-7BD5F452CC71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15" creationId="{84144FCB-F070-7B6D-8258-3D28D8BBED1C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17" creationId="{5CF40A8F-60C3-906D-E8E3-79BFD6A4BA52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19" creationId="{5D323B5A-B83F-8CE9-1A24-272F84688938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21" creationId="{C359CBD5-A819-155B-9597-4251617CBD4A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22" creationId="{9B6AE67F-3A34-C7D4-A5F1-ABFEEC922632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23" creationId="{EC815A96-84CF-7715-E9BC-B21E6E2EFA87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25" creationId="{25346270-8617-FF69-FA77-B90F78574AFC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27" creationId="{6AD7F8ED-DDA6-6966-3716-6278FF2B71F8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28" creationId="{84EA5C0C-A36F-FC29-77F2-DFC4D8C01EE4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29" creationId="{BEEDFFEA-5D13-91D3-D213-6CB16E2049CF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30" creationId="{964A9C2F-5784-133D-1963-99D48378A1D8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31" creationId="{D50C7A50-A2A6-9EE1-789D-2D086701FF5C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32" creationId="{1E412785-6D5E-0EBA-A42D-1C2AD7ABAC3A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33" creationId="{D077CC28-E99A-9FD5-8D11-68E8BE3BC793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34" creationId="{AD7D7A60-0F05-68F5-1763-FD716CBDA687}"/>
          </ac:spMkLst>
        </pc:spChg>
        <pc:spChg chg="del">
          <ac:chgData name="Hossain, Tanvir" userId="5379524b-2947-4ff6-93a6-0f4602028252" providerId="ADAL" clId="{6F9ADBE3-9A94-4720-8CF8-9A8134603AF5}" dt="2024-12-02T16:01:08.201" v="934" actId="478"/>
          <ac:spMkLst>
            <pc:docMk/>
            <pc:sldMk cId="2040314980" sldId="304"/>
            <ac:spMk id="50" creationId="{C1EFAA2B-6A84-E9D2-CB0E-366622A52438}"/>
          </ac:spMkLst>
        </pc:spChg>
        <pc:graphicFrameChg chg="del">
          <ac:chgData name="Hossain, Tanvir" userId="5379524b-2947-4ff6-93a6-0f4602028252" providerId="ADAL" clId="{6F9ADBE3-9A94-4720-8CF8-9A8134603AF5}" dt="2024-12-02T16:01:08.201" v="934" actId="478"/>
          <ac:graphicFrameMkLst>
            <pc:docMk/>
            <pc:sldMk cId="2040314980" sldId="304"/>
            <ac:graphicFrameMk id="2" creationId="{021C5C1E-41D9-B02B-DEDD-BDF778440E56}"/>
          </ac:graphicFrameMkLst>
        </pc:graphicFrameChg>
        <pc:graphicFrameChg chg="del">
          <ac:chgData name="Hossain, Tanvir" userId="5379524b-2947-4ff6-93a6-0f4602028252" providerId="ADAL" clId="{6F9ADBE3-9A94-4720-8CF8-9A8134603AF5}" dt="2024-12-02T16:01:08.201" v="934" actId="478"/>
          <ac:graphicFrameMkLst>
            <pc:docMk/>
            <pc:sldMk cId="2040314980" sldId="304"/>
            <ac:graphicFrameMk id="5" creationId="{74B4271F-ADB4-4192-CE93-4C6B5EBC6560}"/>
          </ac:graphicFrameMkLst>
        </pc:graphicFrameChg>
        <pc:graphicFrameChg chg="del">
          <ac:chgData name="Hossain, Tanvir" userId="5379524b-2947-4ff6-93a6-0f4602028252" providerId="ADAL" clId="{6F9ADBE3-9A94-4720-8CF8-9A8134603AF5}" dt="2024-12-02T16:01:08.201" v="934" actId="478"/>
          <ac:graphicFrameMkLst>
            <pc:docMk/>
            <pc:sldMk cId="2040314980" sldId="304"/>
            <ac:graphicFrameMk id="6" creationId="{8307A1FF-E115-8CA1-C37B-87ABE3970C31}"/>
          </ac:graphicFrameMkLst>
        </pc:graphicFrameChg>
        <pc:picChg chg="add">
          <ac:chgData name="Hossain, Tanvir" userId="5379524b-2947-4ff6-93a6-0f4602028252" providerId="ADAL" clId="{6F9ADBE3-9A94-4720-8CF8-9A8134603AF5}" dt="2024-12-03T13:08:49.028" v="3638"/>
          <ac:picMkLst>
            <pc:docMk/>
            <pc:sldMk cId="2040314980" sldId="304"/>
            <ac:picMk id="9" creationId="{CC3F109C-8518-A8FA-7F51-97FF33154244}"/>
          </ac:picMkLst>
        </pc:picChg>
        <pc:cxnChg chg="del">
          <ac:chgData name="Hossain, Tanvir" userId="5379524b-2947-4ff6-93a6-0f4602028252" providerId="ADAL" clId="{6F9ADBE3-9A94-4720-8CF8-9A8134603AF5}" dt="2024-12-02T16:01:08.201" v="934" actId="478"/>
          <ac:cxnSpMkLst>
            <pc:docMk/>
            <pc:sldMk cId="2040314980" sldId="304"/>
            <ac:cxnSpMk id="36" creationId="{AB34E886-0D96-2167-D175-79BD381B0E00}"/>
          </ac:cxnSpMkLst>
        </pc:cxnChg>
        <pc:cxnChg chg="del">
          <ac:chgData name="Hossain, Tanvir" userId="5379524b-2947-4ff6-93a6-0f4602028252" providerId="ADAL" clId="{6F9ADBE3-9A94-4720-8CF8-9A8134603AF5}" dt="2024-12-02T16:01:08.201" v="934" actId="478"/>
          <ac:cxnSpMkLst>
            <pc:docMk/>
            <pc:sldMk cId="2040314980" sldId="304"/>
            <ac:cxnSpMk id="38" creationId="{18F0F721-2908-4151-C3F3-ABCD36F75C18}"/>
          </ac:cxnSpMkLst>
        </pc:cxnChg>
        <pc:cxnChg chg="del mod">
          <ac:chgData name="Hossain, Tanvir" userId="5379524b-2947-4ff6-93a6-0f4602028252" providerId="ADAL" clId="{6F9ADBE3-9A94-4720-8CF8-9A8134603AF5}" dt="2024-12-02T16:01:08.201" v="934" actId="478"/>
          <ac:cxnSpMkLst>
            <pc:docMk/>
            <pc:sldMk cId="2040314980" sldId="304"/>
            <ac:cxnSpMk id="40" creationId="{706F29CB-94FD-7747-76DE-9E7E744A263D}"/>
          </ac:cxnSpMkLst>
        </pc:cxnChg>
        <pc:cxnChg chg="del">
          <ac:chgData name="Hossain, Tanvir" userId="5379524b-2947-4ff6-93a6-0f4602028252" providerId="ADAL" clId="{6F9ADBE3-9A94-4720-8CF8-9A8134603AF5}" dt="2024-12-02T16:01:08.201" v="934" actId="478"/>
          <ac:cxnSpMkLst>
            <pc:docMk/>
            <pc:sldMk cId="2040314980" sldId="304"/>
            <ac:cxnSpMk id="42" creationId="{123856A2-1C81-C5A0-20BC-20851C27FEFF}"/>
          </ac:cxnSpMkLst>
        </pc:cxnChg>
        <pc:cxnChg chg="del">
          <ac:chgData name="Hossain, Tanvir" userId="5379524b-2947-4ff6-93a6-0f4602028252" providerId="ADAL" clId="{6F9ADBE3-9A94-4720-8CF8-9A8134603AF5}" dt="2024-12-02T16:01:08.201" v="934" actId="478"/>
          <ac:cxnSpMkLst>
            <pc:docMk/>
            <pc:sldMk cId="2040314980" sldId="304"/>
            <ac:cxnSpMk id="44" creationId="{3C5FD563-45D5-71CD-9202-F921233911FB}"/>
          </ac:cxnSpMkLst>
        </pc:cxnChg>
        <pc:cxnChg chg="del mod">
          <ac:chgData name="Hossain, Tanvir" userId="5379524b-2947-4ff6-93a6-0f4602028252" providerId="ADAL" clId="{6F9ADBE3-9A94-4720-8CF8-9A8134603AF5}" dt="2024-12-02T16:01:08.201" v="934" actId="478"/>
          <ac:cxnSpMkLst>
            <pc:docMk/>
            <pc:sldMk cId="2040314980" sldId="304"/>
            <ac:cxnSpMk id="46" creationId="{623C8CF7-EEF6-6307-3CDB-EF7F099A4209}"/>
          </ac:cxnSpMkLst>
        </pc:cxnChg>
        <pc:cxnChg chg="del">
          <ac:chgData name="Hossain, Tanvir" userId="5379524b-2947-4ff6-93a6-0f4602028252" providerId="ADAL" clId="{6F9ADBE3-9A94-4720-8CF8-9A8134603AF5}" dt="2024-12-02T16:01:08.201" v="934" actId="478"/>
          <ac:cxnSpMkLst>
            <pc:docMk/>
            <pc:sldMk cId="2040314980" sldId="304"/>
            <ac:cxnSpMk id="49" creationId="{5E796FDF-CD34-6A31-6C4A-0984665FFDC9}"/>
          </ac:cxnSpMkLst>
        </pc:cxn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3986137191" sldId="304"/>
        </pc:sldMkLst>
      </pc:sldChg>
      <pc:sldChg chg="addSp delSp modSp add mod ord delAnim">
        <pc:chgData name="Hossain, Tanvir" userId="5379524b-2947-4ff6-93a6-0f4602028252" providerId="ADAL" clId="{6F9ADBE3-9A94-4720-8CF8-9A8134603AF5}" dt="2024-12-03T11:29:49.075" v="2570" actId="20577"/>
        <pc:sldMkLst>
          <pc:docMk/>
          <pc:sldMk cId="1151232805" sldId="305"/>
        </pc:sldMkLst>
        <pc:spChg chg="add del mod">
          <ac:chgData name="Hossain, Tanvir" userId="5379524b-2947-4ff6-93a6-0f4602028252" providerId="ADAL" clId="{6F9ADBE3-9A94-4720-8CF8-9A8134603AF5}" dt="2024-12-02T17:22:54.364" v="1036" actId="478"/>
          <ac:spMkLst>
            <pc:docMk/>
            <pc:sldMk cId="1151232805" sldId="305"/>
            <ac:spMk id="2" creationId="{E8BFCE23-478C-D250-CF5A-C2EFF00DAFE5}"/>
          </ac:spMkLst>
        </pc:spChg>
        <pc:spChg chg="mod">
          <ac:chgData name="Hossain, Tanvir" userId="5379524b-2947-4ff6-93a6-0f4602028252" providerId="ADAL" clId="{6F9ADBE3-9A94-4720-8CF8-9A8134603AF5}" dt="2024-12-03T11:29:49.075" v="2570" actId="20577"/>
          <ac:spMkLst>
            <pc:docMk/>
            <pc:sldMk cId="1151232805" sldId="305"/>
            <ac:spMk id="4" creationId="{72D1060C-F9D4-3BBC-7F3F-2ED18B5B85B3}"/>
          </ac:spMkLst>
        </pc:spChg>
        <pc:spChg chg="add mod">
          <ac:chgData name="Hossain, Tanvir" userId="5379524b-2947-4ff6-93a6-0f4602028252" providerId="ADAL" clId="{6F9ADBE3-9A94-4720-8CF8-9A8134603AF5}" dt="2024-12-02T18:42:31.445" v="1124" actId="1076"/>
          <ac:spMkLst>
            <pc:docMk/>
            <pc:sldMk cId="1151232805" sldId="305"/>
            <ac:spMk id="5" creationId="{06DE18CC-BA9A-06E6-AAA6-405744CFE61B}"/>
          </ac:spMkLst>
        </pc:spChg>
        <pc:spChg chg="add">
          <ac:chgData name="Hossain, Tanvir" userId="5379524b-2947-4ff6-93a6-0f4602028252" providerId="ADAL" clId="{6F9ADBE3-9A94-4720-8CF8-9A8134603AF5}" dt="2024-12-02T18:42:05.450" v="1118"/>
          <ac:spMkLst>
            <pc:docMk/>
            <pc:sldMk cId="1151232805" sldId="305"/>
            <ac:spMk id="6" creationId="{CDA30ECE-04B8-8EB6-EEA8-7AE2D6D07F1C}"/>
          </ac:spMkLst>
        </pc:spChg>
        <pc:spChg chg="add mod">
          <ac:chgData name="Hossain, Tanvir" userId="5379524b-2947-4ff6-93a6-0f4602028252" providerId="ADAL" clId="{6F9ADBE3-9A94-4720-8CF8-9A8134603AF5}" dt="2024-12-02T18:43:57.930" v="1148" actId="1076"/>
          <ac:spMkLst>
            <pc:docMk/>
            <pc:sldMk cId="1151232805" sldId="305"/>
            <ac:spMk id="7" creationId="{BD11A6CC-AE6E-6987-B3A6-FA2221F853E8}"/>
          </ac:spMkLst>
        </pc:spChg>
        <pc:spChg chg="del">
          <ac:chgData name="Hossain, Tanvir" userId="5379524b-2947-4ff6-93a6-0f4602028252" providerId="ADAL" clId="{6F9ADBE3-9A94-4720-8CF8-9A8134603AF5}" dt="2024-12-02T17:21:30.319" v="962" actId="478"/>
          <ac:spMkLst>
            <pc:docMk/>
            <pc:sldMk cId="1151232805" sldId="305"/>
            <ac:spMk id="16" creationId="{9941D577-C236-1B49-4506-776041DA40EC}"/>
          </ac:spMkLst>
        </pc:spChg>
        <pc:spChg chg="del">
          <ac:chgData name="Hossain, Tanvir" userId="5379524b-2947-4ff6-93a6-0f4602028252" providerId="ADAL" clId="{6F9ADBE3-9A94-4720-8CF8-9A8134603AF5}" dt="2024-12-02T17:21:30.319" v="962" actId="478"/>
          <ac:spMkLst>
            <pc:docMk/>
            <pc:sldMk cId="1151232805" sldId="305"/>
            <ac:spMk id="18" creationId="{D378E4BC-18A9-2284-A3B2-CDB32B1B980E}"/>
          </ac:spMkLst>
        </pc:spChg>
        <pc:spChg chg="del">
          <ac:chgData name="Hossain, Tanvir" userId="5379524b-2947-4ff6-93a6-0f4602028252" providerId="ADAL" clId="{6F9ADBE3-9A94-4720-8CF8-9A8134603AF5}" dt="2024-12-02T17:21:30.319" v="962" actId="478"/>
          <ac:spMkLst>
            <pc:docMk/>
            <pc:sldMk cId="1151232805" sldId="305"/>
            <ac:spMk id="20" creationId="{7F25702B-A0E0-C717-6040-45CFBEE15FA3}"/>
          </ac:spMkLst>
        </pc:spChg>
        <pc:graphicFrameChg chg="del">
          <ac:chgData name="Hossain, Tanvir" userId="5379524b-2947-4ff6-93a6-0f4602028252" providerId="ADAL" clId="{6F9ADBE3-9A94-4720-8CF8-9A8134603AF5}" dt="2024-12-02T17:21:30.319" v="962" actId="478"/>
          <ac:graphicFrameMkLst>
            <pc:docMk/>
            <pc:sldMk cId="1151232805" sldId="305"/>
            <ac:graphicFrameMk id="14" creationId="{ED054B03-3CB6-9BC4-D015-011E6FE9A475}"/>
          </ac:graphicFrameMkLst>
        </pc:graphicFrameChg>
        <pc:picChg chg="del">
          <ac:chgData name="Hossain, Tanvir" userId="5379524b-2947-4ff6-93a6-0f4602028252" providerId="ADAL" clId="{6F9ADBE3-9A94-4720-8CF8-9A8134603AF5}" dt="2024-12-02T17:21:30.319" v="962" actId="478"/>
          <ac:picMkLst>
            <pc:docMk/>
            <pc:sldMk cId="1151232805" sldId="305"/>
            <ac:picMk id="12" creationId="{0AC84D6C-CE98-8D94-3A81-BBD157EB4903}"/>
          </ac:picMkLst>
        </pc:picChg>
        <pc:cxnChg chg="del">
          <ac:chgData name="Hossain, Tanvir" userId="5379524b-2947-4ff6-93a6-0f4602028252" providerId="ADAL" clId="{6F9ADBE3-9A94-4720-8CF8-9A8134603AF5}" dt="2024-12-02T17:21:30.319" v="962" actId="478"/>
          <ac:cxnSpMkLst>
            <pc:docMk/>
            <pc:sldMk cId="1151232805" sldId="305"/>
            <ac:cxnSpMk id="3" creationId="{27EA30CD-769F-E612-34D9-152D77CE5133}"/>
          </ac:cxnSpMkLst>
        </pc:cxnChg>
        <pc:cxnChg chg="del">
          <ac:chgData name="Hossain, Tanvir" userId="5379524b-2947-4ff6-93a6-0f4602028252" providerId="ADAL" clId="{6F9ADBE3-9A94-4720-8CF8-9A8134603AF5}" dt="2024-12-02T17:21:30.319" v="962" actId="478"/>
          <ac:cxnSpMkLst>
            <pc:docMk/>
            <pc:sldMk cId="1151232805" sldId="305"/>
            <ac:cxnSpMk id="24" creationId="{2C15AC66-9DA9-B470-06D0-15D9B007B72D}"/>
          </ac:cxnSpMkLst>
        </pc:cxnChg>
        <pc:cxnChg chg="del">
          <ac:chgData name="Hossain, Tanvir" userId="5379524b-2947-4ff6-93a6-0f4602028252" providerId="ADAL" clId="{6F9ADBE3-9A94-4720-8CF8-9A8134603AF5}" dt="2024-12-02T17:21:30.319" v="962" actId="478"/>
          <ac:cxnSpMkLst>
            <pc:docMk/>
            <pc:sldMk cId="1151232805" sldId="305"/>
            <ac:cxnSpMk id="26" creationId="{C6BD009D-E14B-D61A-E844-7FB6FB06B5CD}"/>
          </ac:cxnSpMkLst>
        </pc:cxn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764565755" sldId="305"/>
        </pc:sldMkLst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449240283" sldId="306"/>
        </pc:sldMkLst>
      </pc:sldChg>
      <pc:sldChg chg="addSp modSp add mod ord modAnim">
        <pc:chgData name="Hossain, Tanvir" userId="5379524b-2947-4ff6-93a6-0f4602028252" providerId="ADAL" clId="{6F9ADBE3-9A94-4720-8CF8-9A8134603AF5}" dt="2024-12-03T17:02:41.618" v="3708"/>
        <pc:sldMkLst>
          <pc:docMk/>
          <pc:sldMk cId="2530776127" sldId="306"/>
        </pc:sldMkLst>
        <pc:spChg chg="mod">
          <ac:chgData name="Hossain, Tanvir" userId="5379524b-2947-4ff6-93a6-0f4602028252" providerId="ADAL" clId="{6F9ADBE3-9A94-4720-8CF8-9A8134603AF5}" dt="2024-12-03T04:28:29.388" v="1433" actId="113"/>
          <ac:spMkLst>
            <pc:docMk/>
            <pc:sldMk cId="2530776127" sldId="306"/>
            <ac:spMk id="5" creationId="{7A8FB681-781D-AFEE-DE45-FA47BE58248F}"/>
          </ac:spMkLst>
        </pc:spChg>
        <pc:spChg chg="add mod">
          <ac:chgData name="Hossain, Tanvir" userId="5379524b-2947-4ff6-93a6-0f4602028252" providerId="ADAL" clId="{6F9ADBE3-9A94-4720-8CF8-9A8134603AF5}" dt="2024-12-03T11:39:47.682" v="2690"/>
          <ac:spMkLst>
            <pc:docMk/>
            <pc:sldMk cId="2530776127" sldId="306"/>
            <ac:spMk id="6" creationId="{51214485-A111-232A-6B4B-117EDA19AC8D}"/>
          </ac:spMkLst>
        </pc:spChg>
        <pc:grpChg chg="add mod">
          <ac:chgData name="Hossain, Tanvir" userId="5379524b-2947-4ff6-93a6-0f4602028252" providerId="ADAL" clId="{6F9ADBE3-9A94-4720-8CF8-9A8134603AF5}" dt="2024-12-03T17:02:34.288" v="3707" actId="164"/>
          <ac:grpSpMkLst>
            <pc:docMk/>
            <pc:sldMk cId="2530776127" sldId="306"/>
            <ac:grpSpMk id="8" creationId="{5BD07AC9-9E41-BCCA-2E46-1022607B6FBC}"/>
          </ac:grpSpMkLst>
        </pc:grpChg>
        <pc:picChg chg="add mod">
          <ac:chgData name="Hossain, Tanvir" userId="5379524b-2947-4ff6-93a6-0f4602028252" providerId="ADAL" clId="{6F9ADBE3-9A94-4720-8CF8-9A8134603AF5}" dt="2024-12-03T11:38:12.407" v="2589" actId="1076"/>
          <ac:picMkLst>
            <pc:docMk/>
            <pc:sldMk cId="2530776127" sldId="306"/>
            <ac:picMk id="3" creationId="{77764777-F723-2C47-866E-8F2AFC5D95BC}"/>
          </ac:picMkLst>
        </pc:picChg>
        <pc:picChg chg="add mod">
          <ac:chgData name="Hossain, Tanvir" userId="5379524b-2947-4ff6-93a6-0f4602028252" providerId="ADAL" clId="{6F9ADBE3-9A94-4720-8CF8-9A8134603AF5}" dt="2024-12-03T17:02:34.288" v="3707" actId="164"/>
          <ac:picMkLst>
            <pc:docMk/>
            <pc:sldMk cId="2530776127" sldId="306"/>
            <ac:picMk id="7" creationId="{1673852F-6542-0BFB-E379-7B3335651C9F}"/>
          </ac:picMkLst>
        </pc:picChg>
        <pc:picChg chg="add mod">
          <ac:chgData name="Hossain, Tanvir" userId="5379524b-2947-4ff6-93a6-0f4602028252" providerId="ADAL" clId="{6F9ADBE3-9A94-4720-8CF8-9A8134603AF5}" dt="2024-12-03T17:02:34.288" v="3707" actId="164"/>
          <ac:picMkLst>
            <pc:docMk/>
            <pc:sldMk cId="2530776127" sldId="306"/>
            <ac:picMk id="1026" creationId="{2963077D-737A-C713-E2DD-E40EC25EE413}"/>
          </ac:picMkLst>
        </pc:pic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435318450" sldId="307"/>
        </pc:sldMkLst>
      </pc:sldChg>
      <pc:sldChg chg="addSp modSp add mod ord">
        <pc:chgData name="Hossain, Tanvir" userId="5379524b-2947-4ff6-93a6-0f4602028252" providerId="ADAL" clId="{6F9ADBE3-9A94-4720-8CF8-9A8134603AF5}" dt="2024-12-03T11:39:44.967" v="2689" actId="1076"/>
        <pc:sldMkLst>
          <pc:docMk/>
          <pc:sldMk cId="1834215198" sldId="307"/>
        </pc:sldMkLst>
        <pc:spChg chg="mod">
          <ac:chgData name="Hossain, Tanvir" userId="5379524b-2947-4ff6-93a6-0f4602028252" providerId="ADAL" clId="{6F9ADBE3-9A94-4720-8CF8-9A8134603AF5}" dt="2024-12-03T04:29:03.527" v="1440" actId="113"/>
          <ac:spMkLst>
            <pc:docMk/>
            <pc:sldMk cId="1834215198" sldId="307"/>
            <ac:spMk id="5" creationId="{8639A160-DBF7-031B-D120-A91454C39657}"/>
          </ac:spMkLst>
        </pc:spChg>
        <pc:spChg chg="add mod">
          <ac:chgData name="Hossain, Tanvir" userId="5379524b-2947-4ff6-93a6-0f4602028252" providerId="ADAL" clId="{6F9ADBE3-9A94-4720-8CF8-9A8134603AF5}" dt="2024-12-03T11:39:44.967" v="2689" actId="1076"/>
          <ac:spMkLst>
            <pc:docMk/>
            <pc:sldMk cId="1834215198" sldId="307"/>
            <ac:spMk id="7" creationId="{6E278EEC-1E21-6B1F-78CF-9AAC66E1D959}"/>
          </ac:spMkLst>
        </pc:spChg>
        <pc:picChg chg="add mod">
          <ac:chgData name="Hossain, Tanvir" userId="5379524b-2947-4ff6-93a6-0f4602028252" providerId="ADAL" clId="{6F9ADBE3-9A94-4720-8CF8-9A8134603AF5}" dt="2024-12-03T11:38:15.662" v="2590" actId="1076"/>
          <ac:picMkLst>
            <pc:docMk/>
            <pc:sldMk cId="1834215198" sldId="307"/>
            <ac:picMk id="3" creationId="{45993E74-28B9-B9CB-CDE5-017B42D9828A}"/>
          </ac:picMkLst>
        </pc:picChg>
      </pc:sldChg>
      <pc:sldChg chg="del">
        <pc:chgData name="Hossain, Tanvir" userId="5379524b-2947-4ff6-93a6-0f4602028252" providerId="ADAL" clId="{6F9ADBE3-9A94-4720-8CF8-9A8134603AF5}" dt="2024-12-02T14:43:07.728" v="21" actId="47"/>
        <pc:sldMkLst>
          <pc:docMk/>
          <pc:sldMk cId="1443839606" sldId="308"/>
        </pc:sldMkLst>
      </pc:sldChg>
      <pc:sldChg chg="addSp delSp modSp add mod">
        <pc:chgData name="Hossain, Tanvir" userId="5379524b-2947-4ff6-93a6-0f4602028252" providerId="ADAL" clId="{6F9ADBE3-9A94-4720-8CF8-9A8134603AF5}" dt="2024-12-03T12:05:05.397" v="2928" actId="20577"/>
        <pc:sldMkLst>
          <pc:docMk/>
          <pc:sldMk cId="2184869192" sldId="308"/>
        </pc:sldMkLst>
        <pc:spChg chg="add mod">
          <ac:chgData name="Hossain, Tanvir" userId="5379524b-2947-4ff6-93a6-0f4602028252" providerId="ADAL" clId="{6F9ADBE3-9A94-4720-8CF8-9A8134603AF5}" dt="2024-12-03T12:03:32.296" v="2902" actId="207"/>
          <ac:spMkLst>
            <pc:docMk/>
            <pc:sldMk cId="2184869192" sldId="308"/>
            <ac:spMk id="3" creationId="{BD82CD8C-B668-B887-660D-86C923288799}"/>
          </ac:spMkLst>
        </pc:spChg>
        <pc:spChg chg="mod">
          <ac:chgData name="Hossain, Tanvir" userId="5379524b-2947-4ff6-93a6-0f4602028252" providerId="ADAL" clId="{6F9ADBE3-9A94-4720-8CF8-9A8134603AF5}" dt="2024-12-03T11:48:24.246" v="2852" actId="20577"/>
          <ac:spMkLst>
            <pc:docMk/>
            <pc:sldMk cId="2184869192" sldId="308"/>
            <ac:spMk id="4" creationId="{0E66CEBF-4076-1156-3D69-F8CF3DE93DA7}"/>
          </ac:spMkLst>
        </pc:spChg>
        <pc:spChg chg="del mod">
          <ac:chgData name="Hossain, Tanvir" userId="5379524b-2947-4ff6-93a6-0f4602028252" providerId="ADAL" clId="{6F9ADBE3-9A94-4720-8CF8-9A8134603AF5}" dt="2024-12-03T11:48:27.751" v="2853" actId="478"/>
          <ac:spMkLst>
            <pc:docMk/>
            <pc:sldMk cId="2184869192" sldId="308"/>
            <ac:spMk id="5" creationId="{EFD673F6-DDC3-7798-1DD4-6213D67E51E3}"/>
          </ac:spMkLst>
        </pc:spChg>
        <pc:spChg chg="add mod">
          <ac:chgData name="Hossain, Tanvir" userId="5379524b-2947-4ff6-93a6-0f4602028252" providerId="ADAL" clId="{6F9ADBE3-9A94-4720-8CF8-9A8134603AF5}" dt="2024-12-03T12:03:38.670" v="2904" actId="1076"/>
          <ac:spMkLst>
            <pc:docMk/>
            <pc:sldMk cId="2184869192" sldId="308"/>
            <ac:spMk id="6" creationId="{07A2EAA5-3A71-3E62-6CB2-0139CEED2961}"/>
          </ac:spMkLst>
        </pc:spChg>
        <pc:spChg chg="add mod">
          <ac:chgData name="Hossain, Tanvir" userId="5379524b-2947-4ff6-93a6-0f4602028252" providerId="ADAL" clId="{6F9ADBE3-9A94-4720-8CF8-9A8134603AF5}" dt="2024-12-03T12:04:18.694" v="2912" actId="14100"/>
          <ac:spMkLst>
            <pc:docMk/>
            <pc:sldMk cId="2184869192" sldId="308"/>
            <ac:spMk id="9" creationId="{703A4B93-9443-745E-90B3-C84FF19C0B7E}"/>
          </ac:spMkLst>
        </pc:spChg>
        <pc:spChg chg="add mod">
          <ac:chgData name="Hossain, Tanvir" userId="5379524b-2947-4ff6-93a6-0f4602028252" providerId="ADAL" clId="{6F9ADBE3-9A94-4720-8CF8-9A8134603AF5}" dt="2024-12-03T12:05:05.397" v="2928" actId="20577"/>
          <ac:spMkLst>
            <pc:docMk/>
            <pc:sldMk cId="2184869192" sldId="308"/>
            <ac:spMk id="15" creationId="{7D778BB4-8AE1-02C1-AE44-24D54A41DDB5}"/>
          </ac:spMkLst>
        </pc:spChg>
        <pc:picChg chg="add mod">
          <ac:chgData name="Hossain, Tanvir" userId="5379524b-2947-4ff6-93a6-0f4602028252" providerId="ADAL" clId="{6F9ADBE3-9A94-4720-8CF8-9A8134603AF5}" dt="2024-12-03T12:04:53.311" v="2919" actId="1076"/>
          <ac:picMkLst>
            <pc:docMk/>
            <pc:sldMk cId="2184869192" sldId="308"/>
            <ac:picMk id="14" creationId="{7B4DC9B7-A806-448A-F3EA-CC35668D0006}"/>
          </ac:picMkLst>
        </pc:picChg>
        <pc:cxnChg chg="add">
          <ac:chgData name="Hossain, Tanvir" userId="5379524b-2947-4ff6-93a6-0f4602028252" providerId="ADAL" clId="{6F9ADBE3-9A94-4720-8CF8-9A8134603AF5}" dt="2024-12-03T12:03:48.689" v="2905" actId="11529"/>
          <ac:cxnSpMkLst>
            <pc:docMk/>
            <pc:sldMk cId="2184869192" sldId="308"/>
            <ac:cxnSpMk id="8" creationId="{CFB9DDA4-FCCC-4BE7-703B-8FDC78ACB205}"/>
          </ac:cxnSpMkLst>
        </pc:cxnChg>
        <pc:cxnChg chg="add mod">
          <ac:chgData name="Hossain, Tanvir" userId="5379524b-2947-4ff6-93a6-0f4602028252" providerId="ADAL" clId="{6F9ADBE3-9A94-4720-8CF8-9A8134603AF5}" dt="2024-12-03T12:04:18.694" v="2912" actId="14100"/>
          <ac:cxnSpMkLst>
            <pc:docMk/>
            <pc:sldMk cId="2184869192" sldId="308"/>
            <ac:cxnSpMk id="10" creationId="{627FAD12-5545-2B62-E7B7-FC44A1418B0B}"/>
          </ac:cxnSpMkLst>
        </pc:cxnChg>
      </pc:sldChg>
      <pc:sldChg chg="addSp delSp modSp add mod ord">
        <pc:chgData name="Hossain, Tanvir" userId="5379524b-2947-4ff6-93a6-0f4602028252" providerId="ADAL" clId="{6F9ADBE3-9A94-4720-8CF8-9A8134603AF5}" dt="2024-12-03T12:26:22.828" v="3110"/>
        <pc:sldMkLst>
          <pc:docMk/>
          <pc:sldMk cId="1746156560" sldId="309"/>
        </pc:sldMkLst>
        <pc:spChg chg="add mod">
          <ac:chgData name="Hossain, Tanvir" userId="5379524b-2947-4ff6-93a6-0f4602028252" providerId="ADAL" clId="{6F9ADBE3-9A94-4720-8CF8-9A8134603AF5}" dt="2024-12-03T12:17:13.295" v="2959" actId="1076"/>
          <ac:spMkLst>
            <pc:docMk/>
            <pc:sldMk cId="1746156560" sldId="309"/>
            <ac:spMk id="3" creationId="{5A6616CA-D5D0-68D8-076C-7617EB9CAB18}"/>
          </ac:spMkLst>
        </pc:spChg>
        <pc:spChg chg="del mod">
          <ac:chgData name="Hossain, Tanvir" userId="5379524b-2947-4ff6-93a6-0f4602028252" providerId="ADAL" clId="{6F9ADBE3-9A94-4720-8CF8-9A8134603AF5}" dt="2024-12-03T12:16:06.434" v="2944" actId="478"/>
          <ac:spMkLst>
            <pc:docMk/>
            <pc:sldMk cId="1746156560" sldId="309"/>
            <ac:spMk id="5" creationId="{E611D767-239C-5F45-FCDD-AE97DD65C08E}"/>
          </ac:spMkLst>
        </pc:spChg>
        <pc:spChg chg="add mod">
          <ac:chgData name="Hossain, Tanvir" userId="5379524b-2947-4ff6-93a6-0f4602028252" providerId="ADAL" clId="{6F9ADBE3-9A94-4720-8CF8-9A8134603AF5}" dt="2024-12-03T12:21:34.238" v="3069" actId="1076"/>
          <ac:spMkLst>
            <pc:docMk/>
            <pc:sldMk cId="1746156560" sldId="309"/>
            <ac:spMk id="9" creationId="{CD1EB904-FCC5-B209-FAEC-3DC43EFB2217}"/>
          </ac:spMkLst>
        </pc:spChg>
        <pc:spChg chg="add mod">
          <ac:chgData name="Hossain, Tanvir" userId="5379524b-2947-4ff6-93a6-0f4602028252" providerId="ADAL" clId="{6F9ADBE3-9A94-4720-8CF8-9A8134603AF5}" dt="2024-12-03T12:22:34.287" v="3084" actId="208"/>
          <ac:spMkLst>
            <pc:docMk/>
            <pc:sldMk cId="1746156560" sldId="309"/>
            <ac:spMk id="13" creationId="{27D42854-F9F6-9B23-91CB-8AB166B79E86}"/>
          </ac:spMkLst>
        </pc:spChg>
        <pc:spChg chg="add del mod">
          <ac:chgData name="Hossain, Tanvir" userId="5379524b-2947-4ff6-93a6-0f4602028252" providerId="ADAL" clId="{6F9ADBE3-9A94-4720-8CF8-9A8134603AF5}" dt="2024-12-03T12:24:10.733" v="3103" actId="478"/>
          <ac:spMkLst>
            <pc:docMk/>
            <pc:sldMk cId="1746156560" sldId="309"/>
            <ac:spMk id="14" creationId="{5C551337-F2DC-4E3E-70F8-45DD29F5AD75}"/>
          </ac:spMkLst>
        </pc:spChg>
        <pc:spChg chg="add mod">
          <ac:chgData name="Hossain, Tanvir" userId="5379524b-2947-4ff6-93a6-0f4602028252" providerId="ADAL" clId="{6F9ADBE3-9A94-4720-8CF8-9A8134603AF5}" dt="2024-12-03T12:23:19.485" v="3092" actId="1076"/>
          <ac:spMkLst>
            <pc:docMk/>
            <pc:sldMk cId="1746156560" sldId="309"/>
            <ac:spMk id="15" creationId="{B72D28CD-1E6D-C912-84CF-A52325641504}"/>
          </ac:spMkLst>
        </pc:spChg>
        <pc:spChg chg="add mod">
          <ac:chgData name="Hossain, Tanvir" userId="5379524b-2947-4ff6-93a6-0f4602028252" providerId="ADAL" clId="{6F9ADBE3-9A94-4720-8CF8-9A8134603AF5}" dt="2024-12-03T12:23:48.851" v="3098" actId="113"/>
          <ac:spMkLst>
            <pc:docMk/>
            <pc:sldMk cId="1746156560" sldId="309"/>
            <ac:spMk id="16" creationId="{C92831BB-5216-5436-2966-E5295DAD2938}"/>
          </ac:spMkLst>
        </pc:spChg>
        <pc:picChg chg="add del mod">
          <ac:chgData name="Hossain, Tanvir" userId="5379524b-2947-4ff6-93a6-0f4602028252" providerId="ADAL" clId="{6F9ADBE3-9A94-4720-8CF8-9A8134603AF5}" dt="2024-12-03T12:20:38.895" v="3006" actId="478"/>
          <ac:picMkLst>
            <pc:docMk/>
            <pc:sldMk cId="1746156560" sldId="309"/>
            <ac:picMk id="7" creationId="{96B7CBE7-1168-0421-28EA-77449D3BD603}"/>
          </ac:picMkLst>
        </pc:picChg>
        <pc:picChg chg="add mod">
          <ac:chgData name="Hossain, Tanvir" userId="5379524b-2947-4ff6-93a6-0f4602028252" providerId="ADAL" clId="{6F9ADBE3-9A94-4720-8CF8-9A8134603AF5}" dt="2024-12-03T12:21:32.528" v="3068" actId="1076"/>
          <ac:picMkLst>
            <pc:docMk/>
            <pc:sldMk cId="1746156560" sldId="309"/>
            <ac:picMk id="11" creationId="{5E8A34DD-94F6-6290-2A5C-6DE828BAEC44}"/>
          </ac:picMkLst>
        </pc:picChg>
        <pc:cxnChg chg="add">
          <ac:chgData name="Hossain, Tanvir" userId="5379524b-2947-4ff6-93a6-0f4602028252" providerId="ADAL" clId="{6F9ADBE3-9A94-4720-8CF8-9A8134603AF5}" dt="2024-12-03T12:23:58.343" v="3099" actId="11529"/>
          <ac:cxnSpMkLst>
            <pc:docMk/>
            <pc:sldMk cId="1746156560" sldId="309"/>
            <ac:cxnSpMk id="18" creationId="{A3575203-938D-427F-71DD-1125BCF8614B}"/>
          </ac:cxnSpMkLst>
        </pc:cxnChg>
        <pc:cxnChg chg="add">
          <ac:chgData name="Hossain, Tanvir" userId="5379524b-2947-4ff6-93a6-0f4602028252" providerId="ADAL" clId="{6F9ADBE3-9A94-4720-8CF8-9A8134603AF5}" dt="2024-12-03T12:24:02.654" v="3100" actId="11529"/>
          <ac:cxnSpMkLst>
            <pc:docMk/>
            <pc:sldMk cId="1746156560" sldId="309"/>
            <ac:cxnSpMk id="20" creationId="{B2C09601-8E78-E414-8FD4-480C565493A9}"/>
          </ac:cxnSpMkLst>
        </pc:cxnChg>
        <pc:cxnChg chg="add">
          <ac:chgData name="Hossain, Tanvir" userId="5379524b-2947-4ff6-93a6-0f4602028252" providerId="ADAL" clId="{6F9ADBE3-9A94-4720-8CF8-9A8134603AF5}" dt="2024-12-03T12:24:06.598" v="3101" actId="11529"/>
          <ac:cxnSpMkLst>
            <pc:docMk/>
            <pc:sldMk cId="1746156560" sldId="309"/>
            <ac:cxnSpMk id="22" creationId="{D83D2060-C331-3688-B2A1-2901EC599A17}"/>
          </ac:cxnSpMkLst>
        </pc:cxnChg>
      </pc:sldChg>
      <pc:sldChg chg="addSp modSp add mod modAnim">
        <pc:chgData name="Hossain, Tanvir" userId="5379524b-2947-4ff6-93a6-0f4602028252" providerId="ADAL" clId="{6F9ADBE3-9A94-4720-8CF8-9A8134603AF5}" dt="2024-12-03T13:12:56.012" v="3691"/>
        <pc:sldMkLst>
          <pc:docMk/>
          <pc:sldMk cId="2769541821" sldId="310"/>
        </pc:sldMkLst>
        <pc:spChg chg="add mod">
          <ac:chgData name="Hossain, Tanvir" userId="5379524b-2947-4ff6-93a6-0f4602028252" providerId="ADAL" clId="{6F9ADBE3-9A94-4720-8CF8-9A8134603AF5}" dt="2024-12-03T12:54:22.416" v="3378" actId="113"/>
          <ac:spMkLst>
            <pc:docMk/>
            <pc:sldMk cId="2769541821" sldId="310"/>
            <ac:spMk id="3" creationId="{F85548BF-7092-8F08-EFAB-AD2439EA84C1}"/>
          </ac:spMkLst>
        </pc:spChg>
        <pc:spChg chg="mod">
          <ac:chgData name="Hossain, Tanvir" userId="5379524b-2947-4ff6-93a6-0f4602028252" providerId="ADAL" clId="{6F9ADBE3-9A94-4720-8CF8-9A8134603AF5}" dt="2024-12-03T12:53:48.803" v="3362" actId="20577"/>
          <ac:spMkLst>
            <pc:docMk/>
            <pc:sldMk cId="2769541821" sldId="310"/>
            <ac:spMk id="5" creationId="{8CC0CECE-88F2-67D6-70FF-1A7C708D9C38}"/>
          </ac:spMkLst>
        </pc:spChg>
        <pc:spChg chg="add mod">
          <ac:chgData name="Hossain, Tanvir" userId="5379524b-2947-4ff6-93a6-0f4602028252" providerId="ADAL" clId="{6F9ADBE3-9A94-4720-8CF8-9A8134603AF5}" dt="2024-12-03T12:55:46.736" v="3398" actId="403"/>
          <ac:spMkLst>
            <pc:docMk/>
            <pc:sldMk cId="2769541821" sldId="310"/>
            <ac:spMk id="7" creationId="{C0D93322-DFA6-BDFD-6E10-E0F8B7AA5C29}"/>
          </ac:spMkLst>
        </pc:spChg>
      </pc:sldChg>
      <pc:sldChg chg="addSp delSp modSp add mod modAnim">
        <pc:chgData name="Hossain, Tanvir" userId="5379524b-2947-4ff6-93a6-0f4602028252" providerId="ADAL" clId="{6F9ADBE3-9A94-4720-8CF8-9A8134603AF5}" dt="2024-12-03T16:59:18.161" v="3693"/>
        <pc:sldMkLst>
          <pc:docMk/>
          <pc:sldMk cId="804479514" sldId="311"/>
        </pc:sldMkLst>
        <pc:spChg chg="add del mod">
          <ac:chgData name="Hossain, Tanvir" userId="5379524b-2947-4ff6-93a6-0f4602028252" providerId="ADAL" clId="{6F9ADBE3-9A94-4720-8CF8-9A8134603AF5}" dt="2024-12-03T13:04:25.465" v="3540" actId="478"/>
          <ac:spMkLst>
            <pc:docMk/>
            <pc:sldMk cId="804479514" sldId="311"/>
            <ac:spMk id="2" creationId="{84E0A6C8-9895-B711-0A36-7B9208EE542E}"/>
          </ac:spMkLst>
        </pc:spChg>
        <pc:spChg chg="mod">
          <ac:chgData name="Hossain, Tanvir" userId="5379524b-2947-4ff6-93a6-0f4602028252" providerId="ADAL" clId="{6F9ADBE3-9A94-4720-8CF8-9A8134603AF5}" dt="2024-12-03T13:01:28.291" v="3514" actId="20577"/>
          <ac:spMkLst>
            <pc:docMk/>
            <pc:sldMk cId="804479514" sldId="311"/>
            <ac:spMk id="4" creationId="{457E7505-C379-9BC2-2534-E48B20959CA6}"/>
          </ac:spMkLst>
        </pc:spChg>
        <pc:spChg chg="mod">
          <ac:chgData name="Hossain, Tanvir" userId="5379524b-2947-4ff6-93a6-0f4602028252" providerId="ADAL" clId="{6F9ADBE3-9A94-4720-8CF8-9A8134603AF5}" dt="2024-12-03T13:01:42.683" v="3532" actId="1076"/>
          <ac:spMkLst>
            <pc:docMk/>
            <pc:sldMk cId="804479514" sldId="311"/>
            <ac:spMk id="5" creationId="{2D2EDD18-7579-EA08-C635-3600CC6C2AEB}"/>
          </ac:spMkLst>
        </pc:spChg>
        <pc:spChg chg="add mod">
          <ac:chgData name="Hossain, Tanvir" userId="5379524b-2947-4ff6-93a6-0f4602028252" providerId="ADAL" clId="{6F9ADBE3-9A94-4720-8CF8-9A8134603AF5}" dt="2024-12-03T13:05:20.899" v="3561" actId="1076"/>
          <ac:spMkLst>
            <pc:docMk/>
            <pc:sldMk cId="804479514" sldId="311"/>
            <ac:spMk id="8" creationId="{71FB45FF-AD23-B75C-C584-513283090EBA}"/>
          </ac:spMkLst>
        </pc:spChg>
        <pc:picChg chg="add mod modCrop">
          <ac:chgData name="Hossain, Tanvir" userId="5379524b-2947-4ff6-93a6-0f4602028252" providerId="ADAL" clId="{6F9ADBE3-9A94-4720-8CF8-9A8134603AF5}" dt="2024-12-03T13:04:41.787" v="3547" actId="1076"/>
          <ac:picMkLst>
            <pc:docMk/>
            <pc:sldMk cId="804479514" sldId="311"/>
            <ac:picMk id="6" creationId="{5EF6437F-96CE-98C9-954E-4A7C85A84800}"/>
          </ac:picMkLst>
        </pc:picChg>
      </pc:sldChg>
      <pc:sldChg chg="addSp delSp modSp add mod modAnim">
        <pc:chgData name="Hossain, Tanvir" userId="5379524b-2947-4ff6-93a6-0f4602028252" providerId="ADAL" clId="{6F9ADBE3-9A94-4720-8CF8-9A8134603AF5}" dt="2024-12-03T12:51:59.681" v="3337"/>
        <pc:sldMkLst>
          <pc:docMk/>
          <pc:sldMk cId="3135438744" sldId="312"/>
        </pc:sldMkLst>
        <pc:spChg chg="add del mod">
          <ac:chgData name="Hossain, Tanvir" userId="5379524b-2947-4ff6-93a6-0f4602028252" providerId="ADAL" clId="{6F9ADBE3-9A94-4720-8CF8-9A8134603AF5}" dt="2024-12-03T12:49:30.627" v="3293" actId="478"/>
          <ac:spMkLst>
            <pc:docMk/>
            <pc:sldMk cId="3135438744" sldId="312"/>
            <ac:spMk id="2" creationId="{A9950216-945B-8F4D-27C5-A2E2A010269F}"/>
          </ac:spMkLst>
        </pc:spChg>
        <pc:spChg chg="add mod">
          <ac:chgData name="Hossain, Tanvir" userId="5379524b-2947-4ff6-93a6-0f4602028252" providerId="ADAL" clId="{6F9ADBE3-9A94-4720-8CF8-9A8134603AF5}" dt="2024-12-03T12:51:36.589" v="3336" actId="113"/>
          <ac:spMkLst>
            <pc:docMk/>
            <pc:sldMk cId="3135438744" sldId="312"/>
            <ac:spMk id="3" creationId="{E688CCAC-82F0-B4FD-9387-608A77D79A53}"/>
          </ac:spMkLst>
        </pc:spChg>
        <pc:spChg chg="mod">
          <ac:chgData name="Hossain, Tanvir" userId="5379524b-2947-4ff6-93a6-0f4602028252" providerId="ADAL" clId="{6F9ADBE3-9A94-4720-8CF8-9A8134603AF5}" dt="2024-12-03T12:45:50.426" v="3290" actId="404"/>
          <ac:spMkLst>
            <pc:docMk/>
            <pc:sldMk cId="3135438744" sldId="312"/>
            <ac:spMk id="5" creationId="{93ADC1CA-59AD-2282-F3DD-1B9615D5799C}"/>
          </ac:spMkLst>
        </pc:spChg>
        <pc:spChg chg="add">
          <ac:chgData name="Hossain, Tanvir" userId="5379524b-2947-4ff6-93a6-0f4602028252" providerId="ADAL" clId="{6F9ADBE3-9A94-4720-8CF8-9A8134603AF5}" dt="2024-12-03T12:50:22.596" v="3315"/>
          <ac:spMkLst>
            <pc:docMk/>
            <pc:sldMk cId="3135438744" sldId="312"/>
            <ac:spMk id="6" creationId="{63138F29-FD5E-53C5-2AAD-346F8F2DF227}"/>
          </ac:spMkLst>
        </pc:spChg>
      </pc:sldChg>
      <pc:sldChg chg="addSp delSp modSp add mod ord modAnim">
        <pc:chgData name="Hossain, Tanvir" userId="5379524b-2947-4ff6-93a6-0f4602028252" providerId="ADAL" clId="{6F9ADBE3-9A94-4720-8CF8-9A8134603AF5}" dt="2024-12-03T02:58:22.969" v="1225"/>
        <pc:sldMkLst>
          <pc:docMk/>
          <pc:sldMk cId="3558878580" sldId="313"/>
        </pc:sldMkLst>
        <pc:spChg chg="del">
          <ac:chgData name="Hossain, Tanvir" userId="5379524b-2947-4ff6-93a6-0f4602028252" providerId="ADAL" clId="{6F9ADBE3-9A94-4720-8CF8-9A8134603AF5}" dt="2024-12-03T02:54:22.567" v="1221" actId="478"/>
          <ac:spMkLst>
            <pc:docMk/>
            <pc:sldMk cId="3558878580" sldId="313"/>
            <ac:spMk id="3" creationId="{E94D981F-7B10-9AFF-8BD3-048317C80D72}"/>
          </ac:spMkLst>
        </pc:spChg>
        <pc:spChg chg="mod">
          <ac:chgData name="Hossain, Tanvir" userId="5379524b-2947-4ff6-93a6-0f4602028252" providerId="ADAL" clId="{6F9ADBE3-9A94-4720-8CF8-9A8134603AF5}" dt="2024-12-03T02:55:55.239" v="1224" actId="20577"/>
          <ac:spMkLst>
            <pc:docMk/>
            <pc:sldMk cId="3558878580" sldId="313"/>
            <ac:spMk id="4" creationId="{97A22EA2-E261-4BBC-D3A4-7D0C8528AA2F}"/>
          </ac:spMkLst>
        </pc:spChg>
        <pc:spChg chg="del">
          <ac:chgData name="Hossain, Tanvir" userId="5379524b-2947-4ff6-93a6-0f4602028252" providerId="ADAL" clId="{6F9ADBE3-9A94-4720-8CF8-9A8134603AF5}" dt="2024-12-03T02:54:24.666" v="1222" actId="478"/>
          <ac:spMkLst>
            <pc:docMk/>
            <pc:sldMk cId="3558878580" sldId="313"/>
            <ac:spMk id="6" creationId="{68056D80-D718-593B-1381-B8ABC42F5458}"/>
          </ac:spMkLst>
        </pc:spChg>
        <pc:picChg chg="add">
          <ac:chgData name="Hossain, Tanvir" userId="5379524b-2947-4ff6-93a6-0f4602028252" providerId="ADAL" clId="{6F9ADBE3-9A94-4720-8CF8-9A8134603AF5}" dt="2024-12-03T02:55:15.077" v="1223"/>
          <ac:picMkLst>
            <pc:docMk/>
            <pc:sldMk cId="3558878580" sldId="313"/>
            <ac:picMk id="2" creationId="{2D1B17EE-063E-B767-7E2E-FB28D7D42FD7}"/>
          </ac:picMkLst>
        </pc:picChg>
      </pc:sldChg>
      <pc:sldChg chg="addSp delSp modSp add mod ord">
        <pc:chgData name="Hossain, Tanvir" userId="5379524b-2947-4ff6-93a6-0f4602028252" providerId="ADAL" clId="{6F9ADBE3-9A94-4720-8CF8-9A8134603AF5}" dt="2024-12-03T11:29:12.179" v="2566"/>
        <pc:sldMkLst>
          <pc:docMk/>
          <pc:sldMk cId="3549013933" sldId="314"/>
        </pc:sldMkLst>
        <pc:spChg chg="mod">
          <ac:chgData name="Hossain, Tanvir" userId="5379524b-2947-4ff6-93a6-0f4602028252" providerId="ADAL" clId="{6F9ADBE3-9A94-4720-8CF8-9A8134603AF5}" dt="2024-12-03T03:26:36.883" v="1423" actId="207"/>
          <ac:spMkLst>
            <pc:docMk/>
            <pc:sldMk cId="3549013933" sldId="314"/>
            <ac:spMk id="3" creationId="{8FC755F9-CA70-088D-42A6-A9782FB76BC9}"/>
          </ac:spMkLst>
        </pc:spChg>
        <pc:spChg chg="del">
          <ac:chgData name="Hossain, Tanvir" userId="5379524b-2947-4ff6-93a6-0f4602028252" providerId="ADAL" clId="{6F9ADBE3-9A94-4720-8CF8-9A8134603AF5}" dt="2024-12-03T03:19:37.169" v="1253" actId="478"/>
          <ac:spMkLst>
            <pc:docMk/>
            <pc:sldMk cId="3549013933" sldId="314"/>
            <ac:spMk id="6" creationId="{C3DF368B-29E3-D0DC-C28C-497E646A79CA}"/>
          </ac:spMkLst>
        </pc:spChg>
        <pc:picChg chg="add mod">
          <ac:chgData name="Hossain, Tanvir" userId="5379524b-2947-4ff6-93a6-0f4602028252" providerId="ADAL" clId="{6F9ADBE3-9A94-4720-8CF8-9A8134603AF5}" dt="2024-12-03T03:29:13.157" v="1425" actId="1076"/>
          <ac:picMkLst>
            <pc:docMk/>
            <pc:sldMk cId="3549013933" sldId="314"/>
            <ac:picMk id="2" creationId="{687F7E38-044F-B736-C17F-D5CDE4851D6C}"/>
          </ac:picMkLst>
        </pc:picChg>
      </pc:sldChg>
      <pc:sldChg chg="modSp add del mod">
        <pc:chgData name="Hossain, Tanvir" userId="5379524b-2947-4ff6-93a6-0f4602028252" providerId="ADAL" clId="{6F9ADBE3-9A94-4720-8CF8-9A8134603AF5}" dt="2024-12-03T11:39:57.366" v="2691" actId="47"/>
        <pc:sldMkLst>
          <pc:docMk/>
          <pc:sldMk cId="1006149851" sldId="315"/>
        </pc:sldMkLst>
        <pc:spChg chg="mod">
          <ac:chgData name="Hossain, Tanvir" userId="5379524b-2947-4ff6-93a6-0f4602028252" providerId="ADAL" clId="{6F9ADBE3-9A94-4720-8CF8-9A8134603AF5}" dt="2024-12-03T04:31:05.364" v="1442"/>
          <ac:spMkLst>
            <pc:docMk/>
            <pc:sldMk cId="1006149851" sldId="315"/>
            <ac:spMk id="4" creationId="{EEB8EC89-785B-5D29-0922-4C857EB963D1}"/>
          </ac:spMkLst>
        </pc:spChg>
        <pc:spChg chg="mod">
          <ac:chgData name="Hossain, Tanvir" userId="5379524b-2947-4ff6-93a6-0f4602028252" providerId="ADAL" clId="{6F9ADBE3-9A94-4720-8CF8-9A8134603AF5}" dt="2024-12-03T04:31:30.066" v="1444" actId="20577"/>
          <ac:spMkLst>
            <pc:docMk/>
            <pc:sldMk cId="1006149851" sldId="315"/>
            <ac:spMk id="5" creationId="{C8E585B9-8839-5F5E-5725-8A48C5626861}"/>
          </ac:spMkLst>
        </pc:spChg>
      </pc:sldChg>
      <pc:sldChg chg="addSp delSp modSp add mod modAnim">
        <pc:chgData name="Hossain, Tanvir" userId="5379524b-2947-4ff6-93a6-0f4602028252" providerId="ADAL" clId="{6F9ADBE3-9A94-4720-8CF8-9A8134603AF5}" dt="2024-12-03T09:59:47.175" v="1571" actId="20577"/>
        <pc:sldMkLst>
          <pc:docMk/>
          <pc:sldMk cId="1674310437" sldId="316"/>
        </pc:sldMkLst>
        <pc:spChg chg="del">
          <ac:chgData name="Hossain, Tanvir" userId="5379524b-2947-4ff6-93a6-0f4602028252" providerId="ADAL" clId="{6F9ADBE3-9A94-4720-8CF8-9A8134603AF5}" dt="2024-12-03T09:51:56.972" v="1446" actId="478"/>
          <ac:spMkLst>
            <pc:docMk/>
            <pc:sldMk cId="1674310437" sldId="316"/>
            <ac:spMk id="2" creationId="{65E12B76-E072-9910-29BC-64DC462AAA36}"/>
          </ac:spMkLst>
        </pc:spChg>
        <pc:spChg chg="del">
          <ac:chgData name="Hossain, Tanvir" userId="5379524b-2947-4ff6-93a6-0f4602028252" providerId="ADAL" clId="{6F9ADBE3-9A94-4720-8CF8-9A8134603AF5}" dt="2024-12-03T09:51:56.972" v="1446" actId="478"/>
          <ac:spMkLst>
            <pc:docMk/>
            <pc:sldMk cId="1674310437" sldId="316"/>
            <ac:spMk id="5" creationId="{64244648-FE17-3A75-80A7-78BF8DB4C7B3}"/>
          </ac:spMkLst>
        </pc:spChg>
        <pc:spChg chg="del">
          <ac:chgData name="Hossain, Tanvir" userId="5379524b-2947-4ff6-93a6-0f4602028252" providerId="ADAL" clId="{6F9ADBE3-9A94-4720-8CF8-9A8134603AF5}" dt="2024-12-03T09:51:56.972" v="1446" actId="478"/>
          <ac:spMkLst>
            <pc:docMk/>
            <pc:sldMk cId="1674310437" sldId="316"/>
            <ac:spMk id="6" creationId="{1C6455A3-3427-ACB2-598A-5BF847B256A4}"/>
          </ac:spMkLst>
        </pc:spChg>
        <pc:spChg chg="mod topLvl">
          <ac:chgData name="Hossain, Tanvir" userId="5379524b-2947-4ff6-93a6-0f4602028252" providerId="ADAL" clId="{6F9ADBE3-9A94-4720-8CF8-9A8134603AF5}" dt="2024-12-03T09:58:53.253" v="1561" actId="1076"/>
          <ac:spMkLst>
            <pc:docMk/>
            <pc:sldMk cId="1674310437" sldId="316"/>
            <ac:spMk id="7" creationId="{FD9B6312-4248-8777-1505-E8F0D6269F54}"/>
          </ac:spMkLst>
        </pc:spChg>
        <pc:spChg chg="mod topLvl">
          <ac:chgData name="Hossain, Tanvir" userId="5379524b-2947-4ff6-93a6-0f4602028252" providerId="ADAL" clId="{6F9ADBE3-9A94-4720-8CF8-9A8134603AF5}" dt="2024-12-03T09:59:47.175" v="1571" actId="20577"/>
          <ac:spMkLst>
            <pc:docMk/>
            <pc:sldMk cId="1674310437" sldId="316"/>
            <ac:spMk id="8" creationId="{D5214279-1B88-2A58-43A6-FC76435E2EAA}"/>
          </ac:spMkLst>
        </pc:spChg>
        <pc:spChg chg="mod topLvl">
          <ac:chgData name="Hossain, Tanvir" userId="5379524b-2947-4ff6-93a6-0f4602028252" providerId="ADAL" clId="{6F9ADBE3-9A94-4720-8CF8-9A8134603AF5}" dt="2024-12-03T09:59:18.645" v="1566" actId="1076"/>
          <ac:spMkLst>
            <pc:docMk/>
            <pc:sldMk cId="1674310437" sldId="316"/>
            <ac:spMk id="9" creationId="{4D125A64-9299-2DB6-E6B9-61BA81830618}"/>
          </ac:spMkLst>
        </pc:spChg>
        <pc:spChg chg="mod topLvl">
          <ac:chgData name="Hossain, Tanvir" userId="5379524b-2947-4ff6-93a6-0f4602028252" providerId="ADAL" clId="{6F9ADBE3-9A94-4720-8CF8-9A8134603AF5}" dt="2024-12-03T09:58:34.453" v="1557" actId="14100"/>
          <ac:spMkLst>
            <pc:docMk/>
            <pc:sldMk cId="1674310437" sldId="316"/>
            <ac:spMk id="10" creationId="{1DDD8BC1-0C49-5D39-E250-C5C8D68D31CB}"/>
          </ac:spMkLst>
        </pc:spChg>
        <pc:spChg chg="mod topLvl">
          <ac:chgData name="Hossain, Tanvir" userId="5379524b-2947-4ff6-93a6-0f4602028252" providerId="ADAL" clId="{6F9ADBE3-9A94-4720-8CF8-9A8134603AF5}" dt="2024-12-03T09:59:09.372" v="1564" actId="1076"/>
          <ac:spMkLst>
            <pc:docMk/>
            <pc:sldMk cId="1674310437" sldId="316"/>
            <ac:spMk id="11" creationId="{8E0F588A-BEFD-B0B0-48E9-8D84FAF74C64}"/>
          </ac:spMkLst>
        </pc:spChg>
        <pc:spChg chg="del">
          <ac:chgData name="Hossain, Tanvir" userId="5379524b-2947-4ff6-93a6-0f4602028252" providerId="ADAL" clId="{6F9ADBE3-9A94-4720-8CF8-9A8134603AF5}" dt="2024-12-03T09:51:56.972" v="1446" actId="478"/>
          <ac:spMkLst>
            <pc:docMk/>
            <pc:sldMk cId="1674310437" sldId="316"/>
            <ac:spMk id="29" creationId="{C6F7F3F6-789D-267C-62B4-709B8A4FCC70}"/>
          </ac:spMkLst>
        </pc:spChg>
        <pc:spChg chg="mod">
          <ac:chgData name="Hossain, Tanvir" userId="5379524b-2947-4ff6-93a6-0f4602028252" providerId="ADAL" clId="{6F9ADBE3-9A94-4720-8CF8-9A8134603AF5}" dt="2024-12-03T09:52:48.351" v="1465" actId="1038"/>
          <ac:spMkLst>
            <pc:docMk/>
            <pc:sldMk cId="1674310437" sldId="316"/>
            <ac:spMk id="30" creationId="{63040D03-5338-C637-33CA-67501BFB3B30}"/>
          </ac:spMkLst>
        </pc:spChg>
        <pc:grpChg chg="del mod">
          <ac:chgData name="Hossain, Tanvir" userId="5379524b-2947-4ff6-93a6-0f4602028252" providerId="ADAL" clId="{6F9ADBE3-9A94-4720-8CF8-9A8134603AF5}" dt="2024-12-03T09:52:12.195" v="1451" actId="165"/>
          <ac:grpSpMkLst>
            <pc:docMk/>
            <pc:sldMk cId="1674310437" sldId="316"/>
            <ac:grpSpMk id="28" creationId="{BE6229F0-4E97-3601-758A-45AF0D9CB38C}"/>
          </ac:grpSpMkLst>
        </pc:grpChg>
        <pc:cxnChg chg="add mod">
          <ac:chgData name="Hossain, Tanvir" userId="5379524b-2947-4ff6-93a6-0f4602028252" providerId="ADAL" clId="{6F9ADBE3-9A94-4720-8CF8-9A8134603AF5}" dt="2024-12-03T09:59:31.484" v="1568" actId="208"/>
          <ac:cxnSpMkLst>
            <pc:docMk/>
            <pc:sldMk cId="1674310437" sldId="316"/>
            <ac:cxnSpMk id="12" creationId="{C0CD37DF-0A22-1D3D-E3AA-C2FCD0408ABC}"/>
          </ac:cxnSpMkLst>
        </pc:cxnChg>
        <pc:cxnChg chg="del mod">
          <ac:chgData name="Hossain, Tanvir" userId="5379524b-2947-4ff6-93a6-0f4602028252" providerId="ADAL" clId="{6F9ADBE3-9A94-4720-8CF8-9A8134603AF5}" dt="2024-12-03T09:51:56.972" v="1446" actId="478"/>
          <ac:cxnSpMkLst>
            <pc:docMk/>
            <pc:sldMk cId="1674310437" sldId="316"/>
            <ac:cxnSpMk id="13" creationId="{6941C19A-9462-101C-64FE-4FF9BF84FB29}"/>
          </ac:cxnSpMkLst>
        </pc:cxnChg>
        <pc:cxnChg chg="del mod">
          <ac:chgData name="Hossain, Tanvir" userId="5379524b-2947-4ff6-93a6-0f4602028252" providerId="ADAL" clId="{6F9ADBE3-9A94-4720-8CF8-9A8134603AF5}" dt="2024-12-03T09:51:56.972" v="1446" actId="478"/>
          <ac:cxnSpMkLst>
            <pc:docMk/>
            <pc:sldMk cId="1674310437" sldId="316"/>
            <ac:cxnSpMk id="15" creationId="{56466607-DEC5-45A0-B731-29AB41A3A718}"/>
          </ac:cxnSpMkLst>
        </pc:cxnChg>
        <pc:cxnChg chg="del mod topLvl">
          <ac:chgData name="Hossain, Tanvir" userId="5379524b-2947-4ff6-93a6-0f4602028252" providerId="ADAL" clId="{6F9ADBE3-9A94-4720-8CF8-9A8134603AF5}" dt="2024-12-03T09:52:15.351" v="1452" actId="478"/>
          <ac:cxnSpMkLst>
            <pc:docMk/>
            <pc:sldMk cId="1674310437" sldId="316"/>
            <ac:cxnSpMk id="17" creationId="{65A070DF-4C32-DC20-8892-D2793C7089BC}"/>
          </ac:cxnSpMkLst>
        </pc:cxnChg>
        <pc:cxnChg chg="add mod">
          <ac:chgData name="Hossain, Tanvir" userId="5379524b-2947-4ff6-93a6-0f4602028252" providerId="ADAL" clId="{6F9ADBE3-9A94-4720-8CF8-9A8134603AF5}" dt="2024-12-03T09:59:31.484" v="1568" actId="208"/>
          <ac:cxnSpMkLst>
            <pc:docMk/>
            <pc:sldMk cId="1674310437" sldId="316"/>
            <ac:cxnSpMk id="18" creationId="{729BA2ED-1F62-A3C8-C0D4-3F2A229EF2A6}"/>
          </ac:cxnSpMkLst>
        </pc:cxnChg>
        <pc:cxnChg chg="del mod topLvl">
          <ac:chgData name="Hossain, Tanvir" userId="5379524b-2947-4ff6-93a6-0f4602028252" providerId="ADAL" clId="{6F9ADBE3-9A94-4720-8CF8-9A8134603AF5}" dt="2024-12-03T09:52:17.888" v="1453" actId="478"/>
          <ac:cxnSpMkLst>
            <pc:docMk/>
            <pc:sldMk cId="1674310437" sldId="316"/>
            <ac:cxnSpMk id="19" creationId="{7270CB29-D725-5EC6-5E09-6323F52B9096}"/>
          </ac:cxnSpMkLst>
        </pc:cxnChg>
        <pc:cxnChg chg="del mod topLvl">
          <ac:chgData name="Hossain, Tanvir" userId="5379524b-2947-4ff6-93a6-0f4602028252" providerId="ADAL" clId="{6F9ADBE3-9A94-4720-8CF8-9A8134603AF5}" dt="2024-12-03T09:52:19.223" v="1454" actId="478"/>
          <ac:cxnSpMkLst>
            <pc:docMk/>
            <pc:sldMk cId="1674310437" sldId="316"/>
            <ac:cxnSpMk id="21" creationId="{5B950F81-C3C5-1FF1-913B-2E504EC32DC2}"/>
          </ac:cxnSpMkLst>
        </pc:cxnChg>
        <pc:cxnChg chg="add mod">
          <ac:chgData name="Hossain, Tanvir" userId="5379524b-2947-4ff6-93a6-0f4602028252" providerId="ADAL" clId="{6F9ADBE3-9A94-4720-8CF8-9A8134603AF5}" dt="2024-12-03T09:59:31.484" v="1568" actId="208"/>
          <ac:cxnSpMkLst>
            <pc:docMk/>
            <pc:sldMk cId="1674310437" sldId="316"/>
            <ac:cxnSpMk id="22" creationId="{D247F085-58AA-18C1-65F2-6E621AF830CA}"/>
          </ac:cxnSpMkLst>
        </pc:cxnChg>
        <pc:cxnChg chg="del mod topLvl">
          <ac:chgData name="Hossain, Tanvir" userId="5379524b-2947-4ff6-93a6-0f4602028252" providerId="ADAL" clId="{6F9ADBE3-9A94-4720-8CF8-9A8134603AF5}" dt="2024-12-03T09:52:21.824" v="1455" actId="478"/>
          <ac:cxnSpMkLst>
            <pc:docMk/>
            <pc:sldMk cId="1674310437" sldId="316"/>
            <ac:cxnSpMk id="23" creationId="{0BBC22E2-2A4F-C751-C1E1-FABF9819B8AD}"/>
          </ac:cxnSpMkLst>
        </pc:cxnChg>
        <pc:cxnChg chg="add mod">
          <ac:chgData name="Hossain, Tanvir" userId="5379524b-2947-4ff6-93a6-0f4602028252" providerId="ADAL" clId="{6F9ADBE3-9A94-4720-8CF8-9A8134603AF5}" dt="2024-12-03T09:59:31.484" v="1568" actId="208"/>
          <ac:cxnSpMkLst>
            <pc:docMk/>
            <pc:sldMk cId="1674310437" sldId="316"/>
            <ac:cxnSpMk id="26" creationId="{D18C0901-74EF-E91B-EBBE-ABEC10244E99}"/>
          </ac:cxnSpMkLst>
        </pc:cxnChg>
      </pc:sldChg>
      <pc:sldChg chg="addSp delSp modSp add mod">
        <pc:chgData name="Hossain, Tanvir" userId="5379524b-2947-4ff6-93a6-0f4602028252" providerId="ADAL" clId="{6F9ADBE3-9A94-4720-8CF8-9A8134603AF5}" dt="2024-12-03T10:00:55.325" v="1588" actId="403"/>
        <pc:sldMkLst>
          <pc:docMk/>
          <pc:sldMk cId="2801828600" sldId="317"/>
        </pc:sldMkLst>
        <pc:spChg chg="add mod">
          <ac:chgData name="Hossain, Tanvir" userId="5379524b-2947-4ff6-93a6-0f4602028252" providerId="ADAL" clId="{6F9ADBE3-9A94-4720-8CF8-9A8134603AF5}" dt="2024-12-03T10:00:55.325" v="1588" actId="403"/>
          <ac:spMkLst>
            <pc:docMk/>
            <pc:sldMk cId="2801828600" sldId="317"/>
            <ac:spMk id="3" creationId="{0AADB867-4875-EB61-9B59-4D7A4FD82D7A}"/>
          </ac:spMkLst>
        </pc:spChg>
        <pc:spChg chg="mod">
          <ac:chgData name="Hossain, Tanvir" userId="5379524b-2947-4ff6-93a6-0f4602028252" providerId="ADAL" clId="{6F9ADBE3-9A94-4720-8CF8-9A8134603AF5}" dt="2024-12-03T10:00:21.255" v="1574"/>
          <ac:spMkLst>
            <pc:docMk/>
            <pc:sldMk cId="2801828600" sldId="317"/>
            <ac:spMk id="4" creationId="{C2AB3863-E62A-C653-7C11-CAD70BF61AB5}"/>
          </ac:spMkLst>
        </pc:spChg>
        <pc:spChg chg="del">
          <ac:chgData name="Hossain, Tanvir" userId="5379524b-2947-4ff6-93a6-0f4602028252" providerId="ADAL" clId="{6F9ADBE3-9A94-4720-8CF8-9A8134603AF5}" dt="2024-12-03T10:00:13.955" v="1573" actId="478"/>
          <ac:spMkLst>
            <pc:docMk/>
            <pc:sldMk cId="2801828600" sldId="317"/>
            <ac:spMk id="7" creationId="{B38C30BE-3265-E413-E4C5-3F665DAF2388}"/>
          </ac:spMkLst>
        </pc:spChg>
        <pc:spChg chg="del">
          <ac:chgData name="Hossain, Tanvir" userId="5379524b-2947-4ff6-93a6-0f4602028252" providerId="ADAL" clId="{6F9ADBE3-9A94-4720-8CF8-9A8134603AF5}" dt="2024-12-03T10:00:13.955" v="1573" actId="478"/>
          <ac:spMkLst>
            <pc:docMk/>
            <pc:sldMk cId="2801828600" sldId="317"/>
            <ac:spMk id="8" creationId="{C9D7AF8E-4133-7CD6-75AF-49E6594AC311}"/>
          </ac:spMkLst>
        </pc:spChg>
        <pc:spChg chg="del">
          <ac:chgData name="Hossain, Tanvir" userId="5379524b-2947-4ff6-93a6-0f4602028252" providerId="ADAL" clId="{6F9ADBE3-9A94-4720-8CF8-9A8134603AF5}" dt="2024-12-03T10:00:13.955" v="1573" actId="478"/>
          <ac:spMkLst>
            <pc:docMk/>
            <pc:sldMk cId="2801828600" sldId="317"/>
            <ac:spMk id="9" creationId="{C7089752-E105-18B8-A8C7-87C1BB22A5C5}"/>
          </ac:spMkLst>
        </pc:spChg>
        <pc:spChg chg="del">
          <ac:chgData name="Hossain, Tanvir" userId="5379524b-2947-4ff6-93a6-0f4602028252" providerId="ADAL" clId="{6F9ADBE3-9A94-4720-8CF8-9A8134603AF5}" dt="2024-12-03T10:00:13.955" v="1573" actId="478"/>
          <ac:spMkLst>
            <pc:docMk/>
            <pc:sldMk cId="2801828600" sldId="317"/>
            <ac:spMk id="10" creationId="{6A4C80C0-030E-2CF2-5DE5-63B733DF8039}"/>
          </ac:spMkLst>
        </pc:spChg>
        <pc:spChg chg="del">
          <ac:chgData name="Hossain, Tanvir" userId="5379524b-2947-4ff6-93a6-0f4602028252" providerId="ADAL" clId="{6F9ADBE3-9A94-4720-8CF8-9A8134603AF5}" dt="2024-12-03T10:00:13.955" v="1573" actId="478"/>
          <ac:spMkLst>
            <pc:docMk/>
            <pc:sldMk cId="2801828600" sldId="317"/>
            <ac:spMk id="11" creationId="{643FDDAC-306C-543A-DECD-F4E2BD8A27B1}"/>
          </ac:spMkLst>
        </pc:spChg>
        <pc:spChg chg="del">
          <ac:chgData name="Hossain, Tanvir" userId="5379524b-2947-4ff6-93a6-0f4602028252" providerId="ADAL" clId="{6F9ADBE3-9A94-4720-8CF8-9A8134603AF5}" dt="2024-12-03T10:00:13.955" v="1573" actId="478"/>
          <ac:spMkLst>
            <pc:docMk/>
            <pc:sldMk cId="2801828600" sldId="317"/>
            <ac:spMk id="30" creationId="{74980E25-831B-B8B7-DD12-292C080C519F}"/>
          </ac:spMkLst>
        </pc:spChg>
        <pc:cxnChg chg="del mod">
          <ac:chgData name="Hossain, Tanvir" userId="5379524b-2947-4ff6-93a6-0f4602028252" providerId="ADAL" clId="{6F9ADBE3-9A94-4720-8CF8-9A8134603AF5}" dt="2024-12-03T10:00:13.955" v="1573" actId="478"/>
          <ac:cxnSpMkLst>
            <pc:docMk/>
            <pc:sldMk cId="2801828600" sldId="317"/>
            <ac:cxnSpMk id="12" creationId="{4B87FDC1-17EC-EA0D-07AE-92634FB2D6D1}"/>
          </ac:cxnSpMkLst>
        </pc:cxnChg>
        <pc:cxnChg chg="del mod">
          <ac:chgData name="Hossain, Tanvir" userId="5379524b-2947-4ff6-93a6-0f4602028252" providerId="ADAL" clId="{6F9ADBE3-9A94-4720-8CF8-9A8134603AF5}" dt="2024-12-03T10:00:13.955" v="1573" actId="478"/>
          <ac:cxnSpMkLst>
            <pc:docMk/>
            <pc:sldMk cId="2801828600" sldId="317"/>
            <ac:cxnSpMk id="18" creationId="{4FE29DB6-852A-1D20-C0C2-E5EE1D2BB024}"/>
          </ac:cxnSpMkLst>
        </pc:cxnChg>
        <pc:cxnChg chg="del mod">
          <ac:chgData name="Hossain, Tanvir" userId="5379524b-2947-4ff6-93a6-0f4602028252" providerId="ADAL" clId="{6F9ADBE3-9A94-4720-8CF8-9A8134603AF5}" dt="2024-12-03T10:00:13.955" v="1573" actId="478"/>
          <ac:cxnSpMkLst>
            <pc:docMk/>
            <pc:sldMk cId="2801828600" sldId="317"/>
            <ac:cxnSpMk id="22" creationId="{7DAFB46F-36FC-6EE4-8244-7BF90E7E0F26}"/>
          </ac:cxnSpMkLst>
        </pc:cxnChg>
        <pc:cxnChg chg="del mod">
          <ac:chgData name="Hossain, Tanvir" userId="5379524b-2947-4ff6-93a6-0f4602028252" providerId="ADAL" clId="{6F9ADBE3-9A94-4720-8CF8-9A8134603AF5}" dt="2024-12-03T10:00:13.955" v="1573" actId="478"/>
          <ac:cxnSpMkLst>
            <pc:docMk/>
            <pc:sldMk cId="2801828600" sldId="317"/>
            <ac:cxnSpMk id="26" creationId="{107C24D9-6208-E244-0566-2822D71D9F66}"/>
          </ac:cxnSpMkLst>
        </pc:cxnChg>
      </pc:sldChg>
      <pc:sldChg chg="addSp delSp modSp add mod modAnim">
        <pc:chgData name="Hossain, Tanvir" userId="5379524b-2947-4ff6-93a6-0f4602028252" providerId="ADAL" clId="{6F9ADBE3-9A94-4720-8CF8-9A8134603AF5}" dt="2024-12-03T10:37:57.937" v="1906"/>
        <pc:sldMkLst>
          <pc:docMk/>
          <pc:sldMk cId="1731278218" sldId="318"/>
        </pc:sldMkLst>
        <pc:spChg chg="del">
          <ac:chgData name="Hossain, Tanvir" userId="5379524b-2947-4ff6-93a6-0f4602028252" providerId="ADAL" clId="{6F9ADBE3-9A94-4720-8CF8-9A8134603AF5}" dt="2024-12-03T10:01:32.209" v="1591" actId="478"/>
          <ac:spMkLst>
            <pc:docMk/>
            <pc:sldMk cId="1731278218" sldId="318"/>
            <ac:spMk id="3" creationId="{8B80E054-9E1F-3CB9-F771-4AC7670C0814}"/>
          </ac:spMkLst>
        </pc:spChg>
        <pc:spChg chg="mod">
          <ac:chgData name="Hossain, Tanvir" userId="5379524b-2947-4ff6-93a6-0f4602028252" providerId="ADAL" clId="{6F9ADBE3-9A94-4720-8CF8-9A8134603AF5}" dt="2024-12-03T10:01:29.038" v="1590"/>
          <ac:spMkLst>
            <pc:docMk/>
            <pc:sldMk cId="1731278218" sldId="318"/>
            <ac:spMk id="4" creationId="{E8A02FB8-EC4E-DCD0-AA29-CF2C83187FB5}"/>
          </ac:spMkLst>
        </pc:spChg>
        <pc:spChg chg="add mod">
          <ac:chgData name="Hossain, Tanvir" userId="5379524b-2947-4ff6-93a6-0f4602028252" providerId="ADAL" clId="{6F9ADBE3-9A94-4720-8CF8-9A8134603AF5}" dt="2024-12-03T10:28:46.124" v="1723" actId="1076"/>
          <ac:spMkLst>
            <pc:docMk/>
            <pc:sldMk cId="1731278218" sldId="318"/>
            <ac:spMk id="8" creationId="{9C0BDD92-7618-63E8-4EC5-62AEEB1B7857}"/>
          </ac:spMkLst>
        </pc:spChg>
        <pc:spChg chg="add mod">
          <ac:chgData name="Hossain, Tanvir" userId="5379524b-2947-4ff6-93a6-0f4602028252" providerId="ADAL" clId="{6F9ADBE3-9A94-4720-8CF8-9A8134603AF5}" dt="2024-12-03T10:28:46.124" v="1723" actId="1076"/>
          <ac:spMkLst>
            <pc:docMk/>
            <pc:sldMk cId="1731278218" sldId="318"/>
            <ac:spMk id="12" creationId="{2AE0F58F-960A-AF48-8267-15ACC8F80F3B}"/>
          </ac:spMkLst>
        </pc:spChg>
        <pc:spChg chg="add del">
          <ac:chgData name="Hossain, Tanvir" userId="5379524b-2947-4ff6-93a6-0f4602028252" providerId="ADAL" clId="{6F9ADBE3-9A94-4720-8CF8-9A8134603AF5}" dt="2024-12-03T10:27:15.507" v="1688" actId="478"/>
          <ac:spMkLst>
            <pc:docMk/>
            <pc:sldMk cId="1731278218" sldId="318"/>
            <ac:spMk id="23" creationId="{E452A0B7-5A4D-B1E2-BF1F-344F2374678D}"/>
          </ac:spMkLst>
        </pc:spChg>
        <pc:spChg chg="add del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24" creationId="{A77F2376-8170-A525-A40D-3B98DF55E6AF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25" creationId="{D9637200-3A79-CCD3-7AB2-B31009ED5206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26" creationId="{4152A69E-9352-CA27-1738-1CF4B58C5BA8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27" creationId="{EFC91C69-A40A-4757-DA08-14D42D2E56B9}"/>
          </ac:spMkLst>
        </pc:spChg>
        <pc:spChg chg="add del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28" creationId="{C910C7C9-B1C3-E743-8AB0-48BC905349E1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29" creationId="{E16724AA-CFF1-7330-2A4A-4F997BB78C9A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30" creationId="{26774319-BC42-658A-4C4A-9F45852581F8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31" creationId="{133B00A3-1B88-C118-9080-F1F498A8F874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32" creationId="{8E684BBA-AFC2-C1F3-A678-26BD2DDBC88D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33" creationId="{8DA98575-82AC-40B3-0904-9236B91ACDA7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34" creationId="{EDC8E3C4-5C21-3453-4F61-67813CA67BBE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35" creationId="{7CBE815C-2754-A629-8536-6BDFC861C7D2}"/>
          </ac:spMkLst>
        </pc:spChg>
        <pc:spChg chg="add del mod">
          <ac:chgData name="Hossain, Tanvir" userId="5379524b-2947-4ff6-93a6-0f4602028252" providerId="ADAL" clId="{6F9ADBE3-9A94-4720-8CF8-9A8134603AF5}" dt="2024-12-03T10:28:17.650" v="1714" actId="21"/>
          <ac:spMkLst>
            <pc:docMk/>
            <pc:sldMk cId="1731278218" sldId="318"/>
            <ac:spMk id="36" creationId="{8DA84B30-69B5-1688-44D3-8FE97F36F18C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47" creationId="{A77F2376-8170-A525-A40D-3B98DF55E6AF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48" creationId="{D9637200-3A79-CCD3-7AB2-B31009ED5206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49" creationId="{4152A69E-9352-CA27-1738-1CF4B58C5BA8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0" creationId="{EFC91C69-A40A-4757-DA08-14D42D2E56B9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1" creationId="{C910C7C9-B1C3-E743-8AB0-48BC905349E1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2" creationId="{E16724AA-CFF1-7330-2A4A-4F997BB78C9A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3" creationId="{26774319-BC42-658A-4C4A-9F45852581F8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4" creationId="{133B00A3-1B88-C118-9080-F1F498A8F874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5" creationId="{8E684BBA-AFC2-C1F3-A678-26BD2DDBC88D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6" creationId="{8DA98575-82AC-40B3-0904-9236B91ACDA7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7" creationId="{EDC8E3C4-5C21-3453-4F61-67813CA67BBE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8" creationId="{7CBE815C-2754-A629-8536-6BDFC861C7D2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59" creationId="{8DA84B30-69B5-1688-44D3-8FE97F36F18C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60" creationId="{7DC183B6-BD59-C3C7-DA62-66AFD0E196ED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61" creationId="{FA53462F-A173-CAEA-6FE1-3D6677AB6DE1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62" creationId="{7A1B27BE-A0F4-FA33-15C7-BAD4564EFE5D}"/>
          </ac:spMkLst>
        </pc:spChg>
        <pc:spChg chg="add mo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63" creationId="{FEA8BDD5-A1C6-035C-90FD-DE8CEDCB66B3}"/>
          </ac:spMkLst>
        </pc:spChg>
        <pc:spChg chg="add mod or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97" creationId="{BD003040-8AAA-E945-38B5-3F8C17C73F65}"/>
          </ac:spMkLst>
        </pc:spChg>
        <pc:spChg chg="add mod or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98" creationId="{87E456EC-9A7F-05B4-8FDF-CAE49B6EE61D}"/>
          </ac:spMkLst>
        </pc:spChg>
        <pc:spChg chg="add mod or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99" creationId="{751BD118-3023-DE99-CB74-F83A98832292}"/>
          </ac:spMkLst>
        </pc:spChg>
        <pc:spChg chg="add mod ord">
          <ac:chgData name="Hossain, Tanvir" userId="5379524b-2947-4ff6-93a6-0f4602028252" providerId="ADAL" clId="{6F9ADBE3-9A94-4720-8CF8-9A8134603AF5}" dt="2024-12-03T10:37:27.991" v="1902" actId="164"/>
          <ac:spMkLst>
            <pc:docMk/>
            <pc:sldMk cId="1731278218" sldId="318"/>
            <ac:spMk id="100" creationId="{A3C27B84-5FEF-D0C8-68AE-1562E4A5416A}"/>
          </ac:spMkLst>
        </pc:spChg>
        <pc:grpChg chg="add mod">
          <ac:chgData name="Hossain, Tanvir" userId="5379524b-2947-4ff6-93a6-0f4602028252" providerId="ADAL" clId="{6F9ADBE3-9A94-4720-8CF8-9A8134603AF5}" dt="2024-12-03T10:37:27.991" v="1902" actId="164"/>
          <ac:grpSpMkLst>
            <pc:docMk/>
            <pc:sldMk cId="1731278218" sldId="318"/>
            <ac:grpSpMk id="101" creationId="{0B523F42-D69F-DFCB-C05F-23A320E3B274}"/>
          </ac:grpSpMkLst>
        </pc:grpChg>
        <pc:picChg chg="add mod">
          <ac:chgData name="Hossain, Tanvir" userId="5379524b-2947-4ff6-93a6-0f4602028252" providerId="ADAL" clId="{6F9ADBE3-9A94-4720-8CF8-9A8134603AF5}" dt="2024-12-03T10:28:46.124" v="1723" actId="1076"/>
          <ac:picMkLst>
            <pc:docMk/>
            <pc:sldMk cId="1731278218" sldId="318"/>
            <ac:picMk id="5" creationId="{7EAFAD98-9571-0439-84A8-9220E9D14732}"/>
          </ac:picMkLst>
        </pc:picChg>
        <pc:picChg chg="add del mod">
          <ac:chgData name="Hossain, Tanvir" userId="5379524b-2947-4ff6-93a6-0f4602028252" providerId="ADAL" clId="{6F9ADBE3-9A94-4720-8CF8-9A8134603AF5}" dt="2024-12-03T10:05:25.691" v="1601" actId="478"/>
          <ac:picMkLst>
            <pc:docMk/>
            <pc:sldMk cId="1731278218" sldId="318"/>
            <ac:picMk id="7" creationId="{B0DAC9B3-B94A-30FC-66F6-A16ACE771623}"/>
          </ac:picMkLst>
        </pc:picChg>
        <pc:picChg chg="add del">
          <ac:chgData name="Hossain, Tanvir" userId="5379524b-2947-4ff6-93a6-0f4602028252" providerId="ADAL" clId="{6F9ADBE3-9A94-4720-8CF8-9A8134603AF5}" dt="2024-12-03T10:05:42.702" v="1604" actId="22"/>
          <ac:picMkLst>
            <pc:docMk/>
            <pc:sldMk cId="1731278218" sldId="318"/>
            <ac:picMk id="10" creationId="{A8D727C3-27FB-3BFF-FAAA-9EB4A7DBA452}"/>
          </ac:picMkLst>
        </pc:picChg>
        <pc:cxnChg chg="add mod">
          <ac:chgData name="Hossain, Tanvir" userId="5379524b-2947-4ff6-93a6-0f4602028252" providerId="ADAL" clId="{6F9ADBE3-9A94-4720-8CF8-9A8134603AF5}" dt="2024-12-03T10:28:46.124" v="1723" actId="1076"/>
          <ac:cxnSpMkLst>
            <pc:docMk/>
            <pc:sldMk cId="1731278218" sldId="318"/>
            <ac:cxnSpMk id="14" creationId="{5452ABF4-7711-B26A-007B-D05C7A33BC46}"/>
          </ac:cxnSpMkLst>
        </pc:cxnChg>
        <pc:cxnChg chg="add del mod">
          <ac:chgData name="Hossain, Tanvir" userId="5379524b-2947-4ff6-93a6-0f4602028252" providerId="ADAL" clId="{6F9ADBE3-9A94-4720-8CF8-9A8134603AF5}" dt="2024-12-03T10:28:25.101" v="1716" actId="478"/>
          <ac:cxnSpMkLst>
            <pc:docMk/>
            <pc:sldMk cId="1731278218" sldId="318"/>
            <ac:cxnSpMk id="16" creationId="{F6E21DB6-06CB-E2F6-073F-ED2506E79E12}"/>
          </ac:cxnSpMkLst>
        </pc:cxnChg>
        <pc:cxnChg chg="add mod">
          <ac:chgData name="Hossain, Tanvir" userId="5379524b-2947-4ff6-93a6-0f4602028252" providerId="ADAL" clId="{6F9ADBE3-9A94-4720-8CF8-9A8134603AF5}" dt="2024-12-03T10:28:46.124" v="1723" actId="1076"/>
          <ac:cxnSpMkLst>
            <pc:docMk/>
            <pc:sldMk cId="1731278218" sldId="318"/>
            <ac:cxnSpMk id="39" creationId="{B30198B0-2BAC-E1C5-27FB-E453B334A21B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65" creationId="{D9AA9A47-C33B-862B-64E5-4BAE01BAE922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67" creationId="{5B57CDF7-BC2E-3E6A-5BFB-D5BD32C03047}"/>
          </ac:cxnSpMkLst>
        </pc:cxnChg>
        <pc:cxnChg chg="add del mod">
          <ac:chgData name="Hossain, Tanvir" userId="5379524b-2947-4ff6-93a6-0f4602028252" providerId="ADAL" clId="{6F9ADBE3-9A94-4720-8CF8-9A8134603AF5}" dt="2024-12-03T10:33:17.901" v="1808" actId="478"/>
          <ac:cxnSpMkLst>
            <pc:docMk/>
            <pc:sldMk cId="1731278218" sldId="318"/>
            <ac:cxnSpMk id="69" creationId="{72264325-88EC-E193-5DAE-C114779B602C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71" creationId="{5123941F-3D07-6A44-D981-D5DE2E407AD7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73" creationId="{F68ACC09-E14A-9B9A-994F-7A37FC500BF9}"/>
          </ac:cxnSpMkLst>
        </pc:cxnChg>
        <pc:cxnChg chg="add del mod">
          <ac:chgData name="Hossain, Tanvir" userId="5379524b-2947-4ff6-93a6-0f4602028252" providerId="ADAL" clId="{6F9ADBE3-9A94-4720-8CF8-9A8134603AF5}" dt="2024-12-03T10:33:17.901" v="1808" actId="478"/>
          <ac:cxnSpMkLst>
            <pc:docMk/>
            <pc:sldMk cId="1731278218" sldId="318"/>
            <ac:cxnSpMk id="75" creationId="{CDED9475-E395-6761-EF78-75D006EC566C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77" creationId="{5BA8DD93-DF76-0671-C741-3388730D641C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79" creationId="{99C53869-FEEF-1780-EB74-71EF98357954}"/>
          </ac:cxnSpMkLst>
        </pc:cxnChg>
        <pc:cxnChg chg="add del mod">
          <ac:chgData name="Hossain, Tanvir" userId="5379524b-2947-4ff6-93a6-0f4602028252" providerId="ADAL" clId="{6F9ADBE3-9A94-4720-8CF8-9A8134603AF5}" dt="2024-12-03T10:33:17.901" v="1808" actId="478"/>
          <ac:cxnSpMkLst>
            <pc:docMk/>
            <pc:sldMk cId="1731278218" sldId="318"/>
            <ac:cxnSpMk id="81" creationId="{6FF3BF70-4103-CD3F-050D-DCD6DC54278A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83" creationId="{91EE0A36-A2C3-EA32-A70F-2015331E125C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85" creationId="{701E327D-EB00-D62F-1131-5B6BA16AD895}"/>
          </ac:cxnSpMkLst>
        </pc:cxnChg>
        <pc:cxnChg chg="add del mod">
          <ac:chgData name="Hossain, Tanvir" userId="5379524b-2947-4ff6-93a6-0f4602028252" providerId="ADAL" clId="{6F9ADBE3-9A94-4720-8CF8-9A8134603AF5}" dt="2024-12-03T10:33:17.901" v="1808" actId="478"/>
          <ac:cxnSpMkLst>
            <pc:docMk/>
            <pc:sldMk cId="1731278218" sldId="318"/>
            <ac:cxnSpMk id="87" creationId="{3BF5CDBF-EB83-066E-EB06-2B01344E5EC3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90" creationId="{948B10BB-2B33-F3F5-8FB8-03AEB0E49B1A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92" creationId="{8C2DFA02-4542-A879-AF4B-E05FB13BC588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94" creationId="{45D4FB9A-67D7-462E-12F9-9770EB7ADE5A}"/>
          </ac:cxnSpMkLst>
        </pc:cxnChg>
        <pc:cxnChg chg="add mod">
          <ac:chgData name="Hossain, Tanvir" userId="5379524b-2947-4ff6-93a6-0f4602028252" providerId="ADAL" clId="{6F9ADBE3-9A94-4720-8CF8-9A8134603AF5}" dt="2024-12-03T10:37:27.991" v="1902" actId="164"/>
          <ac:cxnSpMkLst>
            <pc:docMk/>
            <pc:sldMk cId="1731278218" sldId="318"/>
            <ac:cxnSpMk id="96" creationId="{DACFC039-65A9-7620-18A5-652CAB214E7C}"/>
          </ac:cxnSpMkLst>
        </pc:cxnChg>
      </pc:sldChg>
      <pc:sldChg chg="addSp delSp modSp add mod delAnim modAnim">
        <pc:chgData name="Hossain, Tanvir" userId="5379524b-2947-4ff6-93a6-0f4602028252" providerId="ADAL" clId="{6F9ADBE3-9A94-4720-8CF8-9A8134603AF5}" dt="2024-12-03T10:56:10.389" v="2005" actId="1076"/>
        <pc:sldMkLst>
          <pc:docMk/>
          <pc:sldMk cId="610282198" sldId="319"/>
        </pc:sldMkLst>
        <pc:spChg chg="mod">
          <ac:chgData name="Hossain, Tanvir" userId="5379524b-2947-4ff6-93a6-0f4602028252" providerId="ADAL" clId="{6F9ADBE3-9A94-4720-8CF8-9A8134603AF5}" dt="2024-12-03T10:44:45.816" v="1914" actId="2711"/>
          <ac:spMkLst>
            <pc:docMk/>
            <pc:sldMk cId="610282198" sldId="319"/>
            <ac:spMk id="4" creationId="{A6931371-A886-5ED0-7E89-772C5C4674F3}"/>
          </ac:spMkLst>
        </pc:spChg>
        <pc:spChg chg="del">
          <ac:chgData name="Hossain, Tanvir" userId="5379524b-2947-4ff6-93a6-0f4602028252" providerId="ADAL" clId="{6F9ADBE3-9A94-4720-8CF8-9A8134603AF5}" dt="2024-12-03T10:40:05.484" v="1908" actId="478"/>
          <ac:spMkLst>
            <pc:docMk/>
            <pc:sldMk cId="610282198" sldId="319"/>
            <ac:spMk id="8" creationId="{4E646EE8-492E-0A49-9EDD-7642DA65D566}"/>
          </ac:spMkLst>
        </pc:spChg>
        <pc:spChg chg="add del mod">
          <ac:chgData name="Hossain, Tanvir" userId="5379524b-2947-4ff6-93a6-0f4602028252" providerId="ADAL" clId="{6F9ADBE3-9A94-4720-8CF8-9A8134603AF5}" dt="2024-12-03T10:49:36.352" v="1940" actId="478"/>
          <ac:spMkLst>
            <pc:docMk/>
            <pc:sldMk cId="610282198" sldId="319"/>
            <ac:spMk id="9" creationId="{D152C908-6CD2-3E57-1680-17211C251944}"/>
          </ac:spMkLst>
        </pc:spChg>
        <pc:spChg chg="add mod">
          <ac:chgData name="Hossain, Tanvir" userId="5379524b-2947-4ff6-93a6-0f4602028252" providerId="ADAL" clId="{6F9ADBE3-9A94-4720-8CF8-9A8134603AF5}" dt="2024-12-03T10:50:56.803" v="1973" actId="20577"/>
          <ac:spMkLst>
            <pc:docMk/>
            <pc:sldMk cId="610282198" sldId="319"/>
            <ac:spMk id="11" creationId="{F6992E68-961A-F62D-42AD-23CD02B0631F}"/>
          </ac:spMkLst>
        </pc:spChg>
        <pc:spChg chg="del">
          <ac:chgData name="Hossain, Tanvir" userId="5379524b-2947-4ff6-93a6-0f4602028252" providerId="ADAL" clId="{6F9ADBE3-9A94-4720-8CF8-9A8134603AF5}" dt="2024-12-03T10:40:05.484" v="1908" actId="478"/>
          <ac:spMkLst>
            <pc:docMk/>
            <pc:sldMk cId="610282198" sldId="319"/>
            <ac:spMk id="12" creationId="{6AAF2823-B88E-E22B-73A6-0D181D7B18F9}"/>
          </ac:spMkLst>
        </pc:spChg>
        <pc:spChg chg="add mod">
          <ac:chgData name="Hossain, Tanvir" userId="5379524b-2947-4ff6-93a6-0f4602028252" providerId="ADAL" clId="{6F9ADBE3-9A94-4720-8CF8-9A8134603AF5}" dt="2024-12-03T10:56:10.389" v="2005" actId="1076"/>
          <ac:spMkLst>
            <pc:docMk/>
            <pc:sldMk cId="610282198" sldId="319"/>
            <ac:spMk id="15" creationId="{80DF73E3-91F2-D51E-2F85-BC6838F7103C}"/>
          </ac:spMkLst>
        </pc:spChg>
        <pc:spChg chg="add mod">
          <ac:chgData name="Hossain, Tanvir" userId="5379524b-2947-4ff6-93a6-0f4602028252" providerId="ADAL" clId="{6F9ADBE3-9A94-4720-8CF8-9A8134603AF5}" dt="2024-12-03T10:56:10.389" v="2005" actId="1076"/>
          <ac:spMkLst>
            <pc:docMk/>
            <pc:sldMk cId="610282198" sldId="319"/>
            <ac:spMk id="17" creationId="{38892787-DD72-1B4D-7F03-D897F2B0BEAE}"/>
          </ac:spMkLst>
        </pc:spChg>
        <pc:spChg chg="mod topLvl">
          <ac:chgData name="Hossain, Tanvir" userId="5379524b-2947-4ff6-93a6-0f4602028252" providerId="ADAL" clId="{6F9ADBE3-9A94-4720-8CF8-9A8134603AF5}" dt="2024-12-03T10:49:04.179" v="1934" actId="164"/>
          <ac:spMkLst>
            <pc:docMk/>
            <pc:sldMk cId="610282198" sldId="319"/>
            <ac:spMk id="47" creationId="{5117F0A4-D5B7-6A92-6E7A-1C2BBB359076}"/>
          </ac:spMkLst>
        </pc:spChg>
        <pc:spChg chg="mod topLvl">
          <ac:chgData name="Hossain, Tanvir" userId="5379524b-2947-4ff6-93a6-0f4602028252" providerId="ADAL" clId="{6F9ADBE3-9A94-4720-8CF8-9A8134603AF5}" dt="2024-12-03T10:49:04.179" v="1934" actId="164"/>
          <ac:spMkLst>
            <pc:docMk/>
            <pc:sldMk cId="610282198" sldId="319"/>
            <ac:spMk id="48" creationId="{AA1CCEC2-91DF-483E-E362-C6765539D1A8}"/>
          </ac:spMkLst>
        </pc:spChg>
        <pc:spChg chg="mod topLvl">
          <ac:chgData name="Hossain, Tanvir" userId="5379524b-2947-4ff6-93a6-0f4602028252" providerId="ADAL" clId="{6F9ADBE3-9A94-4720-8CF8-9A8134603AF5}" dt="2024-12-03T10:49:04.179" v="1934" actId="164"/>
          <ac:spMkLst>
            <pc:docMk/>
            <pc:sldMk cId="610282198" sldId="319"/>
            <ac:spMk id="49" creationId="{CE2F0BC7-F04A-A367-5317-CE6D5515C1EB}"/>
          </ac:spMkLst>
        </pc:spChg>
        <pc:spChg chg="mod topLvl">
          <ac:chgData name="Hossain, Tanvir" userId="5379524b-2947-4ff6-93a6-0f4602028252" providerId="ADAL" clId="{6F9ADBE3-9A94-4720-8CF8-9A8134603AF5}" dt="2024-12-03T10:49:04.179" v="1934" actId="164"/>
          <ac:spMkLst>
            <pc:docMk/>
            <pc:sldMk cId="610282198" sldId="319"/>
            <ac:spMk id="50" creationId="{1581FEB2-62F9-55BB-3F91-B99CB339AA9A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1" creationId="{C5FCF9FE-1B04-4066-5925-A87D2A107FCC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2" creationId="{E0B2C1D8-BE46-665B-25F5-8FBC4FB67C55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3" creationId="{045DD22D-B21D-5B85-E5B9-4C9C1CA0D7CF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4" creationId="{C7588B4F-D78B-A244-B1D0-5CF7C35C67C9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5" creationId="{4C40EF55-5881-5669-CCA2-CE3DF1B0C7B4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6" creationId="{23F57CEB-9429-BDDD-240F-EF8DA27C7470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7" creationId="{1ECFB27D-AE04-2ED3-AAB3-1EF0AD73583B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58" creationId="{530EBD76-1C8C-BA4A-52E4-C217EEE31830}"/>
          </ac:spMkLst>
        </pc:spChg>
        <pc:spChg chg="del mod topLvl">
          <ac:chgData name="Hossain, Tanvir" userId="5379524b-2947-4ff6-93a6-0f4602028252" providerId="ADAL" clId="{6F9ADBE3-9A94-4720-8CF8-9A8134603AF5}" dt="2024-12-03T10:45:18.910" v="1916" actId="478"/>
          <ac:spMkLst>
            <pc:docMk/>
            <pc:sldMk cId="610282198" sldId="319"/>
            <ac:spMk id="59" creationId="{E98085A3-6C69-0D35-7F23-95B20BF7CDF3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60" creationId="{21ED849C-9F4F-42DF-09B8-9B1D766CD107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61" creationId="{2C67D158-95F2-399D-D8EA-EF20BE247351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62" creationId="{F992C6DA-8603-E9E4-3690-DE2F4545C5C0}"/>
          </ac:spMkLst>
        </pc:spChg>
        <pc:spChg chg="del mod topLvl">
          <ac:chgData name="Hossain, Tanvir" userId="5379524b-2947-4ff6-93a6-0f4602028252" providerId="ADAL" clId="{6F9ADBE3-9A94-4720-8CF8-9A8134603AF5}" dt="2024-12-03T10:45:27.058" v="1918" actId="478"/>
          <ac:spMkLst>
            <pc:docMk/>
            <pc:sldMk cId="610282198" sldId="319"/>
            <ac:spMk id="63" creationId="{91ECA212-45B0-1D5F-9270-0A1F6FFFB188}"/>
          </ac:spMkLst>
        </pc:spChg>
        <pc:spChg chg="del mod topLvl">
          <ac:chgData name="Hossain, Tanvir" userId="5379524b-2947-4ff6-93a6-0f4602028252" providerId="ADAL" clId="{6F9ADBE3-9A94-4720-8CF8-9A8134603AF5}" dt="2024-12-03T10:45:24.505" v="1917" actId="478"/>
          <ac:spMkLst>
            <pc:docMk/>
            <pc:sldMk cId="610282198" sldId="319"/>
            <ac:spMk id="97" creationId="{D0215C09-CEDD-3F42-8367-2ACE2AE72DCA}"/>
          </ac:spMkLst>
        </pc:spChg>
        <pc:spChg chg="del mod topLvl">
          <ac:chgData name="Hossain, Tanvir" userId="5379524b-2947-4ff6-93a6-0f4602028252" providerId="ADAL" clId="{6F9ADBE3-9A94-4720-8CF8-9A8134603AF5}" dt="2024-12-03T10:45:24.505" v="1917" actId="478"/>
          <ac:spMkLst>
            <pc:docMk/>
            <pc:sldMk cId="610282198" sldId="319"/>
            <ac:spMk id="98" creationId="{E4C29591-83DE-AFFE-D9AE-E1410C0A8BDF}"/>
          </ac:spMkLst>
        </pc:spChg>
        <pc:spChg chg="del mod topLvl">
          <ac:chgData name="Hossain, Tanvir" userId="5379524b-2947-4ff6-93a6-0f4602028252" providerId="ADAL" clId="{6F9ADBE3-9A94-4720-8CF8-9A8134603AF5}" dt="2024-12-03T10:45:28.373" v="1919" actId="478"/>
          <ac:spMkLst>
            <pc:docMk/>
            <pc:sldMk cId="610282198" sldId="319"/>
            <ac:spMk id="99" creationId="{1ED62D30-CFEA-912D-9F0C-56FEF82C8D82}"/>
          </ac:spMkLst>
        </pc:spChg>
        <pc:spChg chg="del mod topLvl">
          <ac:chgData name="Hossain, Tanvir" userId="5379524b-2947-4ff6-93a6-0f4602028252" providerId="ADAL" clId="{6F9ADBE3-9A94-4720-8CF8-9A8134603AF5}" dt="2024-12-03T10:45:24.505" v="1917" actId="478"/>
          <ac:spMkLst>
            <pc:docMk/>
            <pc:sldMk cId="610282198" sldId="319"/>
            <ac:spMk id="100" creationId="{B36CBA5D-BA06-6BA6-A0BA-2D47C6E50DCA}"/>
          </ac:spMkLst>
        </pc:spChg>
        <pc:grpChg chg="add mod">
          <ac:chgData name="Hossain, Tanvir" userId="5379524b-2947-4ff6-93a6-0f4602028252" providerId="ADAL" clId="{6F9ADBE3-9A94-4720-8CF8-9A8134603AF5}" dt="2024-12-03T10:49:07.408" v="1935" actId="1076"/>
          <ac:grpSpMkLst>
            <pc:docMk/>
            <pc:sldMk cId="610282198" sldId="319"/>
            <ac:grpSpMk id="6" creationId="{CDD74E91-CD79-D0AD-E2B4-B76DD1365CC5}"/>
          </ac:grpSpMkLst>
        </pc:grpChg>
        <pc:grpChg chg="del mod">
          <ac:chgData name="Hossain, Tanvir" userId="5379524b-2947-4ff6-93a6-0f4602028252" providerId="ADAL" clId="{6F9ADBE3-9A94-4720-8CF8-9A8134603AF5}" dt="2024-12-03T10:45:15.015" v="1915" actId="165"/>
          <ac:grpSpMkLst>
            <pc:docMk/>
            <pc:sldMk cId="610282198" sldId="319"/>
            <ac:grpSpMk id="101" creationId="{4E5F61B0-DE18-C008-B8FD-296F115EF058}"/>
          </ac:grpSpMkLst>
        </pc:grpChg>
        <pc:picChg chg="add mod">
          <ac:chgData name="Hossain, Tanvir" userId="5379524b-2947-4ff6-93a6-0f4602028252" providerId="ADAL" clId="{6F9ADBE3-9A94-4720-8CF8-9A8134603AF5}" dt="2024-12-03T10:51:01.399" v="1974" actId="1076"/>
          <ac:picMkLst>
            <pc:docMk/>
            <pc:sldMk cId="610282198" sldId="319"/>
            <ac:picMk id="3" creationId="{98B52ACD-CA73-47A8-D46B-6A236FDB8EFF}"/>
          </ac:picMkLst>
        </pc:picChg>
        <pc:picChg chg="del">
          <ac:chgData name="Hossain, Tanvir" userId="5379524b-2947-4ff6-93a6-0f4602028252" providerId="ADAL" clId="{6F9ADBE3-9A94-4720-8CF8-9A8134603AF5}" dt="2024-12-03T10:40:05.484" v="1908" actId="478"/>
          <ac:picMkLst>
            <pc:docMk/>
            <pc:sldMk cId="610282198" sldId="319"/>
            <ac:picMk id="5" creationId="{8FF5D09F-1689-EBE6-1019-1E278953F32B}"/>
          </ac:picMkLst>
        </pc:picChg>
        <pc:cxnChg chg="del mod">
          <ac:chgData name="Hossain, Tanvir" userId="5379524b-2947-4ff6-93a6-0f4602028252" providerId="ADAL" clId="{6F9ADBE3-9A94-4720-8CF8-9A8134603AF5}" dt="2024-12-03T10:40:05.484" v="1908" actId="478"/>
          <ac:cxnSpMkLst>
            <pc:docMk/>
            <pc:sldMk cId="610282198" sldId="319"/>
            <ac:cxnSpMk id="14" creationId="{0B9B83FD-FD9E-63B4-DE74-8BB5F67B9315}"/>
          </ac:cxnSpMkLst>
        </pc:cxnChg>
        <pc:cxnChg chg="add mod">
          <ac:chgData name="Hossain, Tanvir" userId="5379524b-2947-4ff6-93a6-0f4602028252" providerId="ADAL" clId="{6F9ADBE3-9A94-4720-8CF8-9A8134603AF5}" dt="2024-12-03T10:56:10.389" v="2005" actId="1076"/>
          <ac:cxnSpMkLst>
            <pc:docMk/>
            <pc:sldMk cId="610282198" sldId="319"/>
            <ac:cxnSpMk id="19" creationId="{65C8E975-560B-5495-00CB-4D37BD01CECE}"/>
          </ac:cxnSpMkLst>
        </pc:cxnChg>
        <pc:cxnChg chg="del mod">
          <ac:chgData name="Hossain, Tanvir" userId="5379524b-2947-4ff6-93a6-0f4602028252" providerId="ADAL" clId="{6F9ADBE3-9A94-4720-8CF8-9A8134603AF5}" dt="2024-12-03T10:40:07.014" v="1909" actId="478"/>
          <ac:cxnSpMkLst>
            <pc:docMk/>
            <pc:sldMk cId="610282198" sldId="319"/>
            <ac:cxnSpMk id="39" creationId="{5C26D263-75F0-00DB-A8CC-EFEA3BEE29FF}"/>
          </ac:cxnSpMkLst>
        </pc:cxnChg>
        <pc:cxnChg chg="del mod topLvl">
          <ac:chgData name="Hossain, Tanvir" userId="5379524b-2947-4ff6-93a6-0f4602028252" providerId="ADAL" clId="{6F9ADBE3-9A94-4720-8CF8-9A8134603AF5}" dt="2024-12-03T10:45:33.340" v="1920" actId="478"/>
          <ac:cxnSpMkLst>
            <pc:docMk/>
            <pc:sldMk cId="610282198" sldId="319"/>
            <ac:cxnSpMk id="65" creationId="{45E9611C-7227-E6D5-F898-1916BB6F577B}"/>
          </ac:cxnSpMkLst>
        </pc:cxnChg>
        <pc:cxnChg chg="del mod topLvl">
          <ac:chgData name="Hossain, Tanvir" userId="5379524b-2947-4ff6-93a6-0f4602028252" providerId="ADAL" clId="{6F9ADBE3-9A94-4720-8CF8-9A8134603AF5}" dt="2024-12-03T10:45:27.058" v="1918" actId="478"/>
          <ac:cxnSpMkLst>
            <pc:docMk/>
            <pc:sldMk cId="610282198" sldId="319"/>
            <ac:cxnSpMk id="67" creationId="{0A2FA0EE-CFD1-BD7E-ADEC-7379195CC6A2}"/>
          </ac:cxnSpMkLst>
        </pc:cxnChg>
        <pc:cxnChg chg="del mod topLvl">
          <ac:chgData name="Hossain, Tanvir" userId="5379524b-2947-4ff6-93a6-0f4602028252" providerId="ADAL" clId="{6F9ADBE3-9A94-4720-8CF8-9A8134603AF5}" dt="2024-12-03T10:45:33.340" v="1920" actId="478"/>
          <ac:cxnSpMkLst>
            <pc:docMk/>
            <pc:sldMk cId="610282198" sldId="319"/>
            <ac:cxnSpMk id="71" creationId="{BF3A3D6C-165F-0878-F57E-AEC4CC95D29C}"/>
          </ac:cxnSpMkLst>
        </pc:cxnChg>
        <pc:cxnChg chg="del mod topLvl">
          <ac:chgData name="Hossain, Tanvir" userId="5379524b-2947-4ff6-93a6-0f4602028252" providerId="ADAL" clId="{6F9ADBE3-9A94-4720-8CF8-9A8134603AF5}" dt="2024-12-03T10:45:27.058" v="1918" actId="478"/>
          <ac:cxnSpMkLst>
            <pc:docMk/>
            <pc:sldMk cId="610282198" sldId="319"/>
            <ac:cxnSpMk id="73" creationId="{E78A8491-09E7-CB4C-79FF-C7E78EB87829}"/>
          </ac:cxnSpMkLst>
        </pc:cxnChg>
        <pc:cxnChg chg="del mod topLvl">
          <ac:chgData name="Hossain, Tanvir" userId="5379524b-2947-4ff6-93a6-0f4602028252" providerId="ADAL" clId="{6F9ADBE3-9A94-4720-8CF8-9A8134603AF5}" dt="2024-12-03T10:45:33.340" v="1920" actId="478"/>
          <ac:cxnSpMkLst>
            <pc:docMk/>
            <pc:sldMk cId="610282198" sldId="319"/>
            <ac:cxnSpMk id="77" creationId="{6F721823-7556-5313-F89C-274AA73DF14C}"/>
          </ac:cxnSpMkLst>
        </pc:cxnChg>
        <pc:cxnChg chg="del mod topLvl">
          <ac:chgData name="Hossain, Tanvir" userId="5379524b-2947-4ff6-93a6-0f4602028252" providerId="ADAL" clId="{6F9ADBE3-9A94-4720-8CF8-9A8134603AF5}" dt="2024-12-03T10:45:27.058" v="1918" actId="478"/>
          <ac:cxnSpMkLst>
            <pc:docMk/>
            <pc:sldMk cId="610282198" sldId="319"/>
            <ac:cxnSpMk id="79" creationId="{975BE42D-C769-BCAF-6C3F-46998377407E}"/>
          </ac:cxnSpMkLst>
        </pc:cxnChg>
        <pc:cxnChg chg="del mod topLvl">
          <ac:chgData name="Hossain, Tanvir" userId="5379524b-2947-4ff6-93a6-0f4602028252" providerId="ADAL" clId="{6F9ADBE3-9A94-4720-8CF8-9A8134603AF5}" dt="2024-12-03T10:45:33.340" v="1920" actId="478"/>
          <ac:cxnSpMkLst>
            <pc:docMk/>
            <pc:sldMk cId="610282198" sldId="319"/>
            <ac:cxnSpMk id="83" creationId="{FD7F09C6-B835-8BB0-16D1-6F0A588849AB}"/>
          </ac:cxnSpMkLst>
        </pc:cxnChg>
        <pc:cxnChg chg="del mod topLvl">
          <ac:chgData name="Hossain, Tanvir" userId="5379524b-2947-4ff6-93a6-0f4602028252" providerId="ADAL" clId="{6F9ADBE3-9A94-4720-8CF8-9A8134603AF5}" dt="2024-12-03T10:45:27.058" v="1918" actId="478"/>
          <ac:cxnSpMkLst>
            <pc:docMk/>
            <pc:sldMk cId="610282198" sldId="319"/>
            <ac:cxnSpMk id="85" creationId="{D9858FC6-6A07-EE67-0A53-BAEA4CF3A169}"/>
          </ac:cxnSpMkLst>
        </pc:cxnChg>
        <pc:cxnChg chg="del mod topLvl">
          <ac:chgData name="Hossain, Tanvir" userId="5379524b-2947-4ff6-93a6-0f4602028252" providerId="ADAL" clId="{6F9ADBE3-9A94-4720-8CF8-9A8134603AF5}" dt="2024-12-03T10:45:24.505" v="1917" actId="478"/>
          <ac:cxnSpMkLst>
            <pc:docMk/>
            <pc:sldMk cId="610282198" sldId="319"/>
            <ac:cxnSpMk id="90" creationId="{7B41A49F-FB1E-6EB0-BFD8-CAB6CF4A2760}"/>
          </ac:cxnSpMkLst>
        </pc:cxnChg>
        <pc:cxnChg chg="del mod topLvl">
          <ac:chgData name="Hossain, Tanvir" userId="5379524b-2947-4ff6-93a6-0f4602028252" providerId="ADAL" clId="{6F9ADBE3-9A94-4720-8CF8-9A8134603AF5}" dt="2024-12-03T10:45:24.505" v="1917" actId="478"/>
          <ac:cxnSpMkLst>
            <pc:docMk/>
            <pc:sldMk cId="610282198" sldId="319"/>
            <ac:cxnSpMk id="92" creationId="{74739F27-3036-D7A7-C16B-964A5646E9EA}"/>
          </ac:cxnSpMkLst>
        </pc:cxnChg>
        <pc:cxnChg chg="del mod topLvl">
          <ac:chgData name="Hossain, Tanvir" userId="5379524b-2947-4ff6-93a6-0f4602028252" providerId="ADAL" clId="{6F9ADBE3-9A94-4720-8CF8-9A8134603AF5}" dt="2024-12-03T10:45:24.505" v="1917" actId="478"/>
          <ac:cxnSpMkLst>
            <pc:docMk/>
            <pc:sldMk cId="610282198" sldId="319"/>
            <ac:cxnSpMk id="94" creationId="{B682E3BE-0850-5EEB-182A-70D0787DE99E}"/>
          </ac:cxnSpMkLst>
        </pc:cxnChg>
        <pc:cxnChg chg="del mod topLvl">
          <ac:chgData name="Hossain, Tanvir" userId="5379524b-2947-4ff6-93a6-0f4602028252" providerId="ADAL" clId="{6F9ADBE3-9A94-4720-8CF8-9A8134603AF5}" dt="2024-12-03T10:45:24.505" v="1917" actId="478"/>
          <ac:cxnSpMkLst>
            <pc:docMk/>
            <pc:sldMk cId="610282198" sldId="319"/>
            <ac:cxnSpMk id="96" creationId="{3ACEDFD3-08F6-02B6-10BF-56AE196DC598}"/>
          </ac:cxnSpMkLst>
        </pc:cxnChg>
      </pc:sldChg>
      <pc:sldChg chg="addSp delSp modSp add mod modAnim">
        <pc:chgData name="Hossain, Tanvir" userId="5379524b-2947-4ff6-93a6-0f4602028252" providerId="ADAL" clId="{6F9ADBE3-9A94-4720-8CF8-9A8134603AF5}" dt="2024-12-03T11:04:56.977" v="2255" actId="207"/>
        <pc:sldMkLst>
          <pc:docMk/>
          <pc:sldMk cId="4207851127" sldId="320"/>
        </pc:sldMkLst>
        <pc:spChg chg="add mod">
          <ac:chgData name="Hossain, Tanvir" userId="5379524b-2947-4ff6-93a6-0f4602028252" providerId="ADAL" clId="{6F9ADBE3-9A94-4720-8CF8-9A8134603AF5}" dt="2024-12-03T11:01:24.303" v="2072" actId="1076"/>
          <ac:spMkLst>
            <pc:docMk/>
            <pc:sldMk cId="4207851127" sldId="320"/>
            <ac:spMk id="10" creationId="{DC5634A2-2A91-E982-BC6D-EED030D10AFF}"/>
          </ac:spMkLst>
        </pc:spChg>
        <pc:spChg chg="del">
          <ac:chgData name="Hossain, Tanvir" userId="5379524b-2947-4ff6-93a6-0f4602028252" providerId="ADAL" clId="{6F9ADBE3-9A94-4720-8CF8-9A8134603AF5}" dt="2024-12-03T10:56:22.040" v="2007" actId="478"/>
          <ac:spMkLst>
            <pc:docMk/>
            <pc:sldMk cId="4207851127" sldId="320"/>
            <ac:spMk id="11" creationId="{B49EE99E-9EC2-A182-06EC-8BAC145B3715}"/>
          </ac:spMkLst>
        </pc:spChg>
        <pc:spChg chg="add del mod topLvl">
          <ac:chgData name="Hossain, Tanvir" userId="5379524b-2947-4ff6-93a6-0f4602028252" providerId="ADAL" clId="{6F9ADBE3-9A94-4720-8CF8-9A8134603AF5}" dt="2024-12-03T11:04:25.017" v="2224" actId="692"/>
          <ac:spMkLst>
            <pc:docMk/>
            <pc:sldMk cId="4207851127" sldId="320"/>
            <ac:spMk id="13" creationId="{FE6022C1-0993-F0CD-6A38-4519929D80BB}"/>
          </ac:spMkLst>
        </pc:spChg>
        <pc:spChg chg="add del mod topLvl">
          <ac:chgData name="Hossain, Tanvir" userId="5379524b-2947-4ff6-93a6-0f4602028252" providerId="ADAL" clId="{6F9ADBE3-9A94-4720-8CF8-9A8134603AF5}" dt="2024-12-03T11:04:25.017" v="2224" actId="692"/>
          <ac:spMkLst>
            <pc:docMk/>
            <pc:sldMk cId="4207851127" sldId="320"/>
            <ac:spMk id="14" creationId="{421A0176-BB88-95C2-98A9-941DC5EA8760}"/>
          </ac:spMkLst>
        </pc:spChg>
        <pc:spChg chg="del">
          <ac:chgData name="Hossain, Tanvir" userId="5379524b-2947-4ff6-93a6-0f4602028252" providerId="ADAL" clId="{6F9ADBE3-9A94-4720-8CF8-9A8134603AF5}" dt="2024-12-03T10:56:22.040" v="2007" actId="478"/>
          <ac:spMkLst>
            <pc:docMk/>
            <pc:sldMk cId="4207851127" sldId="320"/>
            <ac:spMk id="15" creationId="{0BC1D499-F27E-5C64-3CF1-C9328F88CF57}"/>
          </ac:spMkLst>
        </pc:spChg>
        <pc:spChg chg="add del mod topLvl">
          <ac:chgData name="Hossain, Tanvir" userId="5379524b-2947-4ff6-93a6-0f4602028252" providerId="ADAL" clId="{6F9ADBE3-9A94-4720-8CF8-9A8134603AF5}" dt="2024-12-03T11:04:25.017" v="2224" actId="692"/>
          <ac:spMkLst>
            <pc:docMk/>
            <pc:sldMk cId="4207851127" sldId="320"/>
            <ac:spMk id="16" creationId="{7A175CF1-AB6C-C703-C27B-D1C1718DEECC}"/>
          </ac:spMkLst>
        </pc:spChg>
        <pc:spChg chg="del">
          <ac:chgData name="Hossain, Tanvir" userId="5379524b-2947-4ff6-93a6-0f4602028252" providerId="ADAL" clId="{6F9ADBE3-9A94-4720-8CF8-9A8134603AF5}" dt="2024-12-03T10:56:22.040" v="2007" actId="478"/>
          <ac:spMkLst>
            <pc:docMk/>
            <pc:sldMk cId="4207851127" sldId="320"/>
            <ac:spMk id="17" creationId="{D2B8CE47-031B-B3DA-EE3F-B99F1652CE4C}"/>
          </ac:spMkLst>
        </pc:spChg>
        <pc:spChg chg="mod topLvl">
          <ac:chgData name="Hossain, Tanvir" userId="5379524b-2947-4ff6-93a6-0f4602028252" providerId="ADAL" clId="{6F9ADBE3-9A94-4720-8CF8-9A8134603AF5}" dt="2024-12-03T11:03:30.310" v="2169" actId="165"/>
          <ac:spMkLst>
            <pc:docMk/>
            <pc:sldMk cId="4207851127" sldId="320"/>
            <ac:spMk id="18" creationId="{666C3CCB-227D-CEB4-10D7-611854190C1E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20" creationId="{45E57433-AE85-DF51-D618-84799E275795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21" creationId="{04FCC27E-B2BE-426A-3945-E8B2B61BA5B0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22" creationId="{CB3F79D3-9273-9AC1-509A-85CC34BBF166}"/>
          </ac:spMkLst>
        </pc:spChg>
        <pc:spChg chg="mod topLvl">
          <ac:chgData name="Hossain, Tanvir" userId="5379524b-2947-4ff6-93a6-0f4602028252" providerId="ADAL" clId="{6F9ADBE3-9A94-4720-8CF8-9A8134603AF5}" dt="2024-12-03T11:03:30.310" v="2169" actId="165"/>
          <ac:spMkLst>
            <pc:docMk/>
            <pc:sldMk cId="4207851127" sldId="320"/>
            <ac:spMk id="23" creationId="{CB8E5092-CC77-CEC1-A370-5F73B6CBD53F}"/>
          </ac:spMkLst>
        </pc:spChg>
        <pc:spChg chg="mod topLvl">
          <ac:chgData name="Hossain, Tanvir" userId="5379524b-2947-4ff6-93a6-0f4602028252" providerId="ADAL" clId="{6F9ADBE3-9A94-4720-8CF8-9A8134603AF5}" dt="2024-12-03T11:03:30.310" v="2169" actId="165"/>
          <ac:spMkLst>
            <pc:docMk/>
            <pc:sldMk cId="4207851127" sldId="320"/>
            <ac:spMk id="24" creationId="{E86C90F0-EC6A-BEEC-9077-23025269965A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25" creationId="{F821B7F5-55AB-8878-D496-DBDDE152B136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26" creationId="{D592ED53-9766-9329-8738-47AC66B0C676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27" creationId="{1EE618CB-A660-E45D-86D4-25E91B1DE8B2}"/>
          </ac:spMkLst>
        </pc:spChg>
        <pc:spChg chg="mod topLvl">
          <ac:chgData name="Hossain, Tanvir" userId="5379524b-2947-4ff6-93a6-0f4602028252" providerId="ADAL" clId="{6F9ADBE3-9A94-4720-8CF8-9A8134603AF5}" dt="2024-12-03T11:03:30.310" v="2169" actId="165"/>
          <ac:spMkLst>
            <pc:docMk/>
            <pc:sldMk cId="4207851127" sldId="320"/>
            <ac:spMk id="28" creationId="{91535B29-E3AE-5B52-7CEB-EDAF66DB9EE8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29" creationId="{FD2114B0-904A-D0DE-E1C3-B0D3AD6BFE98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30" creationId="{08157308-A4AD-F22E-98F3-81BA3D374F43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31" creationId="{87BB7418-0A6A-BFFC-B715-F48B3BE7B0E5}"/>
          </ac:spMkLst>
        </pc:spChg>
        <pc:spChg chg="mod topLvl">
          <ac:chgData name="Hossain, Tanvir" userId="5379524b-2947-4ff6-93a6-0f4602028252" providerId="ADAL" clId="{6F9ADBE3-9A94-4720-8CF8-9A8134603AF5}" dt="2024-12-03T11:03:30.310" v="2169" actId="165"/>
          <ac:spMkLst>
            <pc:docMk/>
            <pc:sldMk cId="4207851127" sldId="320"/>
            <ac:spMk id="32" creationId="{4439BE15-EF84-F3A6-8AD0-6EC3CB74AD9D}"/>
          </ac:spMkLst>
        </pc:spChg>
        <pc:spChg chg="mod topLvl">
          <ac:chgData name="Hossain, Tanvir" userId="5379524b-2947-4ff6-93a6-0f4602028252" providerId="ADAL" clId="{6F9ADBE3-9A94-4720-8CF8-9A8134603AF5}" dt="2024-12-03T11:03:30.310" v="2169" actId="165"/>
          <ac:spMkLst>
            <pc:docMk/>
            <pc:sldMk cId="4207851127" sldId="320"/>
            <ac:spMk id="33" creationId="{17852DFE-8DBC-C6F2-0DEA-C28B54E7C974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34" creationId="{41A40F22-8193-B4A7-CB8B-AC7FE6B00B63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35" creationId="{DAC784D3-AA2C-CEFD-520F-8832F4EA531A}"/>
          </ac:spMkLst>
        </pc:spChg>
        <pc:spChg chg="add del mod topLvl">
          <ac:chgData name="Hossain, Tanvir" userId="5379524b-2947-4ff6-93a6-0f4602028252" providerId="ADAL" clId="{6F9ADBE3-9A94-4720-8CF8-9A8134603AF5}" dt="2024-12-03T11:04:56.977" v="2255" actId="207"/>
          <ac:spMkLst>
            <pc:docMk/>
            <pc:sldMk cId="4207851127" sldId="320"/>
            <ac:spMk id="36" creationId="{2152A518-56C1-90F5-AACD-B5871725A930}"/>
          </ac:spMkLst>
        </pc:spChg>
        <pc:grpChg chg="del">
          <ac:chgData name="Hossain, Tanvir" userId="5379524b-2947-4ff6-93a6-0f4602028252" providerId="ADAL" clId="{6F9ADBE3-9A94-4720-8CF8-9A8134603AF5}" dt="2024-12-03T10:56:22.040" v="2007" actId="478"/>
          <ac:grpSpMkLst>
            <pc:docMk/>
            <pc:sldMk cId="4207851127" sldId="320"/>
            <ac:grpSpMk id="6" creationId="{00CDF655-ACC2-BA70-C861-09CAEE5D81A2}"/>
          </ac:grpSpMkLst>
        </pc:grpChg>
        <pc:grpChg chg="add del mod">
          <ac:chgData name="Hossain, Tanvir" userId="5379524b-2947-4ff6-93a6-0f4602028252" providerId="ADAL" clId="{6F9ADBE3-9A94-4720-8CF8-9A8134603AF5}" dt="2024-12-03T11:00:11.566" v="2044" actId="165"/>
          <ac:grpSpMkLst>
            <pc:docMk/>
            <pc:sldMk cId="4207851127" sldId="320"/>
            <ac:grpSpMk id="12" creationId="{40344ECC-3249-0D4D-1B65-DCC909600D5A}"/>
          </ac:grpSpMkLst>
        </pc:grpChg>
        <pc:grpChg chg="add del mod">
          <ac:chgData name="Hossain, Tanvir" userId="5379524b-2947-4ff6-93a6-0f4602028252" providerId="ADAL" clId="{6F9ADBE3-9A94-4720-8CF8-9A8134603AF5}" dt="2024-12-03T11:01:17.296" v="2068" actId="164"/>
          <ac:grpSpMkLst>
            <pc:docMk/>
            <pc:sldMk cId="4207851127" sldId="320"/>
            <ac:grpSpMk id="53" creationId="{FAC2B774-0675-BD74-0064-1E00BFA7AC10}"/>
          </ac:grpSpMkLst>
        </pc:grpChg>
        <pc:grpChg chg="add del mod">
          <ac:chgData name="Hossain, Tanvir" userId="5379524b-2947-4ff6-93a6-0f4602028252" providerId="ADAL" clId="{6F9ADBE3-9A94-4720-8CF8-9A8134603AF5}" dt="2024-12-03T11:03:30.310" v="2169" actId="165"/>
          <ac:grpSpMkLst>
            <pc:docMk/>
            <pc:sldMk cId="4207851127" sldId="320"/>
            <ac:grpSpMk id="54" creationId="{8D9B2BE8-84F3-254E-B869-F398075F6ED7}"/>
          </ac:grpSpMkLst>
        </pc:grpChg>
        <pc:grpChg chg="add mod">
          <ac:chgData name="Hossain, Tanvir" userId="5379524b-2947-4ff6-93a6-0f4602028252" providerId="ADAL" clId="{6F9ADBE3-9A94-4720-8CF8-9A8134603AF5}" dt="2024-12-03T11:03:21.294" v="2166" actId="164"/>
          <ac:grpSpMkLst>
            <pc:docMk/>
            <pc:sldMk cId="4207851127" sldId="320"/>
            <ac:grpSpMk id="55" creationId="{51AB1C13-8EFB-12E0-FA7E-DD7D77CB990C}"/>
          </ac:grpSpMkLst>
        </pc:grpChg>
        <pc:grpChg chg="add mod">
          <ac:chgData name="Hossain, Tanvir" userId="5379524b-2947-4ff6-93a6-0f4602028252" providerId="ADAL" clId="{6F9ADBE3-9A94-4720-8CF8-9A8134603AF5}" dt="2024-12-03T11:04:04.634" v="2173" actId="164"/>
          <ac:grpSpMkLst>
            <pc:docMk/>
            <pc:sldMk cId="4207851127" sldId="320"/>
            <ac:grpSpMk id="58" creationId="{E11E607C-6054-8DE5-DE90-BB25602E1CDC}"/>
          </ac:grpSpMkLst>
        </pc:grpChg>
        <pc:picChg chg="del">
          <ac:chgData name="Hossain, Tanvir" userId="5379524b-2947-4ff6-93a6-0f4602028252" providerId="ADAL" clId="{6F9ADBE3-9A94-4720-8CF8-9A8134603AF5}" dt="2024-12-03T10:56:22.040" v="2007" actId="478"/>
          <ac:picMkLst>
            <pc:docMk/>
            <pc:sldMk cId="4207851127" sldId="320"/>
            <ac:picMk id="3" creationId="{5B2E49FC-DA48-B0F3-71DA-FE2D7AFDD74A}"/>
          </ac:picMkLst>
        </pc:picChg>
        <pc:picChg chg="add del mod">
          <ac:chgData name="Hossain, Tanvir" userId="5379524b-2947-4ff6-93a6-0f4602028252" providerId="ADAL" clId="{6F9ADBE3-9A94-4720-8CF8-9A8134603AF5}" dt="2024-12-03T10:58:37.916" v="2014" actId="478"/>
          <ac:picMkLst>
            <pc:docMk/>
            <pc:sldMk cId="4207851127" sldId="320"/>
            <ac:picMk id="5" creationId="{CEBF606E-4EF7-F480-B1F3-E32076B5B00C}"/>
          </ac:picMkLst>
        </pc:picChg>
        <pc:picChg chg="add mod">
          <ac:chgData name="Hossain, Tanvir" userId="5379524b-2947-4ff6-93a6-0f4602028252" providerId="ADAL" clId="{6F9ADBE3-9A94-4720-8CF8-9A8134603AF5}" dt="2024-12-03T11:01:22.073" v="2071" actId="1076"/>
          <ac:picMkLst>
            <pc:docMk/>
            <pc:sldMk cId="4207851127" sldId="320"/>
            <ac:picMk id="8" creationId="{A69DA4CA-094F-8117-2699-4553D4C1B390}"/>
          </ac:picMkLst>
        </pc:picChg>
        <pc:cxnChg chg="del mod">
          <ac:chgData name="Hossain, Tanvir" userId="5379524b-2947-4ff6-93a6-0f4602028252" providerId="ADAL" clId="{6F9ADBE3-9A94-4720-8CF8-9A8134603AF5}" dt="2024-12-03T10:56:22.040" v="2007" actId="478"/>
          <ac:cxnSpMkLst>
            <pc:docMk/>
            <pc:sldMk cId="4207851127" sldId="320"/>
            <ac:cxnSpMk id="19" creationId="{5117E277-DF5A-A949-DD37-58B9D5FE6174}"/>
          </ac:cxnSpMkLst>
        </pc:cxnChg>
        <pc:cxnChg chg="mod topLvl">
          <ac:chgData name="Hossain, Tanvir" userId="5379524b-2947-4ff6-93a6-0f4602028252" providerId="ADAL" clId="{6F9ADBE3-9A94-4720-8CF8-9A8134603AF5}" dt="2024-12-03T11:03:30.310" v="2169" actId="165"/>
          <ac:cxnSpMkLst>
            <pc:docMk/>
            <pc:sldMk cId="4207851127" sldId="320"/>
            <ac:cxnSpMk id="37" creationId="{DFB00080-BF0C-7E85-AB9B-AECF9A72C417}"/>
          </ac:cxnSpMkLst>
        </pc:cxnChg>
        <pc:cxnChg chg="mod topLvl">
          <ac:chgData name="Hossain, Tanvir" userId="5379524b-2947-4ff6-93a6-0f4602028252" providerId="ADAL" clId="{6F9ADBE3-9A94-4720-8CF8-9A8134603AF5}" dt="2024-12-03T11:03:30.310" v="2169" actId="165"/>
          <ac:cxnSpMkLst>
            <pc:docMk/>
            <pc:sldMk cId="4207851127" sldId="320"/>
            <ac:cxnSpMk id="38" creationId="{9AC33866-F213-F02F-32F2-00B54E1F6DB3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39" creationId="{1FA5AAC1-46CB-ADFD-C0C1-7761837903EE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40" creationId="{9BFA3BC9-9FCE-32AE-49F2-AF50F7240139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41" creationId="{CA1BAFD0-A69C-C7E3-F04B-2BBA80B95DA1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42" creationId="{79E1BBF9-36DE-D721-2F61-F0288E1168DA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43" creationId="{7AE3FBDA-0688-FBA6-9CBE-860EF9C92B36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44" creationId="{9427A07A-7C27-920B-3E2D-D5491D48A060}"/>
          </ac:cxnSpMkLst>
        </pc:cxnChg>
        <pc:cxnChg chg="mod topLvl">
          <ac:chgData name="Hossain, Tanvir" userId="5379524b-2947-4ff6-93a6-0f4602028252" providerId="ADAL" clId="{6F9ADBE3-9A94-4720-8CF8-9A8134603AF5}" dt="2024-12-03T11:03:30.310" v="2169" actId="165"/>
          <ac:cxnSpMkLst>
            <pc:docMk/>
            <pc:sldMk cId="4207851127" sldId="320"/>
            <ac:cxnSpMk id="45" creationId="{E7BE19F1-FAD6-21D0-0E33-B5CD456F6A1E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46" creationId="{E959DD77-5D00-D67C-09E7-4A54FE95D461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51" creationId="{272FD10C-4641-57B5-7ABC-E32B661DF821}"/>
          </ac:cxnSpMkLst>
        </pc:cxnChg>
        <pc:cxnChg chg="add del mod topLvl">
          <ac:chgData name="Hossain, Tanvir" userId="5379524b-2947-4ff6-93a6-0f4602028252" providerId="ADAL" clId="{6F9ADBE3-9A94-4720-8CF8-9A8134603AF5}" dt="2024-12-03T11:04:25.017" v="2224" actId="692"/>
          <ac:cxnSpMkLst>
            <pc:docMk/>
            <pc:sldMk cId="4207851127" sldId="320"/>
            <ac:cxnSpMk id="52" creationId="{2B00ACC8-FDF0-34F7-7E54-52D374765BD1}"/>
          </ac:cxnSpMkLst>
        </pc:cxnChg>
      </pc:sldChg>
      <pc:sldChg chg="addSp delSp modSp add mod">
        <pc:chgData name="Hossain, Tanvir" userId="5379524b-2947-4ff6-93a6-0f4602028252" providerId="ADAL" clId="{6F9ADBE3-9A94-4720-8CF8-9A8134603AF5}" dt="2024-12-03T11:10:17.382" v="2318" actId="20577"/>
        <pc:sldMkLst>
          <pc:docMk/>
          <pc:sldMk cId="162859621" sldId="321"/>
        </pc:sldMkLst>
        <pc:spChg chg="add mod">
          <ac:chgData name="Hossain, Tanvir" userId="5379524b-2947-4ff6-93a6-0f4602028252" providerId="ADAL" clId="{6F9ADBE3-9A94-4720-8CF8-9A8134603AF5}" dt="2024-12-03T11:10:12.063" v="2316" actId="1076"/>
          <ac:spMkLst>
            <pc:docMk/>
            <pc:sldMk cId="162859621" sldId="321"/>
            <ac:spMk id="3" creationId="{2EDAC3B7-7762-D79C-9B05-32DF1600EC6A}"/>
          </ac:spMkLst>
        </pc:spChg>
        <pc:spChg chg="mod">
          <ac:chgData name="Hossain, Tanvir" userId="5379524b-2947-4ff6-93a6-0f4602028252" providerId="ADAL" clId="{6F9ADBE3-9A94-4720-8CF8-9A8134603AF5}" dt="2024-12-03T11:07:23.632" v="2275" actId="20577"/>
          <ac:spMkLst>
            <pc:docMk/>
            <pc:sldMk cId="162859621" sldId="321"/>
            <ac:spMk id="4" creationId="{08B833B4-8549-E3FA-DECC-01EB70433010}"/>
          </ac:spMkLst>
        </pc:spChg>
        <pc:spChg chg="add mod">
          <ac:chgData name="Hossain, Tanvir" userId="5379524b-2947-4ff6-93a6-0f4602028252" providerId="ADAL" clId="{6F9ADBE3-9A94-4720-8CF8-9A8134603AF5}" dt="2024-12-03T11:10:17.382" v="2318" actId="20577"/>
          <ac:spMkLst>
            <pc:docMk/>
            <pc:sldMk cId="162859621" sldId="321"/>
            <ac:spMk id="6" creationId="{C8633EB4-4EF1-D0E1-1EB1-22320AD6BA3A}"/>
          </ac:spMkLst>
        </pc:spChg>
        <pc:spChg chg="del">
          <ac:chgData name="Hossain, Tanvir" userId="5379524b-2947-4ff6-93a6-0f4602028252" providerId="ADAL" clId="{6F9ADBE3-9A94-4720-8CF8-9A8134603AF5}" dt="2024-12-03T11:07:30.225" v="2277" actId="478"/>
          <ac:spMkLst>
            <pc:docMk/>
            <pc:sldMk cId="162859621" sldId="321"/>
            <ac:spMk id="10" creationId="{AAAC6573-EAA6-4E5A-CB0B-7B39FA28452A}"/>
          </ac:spMkLst>
        </pc:spChg>
        <pc:spChg chg="del">
          <ac:chgData name="Hossain, Tanvir" userId="5379524b-2947-4ff6-93a6-0f4602028252" providerId="ADAL" clId="{6F9ADBE3-9A94-4720-8CF8-9A8134603AF5}" dt="2024-12-03T11:07:27.548" v="2276" actId="478"/>
          <ac:spMkLst>
            <pc:docMk/>
            <pc:sldMk cId="162859621" sldId="321"/>
            <ac:spMk id="18" creationId="{85678951-0F3F-2E2F-3911-BC068803CECC}"/>
          </ac:spMkLst>
        </pc:spChg>
        <pc:spChg chg="del">
          <ac:chgData name="Hossain, Tanvir" userId="5379524b-2947-4ff6-93a6-0f4602028252" providerId="ADAL" clId="{6F9ADBE3-9A94-4720-8CF8-9A8134603AF5}" dt="2024-12-03T11:07:27.548" v="2276" actId="478"/>
          <ac:spMkLst>
            <pc:docMk/>
            <pc:sldMk cId="162859621" sldId="321"/>
            <ac:spMk id="23" creationId="{6F27B1DD-6CE9-5671-31CA-C721E27BA0C7}"/>
          </ac:spMkLst>
        </pc:spChg>
        <pc:spChg chg="del">
          <ac:chgData name="Hossain, Tanvir" userId="5379524b-2947-4ff6-93a6-0f4602028252" providerId="ADAL" clId="{6F9ADBE3-9A94-4720-8CF8-9A8134603AF5}" dt="2024-12-03T11:07:27.548" v="2276" actId="478"/>
          <ac:spMkLst>
            <pc:docMk/>
            <pc:sldMk cId="162859621" sldId="321"/>
            <ac:spMk id="24" creationId="{A3E882F5-5C52-83EF-AD95-C97CC7DE4F62}"/>
          </ac:spMkLst>
        </pc:spChg>
        <pc:spChg chg="del">
          <ac:chgData name="Hossain, Tanvir" userId="5379524b-2947-4ff6-93a6-0f4602028252" providerId="ADAL" clId="{6F9ADBE3-9A94-4720-8CF8-9A8134603AF5}" dt="2024-12-03T11:07:27.548" v="2276" actId="478"/>
          <ac:spMkLst>
            <pc:docMk/>
            <pc:sldMk cId="162859621" sldId="321"/>
            <ac:spMk id="28" creationId="{C6894BE9-A2D9-B78B-0CF9-A0D22FA5C28C}"/>
          </ac:spMkLst>
        </pc:spChg>
        <pc:spChg chg="del">
          <ac:chgData name="Hossain, Tanvir" userId="5379524b-2947-4ff6-93a6-0f4602028252" providerId="ADAL" clId="{6F9ADBE3-9A94-4720-8CF8-9A8134603AF5}" dt="2024-12-03T11:07:27.548" v="2276" actId="478"/>
          <ac:spMkLst>
            <pc:docMk/>
            <pc:sldMk cId="162859621" sldId="321"/>
            <ac:spMk id="32" creationId="{DC71396A-6B79-4F66-D222-10D67FD82F25}"/>
          </ac:spMkLst>
        </pc:spChg>
        <pc:spChg chg="del">
          <ac:chgData name="Hossain, Tanvir" userId="5379524b-2947-4ff6-93a6-0f4602028252" providerId="ADAL" clId="{6F9ADBE3-9A94-4720-8CF8-9A8134603AF5}" dt="2024-12-03T11:07:27.548" v="2276" actId="478"/>
          <ac:spMkLst>
            <pc:docMk/>
            <pc:sldMk cId="162859621" sldId="321"/>
            <ac:spMk id="33" creationId="{9ABF0142-E6C4-9F2E-FF01-CE24BD532016}"/>
          </ac:spMkLst>
        </pc:spChg>
        <pc:grpChg chg="del">
          <ac:chgData name="Hossain, Tanvir" userId="5379524b-2947-4ff6-93a6-0f4602028252" providerId="ADAL" clId="{6F9ADBE3-9A94-4720-8CF8-9A8134603AF5}" dt="2024-12-03T11:07:27.548" v="2276" actId="478"/>
          <ac:grpSpMkLst>
            <pc:docMk/>
            <pc:sldMk cId="162859621" sldId="321"/>
            <ac:grpSpMk id="58" creationId="{9A9597E9-18D2-F96E-BC1D-F3CBCAE0A4B1}"/>
          </ac:grpSpMkLst>
        </pc:grpChg>
        <pc:picChg chg="del">
          <ac:chgData name="Hossain, Tanvir" userId="5379524b-2947-4ff6-93a6-0f4602028252" providerId="ADAL" clId="{6F9ADBE3-9A94-4720-8CF8-9A8134603AF5}" dt="2024-12-03T11:07:30.225" v="2277" actId="478"/>
          <ac:picMkLst>
            <pc:docMk/>
            <pc:sldMk cId="162859621" sldId="321"/>
            <ac:picMk id="8" creationId="{843D2DD2-282C-DA9D-D105-01F5F69DB8AA}"/>
          </ac:picMkLst>
        </pc:picChg>
        <pc:picChg chg="add mod">
          <ac:chgData name="Hossain, Tanvir" userId="5379524b-2947-4ff6-93a6-0f4602028252" providerId="ADAL" clId="{6F9ADBE3-9A94-4720-8CF8-9A8134603AF5}" dt="2024-12-03T11:10:08.806" v="2315" actId="1076"/>
          <ac:picMkLst>
            <pc:docMk/>
            <pc:sldMk cId="162859621" sldId="321"/>
            <ac:picMk id="9" creationId="{2480EA30-A9EC-BE92-EDEB-3D6AA466E667}"/>
          </ac:picMkLst>
        </pc:picChg>
        <pc:cxnChg chg="del 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37" creationId="{870F8C4A-F512-0FD4-BB4C-0B56D5AD9C30}"/>
          </ac:cxnSpMkLst>
        </pc:cxnChg>
        <pc:cxnChg chg="del 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38" creationId="{72C518DE-0542-B6E2-A734-84E520AAD548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39" creationId="{1E5FC777-DAD4-68FD-24B6-22B8F8B560EE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40" creationId="{699452F1-E129-E02A-2783-2BC5FF1526EF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41" creationId="{5CA14CE4-013E-086C-5006-83AFF578EA24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42" creationId="{2EB48D63-2AA0-30B4-89D8-8E00EC1FD0A2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43" creationId="{2A3D1357-02D9-EBFB-7120-BA7CD95A4C61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44" creationId="{0B421B37-E3EE-2315-9E16-3D1E39BC8FCD}"/>
          </ac:cxnSpMkLst>
        </pc:cxnChg>
        <pc:cxnChg chg="del 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45" creationId="{9B8D3B76-BFF4-D587-8A7A-172990E36250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46" creationId="{B0660035-9223-FDB6-5217-C8CE265916FA}"/>
          </ac:cxnSpMkLst>
        </pc:cxnChg>
        <pc:cxnChg chg="mod">
          <ac:chgData name="Hossain, Tanvir" userId="5379524b-2947-4ff6-93a6-0f4602028252" providerId="ADAL" clId="{6F9ADBE3-9A94-4720-8CF8-9A8134603AF5}" dt="2024-12-03T11:07:27.548" v="2276" actId="478"/>
          <ac:cxnSpMkLst>
            <pc:docMk/>
            <pc:sldMk cId="162859621" sldId="321"/>
            <ac:cxnSpMk id="51" creationId="{4F372388-D833-6F60-6D2F-5EDD3D95341F}"/>
          </ac:cxnSpMkLst>
        </pc:cxnChg>
      </pc:sldChg>
      <pc:sldChg chg="addSp delSp modSp add mod">
        <pc:chgData name="Hossain, Tanvir" userId="5379524b-2947-4ff6-93a6-0f4602028252" providerId="ADAL" clId="{6F9ADBE3-9A94-4720-8CF8-9A8134603AF5}" dt="2024-12-03T11:13:41.426" v="2354" actId="1076"/>
        <pc:sldMkLst>
          <pc:docMk/>
          <pc:sldMk cId="363233826" sldId="322"/>
        </pc:sldMkLst>
        <pc:spChg chg="add mod">
          <ac:chgData name="Hossain, Tanvir" userId="5379524b-2947-4ff6-93a6-0f4602028252" providerId="ADAL" clId="{6F9ADBE3-9A94-4720-8CF8-9A8134603AF5}" dt="2024-12-03T11:13:32.565" v="2351" actId="12"/>
          <ac:spMkLst>
            <pc:docMk/>
            <pc:sldMk cId="363233826" sldId="322"/>
            <ac:spMk id="2" creationId="{CDA8107D-E637-4303-3BC4-F3356E0385A8}"/>
          </ac:spMkLst>
        </pc:spChg>
        <pc:spChg chg="del">
          <ac:chgData name="Hossain, Tanvir" userId="5379524b-2947-4ff6-93a6-0f4602028252" providerId="ADAL" clId="{6F9ADBE3-9A94-4720-8CF8-9A8134603AF5}" dt="2024-12-03T11:11:09.845" v="2321" actId="478"/>
          <ac:spMkLst>
            <pc:docMk/>
            <pc:sldMk cId="363233826" sldId="322"/>
            <ac:spMk id="3" creationId="{54F4953D-1E72-27ED-F2EA-55C969FA8E02}"/>
          </ac:spMkLst>
        </pc:spChg>
        <pc:spChg chg="mod">
          <ac:chgData name="Hossain, Tanvir" userId="5379524b-2947-4ff6-93a6-0f4602028252" providerId="ADAL" clId="{6F9ADBE3-9A94-4720-8CF8-9A8134603AF5}" dt="2024-12-03T11:10:56.923" v="2320"/>
          <ac:spMkLst>
            <pc:docMk/>
            <pc:sldMk cId="363233826" sldId="322"/>
            <ac:spMk id="4" creationId="{136E274D-0196-5C5A-C2B1-D7F12A70670C}"/>
          </ac:spMkLst>
        </pc:spChg>
        <pc:spChg chg="add mod">
          <ac:chgData name="Hossain, Tanvir" userId="5379524b-2947-4ff6-93a6-0f4602028252" providerId="ADAL" clId="{6F9ADBE3-9A94-4720-8CF8-9A8134603AF5}" dt="2024-12-03T11:13:41.426" v="2354" actId="1076"/>
          <ac:spMkLst>
            <pc:docMk/>
            <pc:sldMk cId="363233826" sldId="322"/>
            <ac:spMk id="5" creationId="{10B89273-D0F0-9BCC-BE00-AEB3098A36CB}"/>
          </ac:spMkLst>
        </pc:spChg>
        <pc:spChg chg="del">
          <ac:chgData name="Hossain, Tanvir" userId="5379524b-2947-4ff6-93a6-0f4602028252" providerId="ADAL" clId="{6F9ADBE3-9A94-4720-8CF8-9A8134603AF5}" dt="2024-12-03T11:11:11.692" v="2323" actId="478"/>
          <ac:spMkLst>
            <pc:docMk/>
            <pc:sldMk cId="363233826" sldId="322"/>
            <ac:spMk id="6" creationId="{6BDC9010-B194-1852-91D6-446B3DAA6FED}"/>
          </ac:spMkLst>
        </pc:spChg>
        <pc:picChg chg="del">
          <ac:chgData name="Hossain, Tanvir" userId="5379524b-2947-4ff6-93a6-0f4602028252" providerId="ADAL" clId="{6F9ADBE3-9A94-4720-8CF8-9A8134603AF5}" dt="2024-12-03T11:11:10.548" v="2322" actId="478"/>
          <ac:picMkLst>
            <pc:docMk/>
            <pc:sldMk cId="363233826" sldId="322"/>
            <ac:picMk id="9" creationId="{0F6345E4-20D9-E147-932E-0CAFEB784B7E}"/>
          </ac:picMkLst>
        </pc:picChg>
      </pc:sldChg>
      <pc:sldChg chg="delSp modSp add mod">
        <pc:chgData name="Hossain, Tanvir" userId="5379524b-2947-4ff6-93a6-0f4602028252" providerId="ADAL" clId="{6F9ADBE3-9A94-4720-8CF8-9A8134603AF5}" dt="2024-12-03T11:29:32.743" v="2568" actId="1076"/>
        <pc:sldMkLst>
          <pc:docMk/>
          <pc:sldMk cId="3754208106" sldId="323"/>
        </pc:sldMkLst>
        <pc:spChg chg="del">
          <ac:chgData name="Hossain, Tanvir" userId="5379524b-2947-4ff6-93a6-0f4602028252" providerId="ADAL" clId="{6F9ADBE3-9A94-4720-8CF8-9A8134603AF5}" dt="2024-12-03T11:29:28.288" v="2567" actId="478"/>
          <ac:spMkLst>
            <pc:docMk/>
            <pc:sldMk cId="3754208106" sldId="323"/>
            <ac:spMk id="3" creationId="{2415AE2A-8A5E-4BF2-6E6E-742ED083BDFC}"/>
          </ac:spMkLst>
        </pc:spChg>
        <pc:spChg chg="mod">
          <ac:chgData name="Hossain, Tanvir" userId="5379524b-2947-4ff6-93a6-0f4602028252" providerId="ADAL" clId="{6F9ADBE3-9A94-4720-8CF8-9A8134603AF5}" dt="2024-12-03T11:29:32.743" v="2568" actId="1076"/>
          <ac:spMkLst>
            <pc:docMk/>
            <pc:sldMk cId="3754208106" sldId="323"/>
            <ac:spMk id="6" creationId="{F4588EB6-FE0C-0F2C-5E32-9B48AE7580B9}"/>
          </ac:spMkLst>
        </pc:spChg>
      </pc:sldChg>
      <pc:sldChg chg="add">
        <pc:chgData name="Hossain, Tanvir" userId="5379524b-2947-4ff6-93a6-0f4602028252" providerId="ADAL" clId="{6F9ADBE3-9A94-4720-8CF8-9A8134603AF5}" dt="2024-12-03T11:25:54.117" v="2441" actId="2890"/>
        <pc:sldMkLst>
          <pc:docMk/>
          <pc:sldMk cId="195896314" sldId="324"/>
        </pc:sldMkLst>
      </pc:sldChg>
      <pc:sldChg chg="addSp modSp add mod">
        <pc:chgData name="Hossain, Tanvir" userId="5379524b-2947-4ff6-93a6-0f4602028252" providerId="ADAL" clId="{6F9ADBE3-9A94-4720-8CF8-9A8134603AF5}" dt="2024-12-03T11:27:23.482" v="2553" actId="1076"/>
        <pc:sldMkLst>
          <pc:docMk/>
          <pc:sldMk cId="377728543" sldId="325"/>
        </pc:sldMkLst>
        <pc:spChg chg="add mod">
          <ac:chgData name="Hossain, Tanvir" userId="5379524b-2947-4ff6-93a6-0f4602028252" providerId="ADAL" clId="{6F9ADBE3-9A94-4720-8CF8-9A8134603AF5}" dt="2024-12-03T11:27:23.482" v="2553" actId="1076"/>
          <ac:spMkLst>
            <pc:docMk/>
            <pc:sldMk cId="377728543" sldId="325"/>
            <ac:spMk id="3" creationId="{FC01DB84-9E13-51C8-EE84-F765C47D9CF5}"/>
          </ac:spMkLst>
        </pc:spChg>
        <pc:spChg chg="mod">
          <ac:chgData name="Hossain, Tanvir" userId="5379524b-2947-4ff6-93a6-0f4602028252" providerId="ADAL" clId="{6F9ADBE3-9A94-4720-8CF8-9A8134603AF5}" dt="2024-12-03T11:26:48.225" v="2551" actId="1076"/>
          <ac:spMkLst>
            <pc:docMk/>
            <pc:sldMk cId="377728543" sldId="325"/>
            <ac:spMk id="11" creationId="{B37CC7BF-42A6-695C-CF4C-90E11F442725}"/>
          </ac:spMkLst>
        </pc:spChg>
        <pc:picChg chg="add mod">
          <ac:chgData name="Hossain, Tanvir" userId="5379524b-2947-4ff6-93a6-0f4602028252" providerId="ADAL" clId="{6F9ADBE3-9A94-4720-8CF8-9A8134603AF5}" dt="2024-12-03T11:27:23.482" v="2553" actId="1076"/>
          <ac:picMkLst>
            <pc:docMk/>
            <pc:sldMk cId="377728543" sldId="325"/>
            <ac:picMk id="2" creationId="{70D9614E-1E05-E88A-A449-A2F0D163B403}"/>
          </ac:picMkLst>
        </pc:picChg>
      </pc:sldChg>
      <pc:sldChg chg="addSp delSp modSp add mod">
        <pc:chgData name="Hossain, Tanvir" userId="5379524b-2947-4ff6-93a6-0f4602028252" providerId="ADAL" clId="{6F9ADBE3-9A94-4720-8CF8-9A8134603AF5}" dt="2024-12-03T11:28:02.471" v="2560" actId="1076"/>
        <pc:sldMkLst>
          <pc:docMk/>
          <pc:sldMk cId="2751353226" sldId="326"/>
        </pc:sldMkLst>
        <pc:spChg chg="del">
          <ac:chgData name="Hossain, Tanvir" userId="5379524b-2947-4ff6-93a6-0f4602028252" providerId="ADAL" clId="{6F9ADBE3-9A94-4720-8CF8-9A8134603AF5}" dt="2024-12-03T11:27:47.731" v="2555" actId="478"/>
          <ac:spMkLst>
            <pc:docMk/>
            <pc:sldMk cId="2751353226" sldId="326"/>
            <ac:spMk id="3" creationId="{5FE116EF-D3FE-3CD7-5413-D17804BA7A3F}"/>
          </ac:spMkLst>
        </pc:spChg>
        <pc:spChg chg="mod">
          <ac:chgData name="Hossain, Tanvir" userId="5379524b-2947-4ff6-93a6-0f4602028252" providerId="ADAL" clId="{6F9ADBE3-9A94-4720-8CF8-9A8134603AF5}" dt="2024-12-03T11:28:00.798" v="2559" actId="1076"/>
          <ac:spMkLst>
            <pc:docMk/>
            <pc:sldMk cId="2751353226" sldId="326"/>
            <ac:spMk id="11" creationId="{10B80C6A-2547-239C-1EB0-CFE92200F750}"/>
          </ac:spMkLst>
        </pc:spChg>
        <pc:picChg chg="del">
          <ac:chgData name="Hossain, Tanvir" userId="5379524b-2947-4ff6-93a6-0f4602028252" providerId="ADAL" clId="{6F9ADBE3-9A94-4720-8CF8-9A8134603AF5}" dt="2024-12-03T11:27:47.731" v="2555" actId="478"/>
          <ac:picMkLst>
            <pc:docMk/>
            <pc:sldMk cId="2751353226" sldId="326"/>
            <ac:picMk id="2" creationId="{D428398B-0358-E3E2-4415-6C0575927141}"/>
          </ac:picMkLst>
        </pc:picChg>
        <pc:picChg chg="add mod">
          <ac:chgData name="Hossain, Tanvir" userId="5379524b-2947-4ff6-93a6-0f4602028252" providerId="ADAL" clId="{6F9ADBE3-9A94-4720-8CF8-9A8134603AF5}" dt="2024-12-03T11:28:02.471" v="2560" actId="1076"/>
          <ac:picMkLst>
            <pc:docMk/>
            <pc:sldMk cId="2751353226" sldId="326"/>
            <ac:picMk id="5" creationId="{3BC7C518-1829-83EF-3B2E-C3A188D04776}"/>
          </ac:picMkLst>
        </pc:picChg>
      </pc:sldChg>
      <pc:sldChg chg="addSp delSp modSp add mod">
        <pc:chgData name="Hossain, Tanvir" userId="5379524b-2947-4ff6-93a6-0f4602028252" providerId="ADAL" clId="{6F9ADBE3-9A94-4720-8CF8-9A8134603AF5}" dt="2024-12-03T11:28:34.042" v="2564" actId="1076"/>
        <pc:sldMkLst>
          <pc:docMk/>
          <pc:sldMk cId="3110219764" sldId="327"/>
        </pc:sldMkLst>
        <pc:spChg chg="add mod">
          <ac:chgData name="Hossain, Tanvir" userId="5379524b-2947-4ff6-93a6-0f4602028252" providerId="ADAL" clId="{6F9ADBE3-9A94-4720-8CF8-9A8134603AF5}" dt="2024-12-03T11:28:34.042" v="2564" actId="1076"/>
          <ac:spMkLst>
            <pc:docMk/>
            <pc:sldMk cId="3110219764" sldId="327"/>
            <ac:spMk id="2" creationId="{D1F53C78-A72E-EAAA-A7E8-AADA4BE8F020}"/>
          </ac:spMkLst>
        </pc:spChg>
        <pc:spChg chg="del">
          <ac:chgData name="Hossain, Tanvir" userId="5379524b-2947-4ff6-93a6-0f4602028252" providerId="ADAL" clId="{6F9ADBE3-9A94-4720-8CF8-9A8134603AF5}" dt="2024-12-03T11:28:30.994" v="2562" actId="478"/>
          <ac:spMkLst>
            <pc:docMk/>
            <pc:sldMk cId="3110219764" sldId="327"/>
            <ac:spMk id="11" creationId="{01F821C8-23F1-9F8F-0BE5-1041C179ADF8}"/>
          </ac:spMkLst>
        </pc:spChg>
        <pc:picChg chg="add mod">
          <ac:chgData name="Hossain, Tanvir" userId="5379524b-2947-4ff6-93a6-0f4602028252" providerId="ADAL" clId="{6F9ADBE3-9A94-4720-8CF8-9A8134603AF5}" dt="2024-12-03T11:28:34.042" v="2564" actId="1076"/>
          <ac:picMkLst>
            <pc:docMk/>
            <pc:sldMk cId="3110219764" sldId="327"/>
            <ac:picMk id="3" creationId="{FEA6C1F6-6EFB-1306-01CF-CF5ACDE117FE}"/>
          </ac:picMkLst>
        </pc:picChg>
        <pc:picChg chg="del">
          <ac:chgData name="Hossain, Tanvir" userId="5379524b-2947-4ff6-93a6-0f4602028252" providerId="ADAL" clId="{6F9ADBE3-9A94-4720-8CF8-9A8134603AF5}" dt="2024-12-03T11:28:30.994" v="2562" actId="478"/>
          <ac:picMkLst>
            <pc:docMk/>
            <pc:sldMk cId="3110219764" sldId="327"/>
            <ac:picMk id="5" creationId="{3861DFBB-97CE-64DD-D05E-31E39294DFFE}"/>
          </ac:picMkLst>
        </pc:picChg>
        <pc:picChg chg="add mod">
          <ac:chgData name="Hossain, Tanvir" userId="5379524b-2947-4ff6-93a6-0f4602028252" providerId="ADAL" clId="{6F9ADBE3-9A94-4720-8CF8-9A8134603AF5}" dt="2024-12-03T11:28:34.042" v="2564" actId="1076"/>
          <ac:picMkLst>
            <pc:docMk/>
            <pc:sldMk cId="3110219764" sldId="327"/>
            <ac:picMk id="6" creationId="{DAE885DE-8DC0-7E28-5BCF-90D3CAB0B1E2}"/>
          </ac:picMkLst>
        </pc:picChg>
        <pc:picChg chg="add mod">
          <ac:chgData name="Hossain, Tanvir" userId="5379524b-2947-4ff6-93a6-0f4602028252" providerId="ADAL" clId="{6F9ADBE3-9A94-4720-8CF8-9A8134603AF5}" dt="2024-12-03T11:28:34.042" v="2564" actId="1076"/>
          <ac:picMkLst>
            <pc:docMk/>
            <pc:sldMk cId="3110219764" sldId="327"/>
            <ac:picMk id="7" creationId="{B16FA0BF-7BE3-F69B-3D13-0FB5D5FB5A68}"/>
          </ac:picMkLst>
        </pc:picChg>
        <pc:picChg chg="add mod">
          <ac:chgData name="Hossain, Tanvir" userId="5379524b-2947-4ff6-93a6-0f4602028252" providerId="ADAL" clId="{6F9ADBE3-9A94-4720-8CF8-9A8134603AF5}" dt="2024-12-03T11:28:34.042" v="2564" actId="1076"/>
          <ac:picMkLst>
            <pc:docMk/>
            <pc:sldMk cId="3110219764" sldId="327"/>
            <ac:picMk id="8" creationId="{32DD49E8-BFAF-EE22-8392-4EAC0D6613AB}"/>
          </ac:picMkLst>
        </pc:picChg>
      </pc:sldChg>
      <pc:sldChg chg="addSp delSp modSp add mod">
        <pc:chgData name="Hossain, Tanvir" userId="5379524b-2947-4ff6-93a6-0f4602028252" providerId="ADAL" clId="{6F9ADBE3-9A94-4720-8CF8-9A8134603AF5}" dt="2024-12-03T11:48:09.520" v="2829" actId="20577"/>
        <pc:sldMkLst>
          <pc:docMk/>
          <pc:sldMk cId="2234807020" sldId="328"/>
        </pc:sldMkLst>
        <pc:spChg chg="mod">
          <ac:chgData name="Hossain, Tanvir" userId="5379524b-2947-4ff6-93a6-0f4602028252" providerId="ADAL" clId="{6F9ADBE3-9A94-4720-8CF8-9A8134603AF5}" dt="2024-12-03T11:48:09.520" v="2829" actId="20577"/>
          <ac:spMkLst>
            <pc:docMk/>
            <pc:sldMk cId="2234807020" sldId="328"/>
            <ac:spMk id="4" creationId="{2F04C8DB-3697-0850-FA5D-F7114130943B}"/>
          </ac:spMkLst>
        </pc:spChg>
        <pc:spChg chg="del">
          <ac:chgData name="Hossain, Tanvir" userId="5379524b-2947-4ff6-93a6-0f4602028252" providerId="ADAL" clId="{6F9ADBE3-9A94-4720-8CF8-9A8134603AF5}" dt="2024-12-03T11:41:13.371" v="2693" actId="478"/>
          <ac:spMkLst>
            <pc:docMk/>
            <pc:sldMk cId="2234807020" sldId="328"/>
            <ac:spMk id="5" creationId="{92B59803-ED13-7515-8EF9-BD9C2D505DFE}"/>
          </ac:spMkLst>
        </pc:spChg>
        <pc:spChg chg="del">
          <ac:chgData name="Hossain, Tanvir" userId="5379524b-2947-4ff6-93a6-0f4602028252" providerId="ADAL" clId="{6F9ADBE3-9A94-4720-8CF8-9A8134603AF5}" dt="2024-12-03T11:41:42.062" v="2694" actId="478"/>
          <ac:spMkLst>
            <pc:docMk/>
            <pc:sldMk cId="2234807020" sldId="328"/>
            <ac:spMk id="6" creationId="{0EB4B28D-84CD-6E92-13C8-1597DE6D021F}"/>
          </ac:spMkLst>
        </pc:spChg>
        <pc:spChg chg="add mod">
          <ac:chgData name="Hossain, Tanvir" userId="5379524b-2947-4ff6-93a6-0f4602028252" providerId="ADAL" clId="{6F9ADBE3-9A94-4720-8CF8-9A8134603AF5}" dt="2024-12-03T11:44:37.420" v="2782" actId="13926"/>
          <ac:spMkLst>
            <pc:docMk/>
            <pc:sldMk cId="2234807020" sldId="328"/>
            <ac:spMk id="7" creationId="{DD342815-0F0D-C667-1833-4243A7F8FCC5}"/>
          </ac:spMkLst>
        </pc:spChg>
        <pc:spChg chg="add mod">
          <ac:chgData name="Hossain, Tanvir" userId="5379524b-2947-4ff6-93a6-0f4602028252" providerId="ADAL" clId="{6F9ADBE3-9A94-4720-8CF8-9A8134603AF5}" dt="2024-12-03T11:43:33.507" v="2754" actId="207"/>
          <ac:spMkLst>
            <pc:docMk/>
            <pc:sldMk cId="2234807020" sldId="328"/>
            <ac:spMk id="8" creationId="{72CB7450-BFEB-F3FA-4BC4-316229DC05ED}"/>
          </ac:spMkLst>
        </pc:spChg>
        <pc:spChg chg="add mod">
          <ac:chgData name="Hossain, Tanvir" userId="5379524b-2947-4ff6-93a6-0f4602028252" providerId="ADAL" clId="{6F9ADBE3-9A94-4720-8CF8-9A8134603AF5}" dt="2024-12-03T11:44:24.834" v="2779" actId="20577"/>
          <ac:spMkLst>
            <pc:docMk/>
            <pc:sldMk cId="2234807020" sldId="328"/>
            <ac:spMk id="11" creationId="{C3F5DE22-F0E2-7870-6D38-151756C876E6}"/>
          </ac:spMkLst>
        </pc:spChg>
        <pc:spChg chg="add mod">
          <ac:chgData name="Hossain, Tanvir" userId="5379524b-2947-4ff6-93a6-0f4602028252" providerId="ADAL" clId="{6F9ADBE3-9A94-4720-8CF8-9A8134603AF5}" dt="2024-12-03T11:47:38.240" v="2800" actId="693"/>
          <ac:spMkLst>
            <pc:docMk/>
            <pc:sldMk cId="2234807020" sldId="328"/>
            <ac:spMk id="18" creationId="{7ED4A2AE-A67E-FDC3-5CF3-7F25EBAC7DBE}"/>
          </ac:spMkLst>
        </pc:spChg>
        <pc:picChg chg="del">
          <ac:chgData name="Hossain, Tanvir" userId="5379524b-2947-4ff6-93a6-0f4602028252" providerId="ADAL" clId="{6F9ADBE3-9A94-4720-8CF8-9A8134603AF5}" dt="2024-12-03T11:41:13.371" v="2693" actId="478"/>
          <ac:picMkLst>
            <pc:docMk/>
            <pc:sldMk cId="2234807020" sldId="328"/>
            <ac:picMk id="3" creationId="{68C4A6C4-CB6C-5448-CED0-46148E6B1B75}"/>
          </ac:picMkLst>
        </pc:picChg>
        <pc:picChg chg="add mod">
          <ac:chgData name="Hossain, Tanvir" userId="5379524b-2947-4ff6-93a6-0f4602028252" providerId="ADAL" clId="{6F9ADBE3-9A94-4720-8CF8-9A8134603AF5}" dt="2024-12-03T11:47:01.295" v="2794" actId="1076"/>
          <ac:picMkLst>
            <pc:docMk/>
            <pc:sldMk cId="2234807020" sldId="328"/>
            <ac:picMk id="15" creationId="{7D90752E-156D-A141-D80F-E508578438FF}"/>
          </ac:picMkLst>
        </pc:picChg>
        <pc:cxnChg chg="add">
          <ac:chgData name="Hossain, Tanvir" userId="5379524b-2947-4ff6-93a6-0f4602028252" providerId="ADAL" clId="{6F9ADBE3-9A94-4720-8CF8-9A8134603AF5}" dt="2024-12-03T11:43:44.553" v="2755" actId="11529"/>
          <ac:cxnSpMkLst>
            <pc:docMk/>
            <pc:sldMk cId="2234807020" sldId="328"/>
            <ac:cxnSpMk id="10" creationId="{824402F3-4654-7D50-1A7B-C1BEEB4FEB0A}"/>
          </ac:cxnSpMkLst>
        </pc:cxnChg>
        <pc:cxnChg chg="add mod">
          <ac:chgData name="Hossain, Tanvir" userId="5379524b-2947-4ff6-93a6-0f4602028252" providerId="ADAL" clId="{6F9ADBE3-9A94-4720-8CF8-9A8134603AF5}" dt="2024-12-03T11:44:11.152" v="2759" actId="14100"/>
          <ac:cxnSpMkLst>
            <pc:docMk/>
            <pc:sldMk cId="2234807020" sldId="328"/>
            <ac:cxnSpMk id="12" creationId="{14CE9D37-3BD6-0C96-9221-ADC50FC6EF5D}"/>
          </ac:cxnSpMkLst>
        </pc:cxnChg>
        <pc:cxnChg chg="add">
          <ac:chgData name="Hossain, Tanvir" userId="5379524b-2947-4ff6-93a6-0f4602028252" providerId="ADAL" clId="{6F9ADBE3-9A94-4720-8CF8-9A8134603AF5}" dt="2024-12-03T11:47:06.895" v="2795" actId="11529"/>
          <ac:cxnSpMkLst>
            <pc:docMk/>
            <pc:sldMk cId="2234807020" sldId="328"/>
            <ac:cxnSpMk id="17" creationId="{16237F4A-F83F-04BC-D18E-AEFF19A562F7}"/>
          </ac:cxnSpMkLst>
        </pc:cxnChg>
      </pc:sldChg>
      <pc:sldChg chg="addSp modSp add mod">
        <pc:chgData name="Hossain, Tanvir" userId="5379524b-2947-4ff6-93a6-0f4602028252" providerId="ADAL" clId="{6F9ADBE3-9A94-4720-8CF8-9A8134603AF5}" dt="2024-12-03T16:59:46.243" v="3699" actId="20577"/>
        <pc:sldMkLst>
          <pc:docMk/>
          <pc:sldMk cId="552244406" sldId="329"/>
        </pc:sldMkLst>
        <pc:spChg chg="mod">
          <ac:chgData name="Hossain, Tanvir" userId="5379524b-2947-4ff6-93a6-0f4602028252" providerId="ADAL" clId="{6F9ADBE3-9A94-4720-8CF8-9A8134603AF5}" dt="2024-12-03T16:59:46.243" v="3699" actId="20577"/>
          <ac:spMkLst>
            <pc:docMk/>
            <pc:sldMk cId="552244406" sldId="329"/>
            <ac:spMk id="5" creationId="{D1F18F32-3EEA-244D-D912-9BD0F142BE23}"/>
          </ac:spMkLst>
        </pc:spChg>
        <pc:picChg chg="add mod">
          <ac:chgData name="Hossain, Tanvir" userId="5379524b-2947-4ff6-93a6-0f4602028252" providerId="ADAL" clId="{6F9ADBE3-9A94-4720-8CF8-9A8134603AF5}" dt="2024-12-03T12:08:52.519" v="2942" actId="1076"/>
          <ac:picMkLst>
            <pc:docMk/>
            <pc:sldMk cId="552244406" sldId="329"/>
            <ac:picMk id="2" creationId="{E6597ED5-40A5-7CDC-DCB7-EB05794939C7}"/>
          </ac:picMkLst>
        </pc:picChg>
      </pc:sldChg>
      <pc:sldChg chg="delSp modSp add del mod">
        <pc:chgData name="Hossain, Tanvir" userId="5379524b-2947-4ff6-93a6-0f4602028252" providerId="ADAL" clId="{6F9ADBE3-9A94-4720-8CF8-9A8134603AF5}" dt="2024-12-03T11:47:52.133" v="2801" actId="47"/>
        <pc:sldMkLst>
          <pc:docMk/>
          <pc:sldMk cId="1270253263" sldId="329"/>
        </pc:sldMkLst>
        <pc:spChg chg="del">
          <ac:chgData name="Hossain, Tanvir" userId="5379524b-2947-4ff6-93a6-0f4602028252" providerId="ADAL" clId="{6F9ADBE3-9A94-4720-8CF8-9A8134603AF5}" dt="2024-12-03T11:45:06.874" v="2784" actId="478"/>
          <ac:spMkLst>
            <pc:docMk/>
            <pc:sldMk cId="1270253263" sldId="329"/>
            <ac:spMk id="7" creationId="{D917A922-955E-366E-1FD9-C4991FF744DF}"/>
          </ac:spMkLst>
        </pc:spChg>
        <pc:spChg chg="del">
          <ac:chgData name="Hossain, Tanvir" userId="5379524b-2947-4ff6-93a6-0f4602028252" providerId="ADAL" clId="{6F9ADBE3-9A94-4720-8CF8-9A8134603AF5}" dt="2024-12-03T11:45:06.874" v="2784" actId="478"/>
          <ac:spMkLst>
            <pc:docMk/>
            <pc:sldMk cId="1270253263" sldId="329"/>
            <ac:spMk id="8" creationId="{4CBC2770-A8A6-62CF-701A-C46BFFB172F6}"/>
          </ac:spMkLst>
        </pc:spChg>
        <pc:spChg chg="del">
          <ac:chgData name="Hossain, Tanvir" userId="5379524b-2947-4ff6-93a6-0f4602028252" providerId="ADAL" clId="{6F9ADBE3-9A94-4720-8CF8-9A8134603AF5}" dt="2024-12-03T11:45:06.874" v="2784" actId="478"/>
          <ac:spMkLst>
            <pc:docMk/>
            <pc:sldMk cId="1270253263" sldId="329"/>
            <ac:spMk id="11" creationId="{185A1634-7009-86A8-748A-E3BBD919F1FA}"/>
          </ac:spMkLst>
        </pc:spChg>
        <pc:cxnChg chg="del mod">
          <ac:chgData name="Hossain, Tanvir" userId="5379524b-2947-4ff6-93a6-0f4602028252" providerId="ADAL" clId="{6F9ADBE3-9A94-4720-8CF8-9A8134603AF5}" dt="2024-12-03T11:45:06.874" v="2784" actId="478"/>
          <ac:cxnSpMkLst>
            <pc:docMk/>
            <pc:sldMk cId="1270253263" sldId="329"/>
            <ac:cxnSpMk id="10" creationId="{6C617F6F-43A4-FB7F-D559-88A17632A592}"/>
          </ac:cxnSpMkLst>
        </pc:cxnChg>
        <pc:cxnChg chg="del mod">
          <ac:chgData name="Hossain, Tanvir" userId="5379524b-2947-4ff6-93a6-0f4602028252" providerId="ADAL" clId="{6F9ADBE3-9A94-4720-8CF8-9A8134603AF5}" dt="2024-12-03T11:45:06.874" v="2784" actId="478"/>
          <ac:cxnSpMkLst>
            <pc:docMk/>
            <pc:sldMk cId="1270253263" sldId="329"/>
            <ac:cxnSpMk id="12" creationId="{4AE6869F-1CE5-8ADE-E101-B2C9AE7DBFA1}"/>
          </ac:cxnSpMkLst>
        </pc:cxnChg>
      </pc:sldChg>
      <pc:sldChg chg="addSp delSp modSp add mod modAnim">
        <pc:chgData name="Hossain, Tanvir" userId="5379524b-2947-4ff6-93a6-0f4602028252" providerId="ADAL" clId="{6F9ADBE3-9A94-4720-8CF8-9A8134603AF5}" dt="2024-12-03T12:44:15.485" v="3277" actId="1076"/>
        <pc:sldMkLst>
          <pc:docMk/>
          <pc:sldMk cId="957395287" sldId="330"/>
        </pc:sldMkLst>
        <pc:spChg chg="add mod">
          <ac:chgData name="Hossain, Tanvir" userId="5379524b-2947-4ff6-93a6-0f4602028252" providerId="ADAL" clId="{6F9ADBE3-9A94-4720-8CF8-9A8134603AF5}" dt="2024-12-03T12:34:25.797" v="3177" actId="14100"/>
          <ac:spMkLst>
            <pc:docMk/>
            <pc:sldMk cId="957395287" sldId="330"/>
            <ac:spMk id="2" creationId="{25433215-B0E8-8DC8-EAA1-2B9A87F6DA1C}"/>
          </ac:spMkLst>
        </pc:spChg>
        <pc:spChg chg="add del mod">
          <ac:chgData name="Hossain, Tanvir" userId="5379524b-2947-4ff6-93a6-0f4602028252" providerId="ADAL" clId="{6F9ADBE3-9A94-4720-8CF8-9A8134603AF5}" dt="2024-12-03T12:32:37.703" v="3119" actId="478"/>
          <ac:spMkLst>
            <pc:docMk/>
            <pc:sldMk cId="957395287" sldId="330"/>
            <ac:spMk id="3" creationId="{F95A104A-94E2-72C6-FE21-A1F319D39EDD}"/>
          </ac:spMkLst>
        </pc:spChg>
        <pc:spChg chg="mod">
          <ac:chgData name="Hossain, Tanvir" userId="5379524b-2947-4ff6-93a6-0f4602028252" providerId="ADAL" clId="{6F9ADBE3-9A94-4720-8CF8-9A8134603AF5}" dt="2024-12-03T12:30:59.429" v="3113" actId="403"/>
          <ac:spMkLst>
            <pc:docMk/>
            <pc:sldMk cId="957395287" sldId="330"/>
            <ac:spMk id="5" creationId="{B73C2B88-A365-188B-2F72-C8CA14013F4C}"/>
          </ac:spMkLst>
        </pc:spChg>
        <pc:spChg chg="add mod">
          <ac:chgData name="Hossain, Tanvir" userId="5379524b-2947-4ff6-93a6-0f4602028252" providerId="ADAL" clId="{6F9ADBE3-9A94-4720-8CF8-9A8134603AF5}" dt="2024-12-03T12:34:29.862" v="3178" actId="1076"/>
          <ac:spMkLst>
            <pc:docMk/>
            <pc:sldMk cId="957395287" sldId="330"/>
            <ac:spMk id="6" creationId="{8CFEA87E-109B-B163-B7A1-15BD3F5B77A2}"/>
          </ac:spMkLst>
        </pc:spChg>
        <pc:spChg chg="add mod">
          <ac:chgData name="Hossain, Tanvir" userId="5379524b-2947-4ff6-93a6-0f4602028252" providerId="ADAL" clId="{6F9ADBE3-9A94-4720-8CF8-9A8134603AF5}" dt="2024-12-03T12:36:09.516" v="3269" actId="14100"/>
          <ac:spMkLst>
            <pc:docMk/>
            <pc:sldMk cId="957395287" sldId="330"/>
            <ac:spMk id="7" creationId="{EB7FD37B-F1D0-ADA8-DAFD-9190D2DB3D02}"/>
          </ac:spMkLst>
        </pc:spChg>
        <pc:spChg chg="add mod">
          <ac:chgData name="Hossain, Tanvir" userId="5379524b-2947-4ff6-93a6-0f4602028252" providerId="ADAL" clId="{6F9ADBE3-9A94-4720-8CF8-9A8134603AF5}" dt="2024-12-03T12:44:07.012" v="3274" actId="20577"/>
          <ac:spMkLst>
            <pc:docMk/>
            <pc:sldMk cId="957395287" sldId="330"/>
            <ac:spMk id="8" creationId="{ABE6D3D4-501F-5CF0-9C56-ECBF29E4455F}"/>
          </ac:spMkLst>
        </pc:spChg>
        <pc:spChg chg="add del mod">
          <ac:chgData name="Hossain, Tanvir" userId="5379524b-2947-4ff6-93a6-0f4602028252" providerId="ADAL" clId="{6F9ADBE3-9A94-4720-8CF8-9A8134603AF5}" dt="2024-12-03T12:36:01.033" v="3265" actId="478"/>
          <ac:spMkLst>
            <pc:docMk/>
            <pc:sldMk cId="957395287" sldId="330"/>
            <ac:spMk id="15" creationId="{0BE23079-9B7E-9C66-CBBD-1D7863B1AD38}"/>
          </ac:spMkLst>
        </pc:spChg>
        <pc:spChg chg="add del mod">
          <ac:chgData name="Hossain, Tanvir" userId="5379524b-2947-4ff6-93a6-0f4602028252" providerId="ADAL" clId="{6F9ADBE3-9A94-4720-8CF8-9A8134603AF5}" dt="2024-12-03T12:36:01.033" v="3265" actId="478"/>
          <ac:spMkLst>
            <pc:docMk/>
            <pc:sldMk cId="957395287" sldId="330"/>
            <ac:spMk id="16" creationId="{247DFEAB-97E7-1864-75CF-79E03F3AB2CE}"/>
          </ac:spMkLst>
        </pc:spChg>
        <pc:spChg chg="add mod">
          <ac:chgData name="Hossain, Tanvir" userId="5379524b-2947-4ff6-93a6-0f4602028252" providerId="ADAL" clId="{6F9ADBE3-9A94-4720-8CF8-9A8134603AF5}" dt="2024-12-03T12:34:41.062" v="3185" actId="1076"/>
          <ac:spMkLst>
            <pc:docMk/>
            <pc:sldMk cId="957395287" sldId="330"/>
            <ac:spMk id="31" creationId="{4C7272DD-D23D-EFB5-B557-BD7155E600BF}"/>
          </ac:spMkLst>
        </pc:spChg>
        <pc:spChg chg="add mod">
          <ac:chgData name="Hossain, Tanvir" userId="5379524b-2947-4ff6-93a6-0f4602028252" providerId="ADAL" clId="{6F9ADBE3-9A94-4720-8CF8-9A8134603AF5}" dt="2024-12-03T12:36:07.724" v="3268" actId="1076"/>
          <ac:spMkLst>
            <pc:docMk/>
            <pc:sldMk cId="957395287" sldId="330"/>
            <ac:spMk id="32" creationId="{B1DCDAC8-F6C3-7EA8-C7C2-BD197DE96053}"/>
          </ac:spMkLst>
        </pc:spChg>
        <pc:spChg chg="add del mod">
          <ac:chgData name="Hossain, Tanvir" userId="5379524b-2947-4ff6-93a6-0f4602028252" providerId="ADAL" clId="{6F9ADBE3-9A94-4720-8CF8-9A8134603AF5}" dt="2024-12-03T12:36:01.033" v="3265" actId="478"/>
          <ac:spMkLst>
            <pc:docMk/>
            <pc:sldMk cId="957395287" sldId="330"/>
            <ac:spMk id="33" creationId="{20BC5F3E-45F8-65A1-2716-3C45F6B0D911}"/>
          </ac:spMkLst>
        </pc:spChg>
        <pc:spChg chg="add del mod">
          <ac:chgData name="Hossain, Tanvir" userId="5379524b-2947-4ff6-93a6-0f4602028252" providerId="ADAL" clId="{6F9ADBE3-9A94-4720-8CF8-9A8134603AF5}" dt="2024-12-03T12:36:01.033" v="3265" actId="478"/>
          <ac:spMkLst>
            <pc:docMk/>
            <pc:sldMk cId="957395287" sldId="330"/>
            <ac:spMk id="34" creationId="{5EF68122-80CA-BFD8-D93F-C8BC2450DACC}"/>
          </ac:spMkLst>
        </pc:spChg>
        <pc:picChg chg="add mod modCrop">
          <ac:chgData name="Hossain, Tanvir" userId="5379524b-2947-4ff6-93a6-0f4602028252" providerId="ADAL" clId="{6F9ADBE3-9A94-4720-8CF8-9A8134603AF5}" dt="2024-12-03T12:44:15.485" v="3277" actId="1076"/>
          <ac:picMkLst>
            <pc:docMk/>
            <pc:sldMk cId="957395287" sldId="330"/>
            <ac:picMk id="39" creationId="{004F9969-53A7-11AB-FABE-65110BC6831A}"/>
          </ac:picMkLst>
        </pc:picChg>
        <pc:cxnChg chg="add mod">
          <ac:chgData name="Hossain, Tanvir" userId="5379524b-2947-4ff6-93a6-0f4602028252" providerId="ADAL" clId="{6F9ADBE3-9A94-4720-8CF8-9A8134603AF5}" dt="2024-12-03T12:34:29.862" v="3178" actId="1076"/>
          <ac:cxnSpMkLst>
            <pc:docMk/>
            <pc:sldMk cId="957395287" sldId="330"/>
            <ac:cxnSpMk id="10" creationId="{D3198976-EBF4-AB0E-9AF7-A2C000CECDE0}"/>
          </ac:cxnSpMkLst>
        </pc:cxnChg>
        <pc:cxnChg chg="add mod">
          <ac:chgData name="Hossain, Tanvir" userId="5379524b-2947-4ff6-93a6-0f4602028252" providerId="ADAL" clId="{6F9ADBE3-9A94-4720-8CF8-9A8134603AF5}" dt="2024-12-03T12:36:09.516" v="3269" actId="14100"/>
          <ac:cxnSpMkLst>
            <pc:docMk/>
            <pc:sldMk cId="957395287" sldId="330"/>
            <ac:cxnSpMk id="12" creationId="{C86F3D8D-DBBA-E053-F855-DD78EB29FFB7}"/>
          </ac:cxnSpMkLst>
        </pc:cxnChg>
        <pc:cxnChg chg="add mod">
          <ac:chgData name="Hossain, Tanvir" userId="5379524b-2947-4ff6-93a6-0f4602028252" providerId="ADAL" clId="{6F9ADBE3-9A94-4720-8CF8-9A8134603AF5}" dt="2024-12-03T12:36:04.822" v="3267" actId="14100"/>
          <ac:cxnSpMkLst>
            <pc:docMk/>
            <pc:sldMk cId="957395287" sldId="330"/>
            <ac:cxnSpMk id="14" creationId="{EAE70DD5-8DD9-0F4D-4457-634E92649A99}"/>
          </ac:cxnSpMkLst>
        </pc:cxnChg>
      </pc:sldChg>
      <pc:sldChg chg="addSp delSp modSp add mod modAnim">
        <pc:chgData name="Hossain, Tanvir" userId="5379524b-2947-4ff6-93a6-0f4602028252" providerId="ADAL" clId="{6F9ADBE3-9A94-4720-8CF8-9A8134603AF5}" dt="2024-12-03T13:12:58.992" v="3692"/>
        <pc:sldMkLst>
          <pc:docMk/>
          <pc:sldMk cId="2855044898" sldId="331"/>
        </pc:sldMkLst>
        <pc:spChg chg="add del mod">
          <ac:chgData name="Hossain, Tanvir" userId="5379524b-2947-4ff6-93a6-0f4602028252" providerId="ADAL" clId="{6F9ADBE3-9A94-4720-8CF8-9A8134603AF5}" dt="2024-12-03T12:58:34.669" v="3416" actId="478"/>
          <ac:spMkLst>
            <pc:docMk/>
            <pc:sldMk cId="2855044898" sldId="331"/>
            <ac:spMk id="2" creationId="{05B43FD8-2870-CE67-9E59-F2BD42A4C933}"/>
          </ac:spMkLst>
        </pc:spChg>
        <pc:spChg chg="mod">
          <ac:chgData name="Hossain, Tanvir" userId="5379524b-2947-4ff6-93a6-0f4602028252" providerId="ADAL" clId="{6F9ADBE3-9A94-4720-8CF8-9A8134603AF5}" dt="2024-12-03T12:57:08.857" v="3408"/>
          <ac:spMkLst>
            <pc:docMk/>
            <pc:sldMk cId="2855044898" sldId="331"/>
            <ac:spMk id="3" creationId="{81CDF20F-BFB5-89E3-6E4E-991528F6118D}"/>
          </ac:spMkLst>
        </pc:spChg>
        <pc:spChg chg="mod">
          <ac:chgData name="Hossain, Tanvir" userId="5379524b-2947-4ff6-93a6-0f4602028252" providerId="ADAL" clId="{6F9ADBE3-9A94-4720-8CF8-9A8134603AF5}" dt="2024-12-03T12:58:18.604" v="3411" actId="1076"/>
          <ac:spMkLst>
            <pc:docMk/>
            <pc:sldMk cId="2855044898" sldId="331"/>
            <ac:spMk id="4" creationId="{7F84AE8F-7BC4-2A35-FC56-0FA8076C9248}"/>
          </ac:spMkLst>
        </pc:spChg>
        <pc:spChg chg="mod">
          <ac:chgData name="Hossain, Tanvir" userId="5379524b-2947-4ff6-93a6-0f4602028252" providerId="ADAL" clId="{6F9ADBE3-9A94-4720-8CF8-9A8134603AF5}" dt="2024-12-03T12:56:53.531" v="3407" actId="20577"/>
          <ac:spMkLst>
            <pc:docMk/>
            <pc:sldMk cId="2855044898" sldId="331"/>
            <ac:spMk id="5" creationId="{55C885CA-964B-B8E5-2BBA-E941C519FD84}"/>
          </ac:spMkLst>
        </pc:spChg>
        <pc:spChg chg="mod">
          <ac:chgData name="Hossain, Tanvir" userId="5379524b-2947-4ff6-93a6-0f4602028252" providerId="ADAL" clId="{6F9ADBE3-9A94-4720-8CF8-9A8134603AF5}" dt="2024-12-03T12:59:01.772" v="3423" actId="14100"/>
          <ac:spMkLst>
            <pc:docMk/>
            <pc:sldMk cId="2855044898" sldId="331"/>
            <ac:spMk id="7" creationId="{4610FE48-AA30-52E3-E819-7830C81A7675}"/>
          </ac:spMkLst>
        </pc:spChg>
      </pc:sldChg>
      <pc:sldChg chg="addSp delSp modSp add mod">
        <pc:chgData name="Hossain, Tanvir" userId="5379524b-2947-4ff6-93a6-0f4602028252" providerId="ADAL" clId="{6F9ADBE3-9A94-4720-8CF8-9A8134603AF5}" dt="2024-12-03T13:07:43.599" v="3611" actId="207"/>
        <pc:sldMkLst>
          <pc:docMk/>
          <pc:sldMk cId="2193085473" sldId="332"/>
        </pc:sldMkLst>
        <pc:spChg chg="add mod">
          <ac:chgData name="Hossain, Tanvir" userId="5379524b-2947-4ff6-93a6-0f4602028252" providerId="ADAL" clId="{6F9ADBE3-9A94-4720-8CF8-9A8134603AF5}" dt="2024-12-03T13:07:43.599" v="3611" actId="207"/>
          <ac:spMkLst>
            <pc:docMk/>
            <pc:sldMk cId="2193085473" sldId="332"/>
            <ac:spMk id="3" creationId="{E9EF10E0-FAE9-4697-6C30-BEFF6776603D}"/>
          </ac:spMkLst>
        </pc:spChg>
        <pc:spChg chg="mod">
          <ac:chgData name="Hossain, Tanvir" userId="5379524b-2947-4ff6-93a6-0f4602028252" providerId="ADAL" clId="{6F9ADBE3-9A94-4720-8CF8-9A8134603AF5}" dt="2024-12-03T13:05:46.095" v="3588" actId="20577"/>
          <ac:spMkLst>
            <pc:docMk/>
            <pc:sldMk cId="2193085473" sldId="332"/>
            <ac:spMk id="4" creationId="{3AAFC249-6888-3BA6-2F79-B44133796400}"/>
          </ac:spMkLst>
        </pc:spChg>
        <pc:spChg chg="del">
          <ac:chgData name="Hossain, Tanvir" userId="5379524b-2947-4ff6-93a6-0f4602028252" providerId="ADAL" clId="{6F9ADBE3-9A94-4720-8CF8-9A8134603AF5}" dt="2024-12-03T13:05:49.267" v="3589" actId="478"/>
          <ac:spMkLst>
            <pc:docMk/>
            <pc:sldMk cId="2193085473" sldId="332"/>
            <ac:spMk id="5" creationId="{FB7E8F6F-385F-7619-8AD2-4B72807AD266}"/>
          </ac:spMkLst>
        </pc:spChg>
        <pc:spChg chg="del">
          <ac:chgData name="Hossain, Tanvir" userId="5379524b-2947-4ff6-93a6-0f4602028252" providerId="ADAL" clId="{6F9ADBE3-9A94-4720-8CF8-9A8134603AF5}" dt="2024-12-03T13:05:49.267" v="3589" actId="478"/>
          <ac:spMkLst>
            <pc:docMk/>
            <pc:sldMk cId="2193085473" sldId="332"/>
            <ac:spMk id="8" creationId="{2A8DB18F-1B48-6F6E-2F33-F89ED5F872C3}"/>
          </ac:spMkLst>
        </pc:spChg>
        <pc:picChg chg="del">
          <ac:chgData name="Hossain, Tanvir" userId="5379524b-2947-4ff6-93a6-0f4602028252" providerId="ADAL" clId="{6F9ADBE3-9A94-4720-8CF8-9A8134603AF5}" dt="2024-12-03T13:05:49.267" v="3589" actId="478"/>
          <ac:picMkLst>
            <pc:docMk/>
            <pc:sldMk cId="2193085473" sldId="332"/>
            <ac:picMk id="6" creationId="{755E6DF0-D51D-E2E0-C704-1B2256529E53}"/>
          </ac:picMkLst>
        </pc:picChg>
      </pc:sldChg>
    </pc:docChg>
  </pc:docChgLst>
  <pc:docChgLst>
    <pc:chgData name="Hossain, Tanvir" userId="5379524b-2947-4ff6-93a6-0f4602028252" providerId="ADAL" clId="{460977CC-A1B4-40A8-96C6-4BB4836513A2}"/>
    <pc:docChg chg="undo custSel addSld delSld modSld sldOrd">
      <pc:chgData name="Hossain, Tanvir" userId="5379524b-2947-4ff6-93a6-0f4602028252" providerId="ADAL" clId="{460977CC-A1B4-40A8-96C6-4BB4836513A2}" dt="2024-12-05T16:02:53.113" v="1416"/>
      <pc:docMkLst>
        <pc:docMk/>
      </pc:docMkLst>
      <pc:sldChg chg="modSp mod">
        <pc:chgData name="Hossain, Tanvir" userId="5379524b-2947-4ff6-93a6-0f4602028252" providerId="ADAL" clId="{460977CC-A1B4-40A8-96C6-4BB4836513A2}" dt="2024-12-05T02:40:40.569" v="2" actId="20577"/>
        <pc:sldMkLst>
          <pc:docMk/>
          <pc:sldMk cId="1190987144" sldId="260"/>
        </pc:sldMkLst>
        <pc:spChg chg="mod">
          <ac:chgData name="Hossain, Tanvir" userId="5379524b-2947-4ff6-93a6-0f4602028252" providerId="ADAL" clId="{460977CC-A1B4-40A8-96C6-4BB4836513A2}" dt="2024-12-05T02:40:40.569" v="2" actId="20577"/>
          <ac:spMkLst>
            <pc:docMk/>
            <pc:sldMk cId="1190987144" sldId="260"/>
            <ac:spMk id="4" creationId="{9FFEC02B-5988-8F30-77A3-198C9CEE9E0F}"/>
          </ac:spMkLst>
        </pc:spChg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402523472" sldId="273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459045771" sldId="299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013830793" sldId="300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539239816" sldId="301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4108107038" sldId="302"/>
        </pc:sldMkLst>
      </pc:sldChg>
      <pc:sldChg chg="del mod modShow">
        <pc:chgData name="Hossain, Tanvir" userId="5379524b-2947-4ff6-93a6-0f4602028252" providerId="ADAL" clId="{460977CC-A1B4-40A8-96C6-4BB4836513A2}" dt="2024-12-05T15:41:48.010" v="1345" actId="47"/>
        <pc:sldMkLst>
          <pc:docMk/>
          <pc:sldMk cId="1545831695" sldId="303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151232805" sldId="305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530776127" sldId="306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834215198" sldId="307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184869192" sldId="308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746156560" sldId="309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769541821" sldId="310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804479514" sldId="311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3135438744" sldId="312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3558878580" sldId="313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3549013933" sldId="314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674310437" sldId="316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801828600" sldId="317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731278218" sldId="318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610282198" sldId="319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4207851127" sldId="320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62859621" sldId="321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363233826" sldId="322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3754208106" sldId="323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195896314" sldId="324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377728543" sldId="325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751353226" sldId="326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3110219764" sldId="327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234807020" sldId="328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552244406" sldId="329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957395287" sldId="330"/>
        </pc:sldMkLst>
      </pc:sldChg>
      <pc:sldChg chg="del mod modShow">
        <pc:chgData name="Hossain, Tanvir" userId="5379524b-2947-4ff6-93a6-0f4602028252" providerId="ADAL" clId="{460977CC-A1B4-40A8-96C6-4BB4836513A2}" dt="2024-12-05T15:41:59.776" v="1346" actId="47"/>
        <pc:sldMkLst>
          <pc:docMk/>
          <pc:sldMk cId="2855044898" sldId="331"/>
        </pc:sldMkLst>
      </pc:sldChg>
      <pc:sldChg chg="modSp mod">
        <pc:chgData name="Hossain, Tanvir" userId="5379524b-2947-4ff6-93a6-0f4602028252" providerId="ADAL" clId="{460977CC-A1B4-40A8-96C6-4BB4836513A2}" dt="2024-12-05T02:42:48.800" v="79" actId="20577"/>
        <pc:sldMkLst>
          <pc:docMk/>
          <pc:sldMk cId="2193085473" sldId="332"/>
        </pc:sldMkLst>
        <pc:spChg chg="mod">
          <ac:chgData name="Hossain, Tanvir" userId="5379524b-2947-4ff6-93a6-0f4602028252" providerId="ADAL" clId="{460977CC-A1B4-40A8-96C6-4BB4836513A2}" dt="2024-12-05T02:42:48.800" v="79" actId="20577"/>
          <ac:spMkLst>
            <pc:docMk/>
            <pc:sldMk cId="2193085473" sldId="332"/>
            <ac:spMk id="3" creationId="{E9EF10E0-FAE9-4697-6C30-BEFF6776603D}"/>
          </ac:spMkLst>
        </pc:spChg>
      </pc:sldChg>
      <pc:sldChg chg="addSp delSp modSp add del mod">
        <pc:chgData name="Hossain, Tanvir" userId="5379524b-2947-4ff6-93a6-0f4602028252" providerId="ADAL" clId="{460977CC-A1B4-40A8-96C6-4BB4836513A2}" dt="2024-12-05T15:42:57.382" v="1347" actId="47"/>
        <pc:sldMkLst>
          <pc:docMk/>
          <pc:sldMk cId="473797926" sldId="333"/>
        </pc:sldMkLst>
        <pc:spChg chg="add mod">
          <ac:chgData name="Hossain, Tanvir" userId="5379524b-2947-4ff6-93a6-0f4602028252" providerId="ADAL" clId="{460977CC-A1B4-40A8-96C6-4BB4836513A2}" dt="2024-12-05T03:30:02.933" v="120" actId="20577"/>
          <ac:spMkLst>
            <pc:docMk/>
            <pc:sldMk cId="473797926" sldId="333"/>
            <ac:spMk id="3" creationId="{1D7688DC-EBE7-AB63-7DB1-AB6D7A6EFFE7}"/>
          </ac:spMkLst>
        </pc:spChg>
        <pc:spChg chg="mod">
          <ac:chgData name="Hossain, Tanvir" userId="5379524b-2947-4ff6-93a6-0f4602028252" providerId="ADAL" clId="{460977CC-A1B4-40A8-96C6-4BB4836513A2}" dt="2024-12-05T02:42:21.952" v="70" actId="20577"/>
          <ac:spMkLst>
            <pc:docMk/>
            <pc:sldMk cId="473797926" sldId="333"/>
            <ac:spMk id="4" creationId="{47947B29-D78D-5259-58E2-9B35A65AEA0E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7" creationId="{A06B2E8A-E038-DC5E-14EB-4A70971CD119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8" creationId="{ED9C79DB-DD86-A733-22DE-4BB3FF99F72F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11" creationId="{8E4E7044-F533-5243-24E4-368B7B8E3A48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13" creationId="{7A70ED3C-038C-0523-C6B7-BDD937D08554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15" creationId="{1641140C-D607-2D57-2FFF-B38AECA4D57C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17" creationId="{B2EB360E-5199-D3CA-A6B2-F673D3169029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19" creationId="{CAD285D3-3AB0-20F8-602D-361CFE13E8EE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21" creationId="{2D8ADB76-7B89-970E-8E05-FCAC69098553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22" creationId="{4A0F069B-FDD1-CEB8-5C47-7833CD6EB724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23" creationId="{19F4EC8B-D7BE-34C5-5E2F-9A5BA109A39C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25" creationId="{1F0A265D-9847-9789-7CAC-F663CF80A4C3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27" creationId="{501F36C5-D41A-7DF9-437F-7CE9E039BE6B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28" creationId="{A462F12D-69EC-81B3-4826-8A9F9551F86F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29" creationId="{A88B1027-A05C-39CE-34F6-03DF1F2F0B15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30" creationId="{9FF3F1A1-A52E-C56E-6B02-CEF7F5297D23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31" creationId="{337EF845-7532-B3FE-ACFB-77D6FFEFBC0C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32" creationId="{E7842564-4EDF-20CC-AF44-320B0EA7DE8C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33" creationId="{43AADA13-A2DB-727A-EE8A-52134A7D6698}"/>
          </ac:spMkLst>
        </pc:spChg>
        <pc:spChg chg="del">
          <ac:chgData name="Hossain, Tanvir" userId="5379524b-2947-4ff6-93a6-0f4602028252" providerId="ADAL" clId="{460977CC-A1B4-40A8-96C6-4BB4836513A2}" dt="2024-12-05T02:41:06.647" v="5" actId="478"/>
          <ac:spMkLst>
            <pc:docMk/>
            <pc:sldMk cId="473797926" sldId="333"/>
            <ac:spMk id="34" creationId="{6FDD0510-61CB-9400-3939-DFAD9AA19C80}"/>
          </ac:spMkLst>
        </pc:spChg>
        <pc:spChg chg="del">
          <ac:chgData name="Hossain, Tanvir" userId="5379524b-2947-4ff6-93a6-0f4602028252" providerId="ADAL" clId="{460977CC-A1B4-40A8-96C6-4BB4836513A2}" dt="2024-12-05T02:41:09.555" v="6" actId="478"/>
          <ac:spMkLst>
            <pc:docMk/>
            <pc:sldMk cId="473797926" sldId="333"/>
            <ac:spMk id="50" creationId="{31E14BCC-22F3-C7AF-3AE5-43024207F4E2}"/>
          </ac:spMkLst>
        </pc:spChg>
        <pc:graphicFrameChg chg="del">
          <ac:chgData name="Hossain, Tanvir" userId="5379524b-2947-4ff6-93a6-0f4602028252" providerId="ADAL" clId="{460977CC-A1B4-40A8-96C6-4BB4836513A2}" dt="2024-12-05T02:41:06.647" v="5" actId="478"/>
          <ac:graphicFrameMkLst>
            <pc:docMk/>
            <pc:sldMk cId="473797926" sldId="333"/>
            <ac:graphicFrameMk id="2" creationId="{2BD044BB-3D87-1366-7F7B-9787B9488A23}"/>
          </ac:graphicFrameMkLst>
        </pc:graphicFrameChg>
        <pc:graphicFrameChg chg="del">
          <ac:chgData name="Hossain, Tanvir" userId="5379524b-2947-4ff6-93a6-0f4602028252" providerId="ADAL" clId="{460977CC-A1B4-40A8-96C6-4BB4836513A2}" dt="2024-12-05T02:41:06.647" v="5" actId="478"/>
          <ac:graphicFrameMkLst>
            <pc:docMk/>
            <pc:sldMk cId="473797926" sldId="333"/>
            <ac:graphicFrameMk id="5" creationId="{2E6A3872-EC15-FD02-BFA2-46324CFE3F4A}"/>
          </ac:graphicFrameMkLst>
        </pc:graphicFrameChg>
        <pc:graphicFrameChg chg="del">
          <ac:chgData name="Hossain, Tanvir" userId="5379524b-2947-4ff6-93a6-0f4602028252" providerId="ADAL" clId="{460977CC-A1B4-40A8-96C6-4BB4836513A2}" dt="2024-12-05T02:41:06.647" v="5" actId="478"/>
          <ac:graphicFrameMkLst>
            <pc:docMk/>
            <pc:sldMk cId="473797926" sldId="333"/>
            <ac:graphicFrameMk id="6" creationId="{E161D7C8-B597-8B07-8FEB-E729CC273D01}"/>
          </ac:graphicFrameMkLst>
        </pc:graphicFrameChg>
        <pc:cxnChg chg="del">
          <ac:chgData name="Hossain, Tanvir" userId="5379524b-2947-4ff6-93a6-0f4602028252" providerId="ADAL" clId="{460977CC-A1B4-40A8-96C6-4BB4836513A2}" dt="2024-12-05T02:41:06.647" v="5" actId="478"/>
          <ac:cxnSpMkLst>
            <pc:docMk/>
            <pc:sldMk cId="473797926" sldId="333"/>
            <ac:cxnSpMk id="36" creationId="{677D0979-5ACF-00AC-E158-3AFE366F9256}"/>
          </ac:cxnSpMkLst>
        </pc:cxnChg>
        <pc:cxnChg chg="del">
          <ac:chgData name="Hossain, Tanvir" userId="5379524b-2947-4ff6-93a6-0f4602028252" providerId="ADAL" clId="{460977CC-A1B4-40A8-96C6-4BB4836513A2}" dt="2024-12-05T02:41:06.647" v="5" actId="478"/>
          <ac:cxnSpMkLst>
            <pc:docMk/>
            <pc:sldMk cId="473797926" sldId="333"/>
            <ac:cxnSpMk id="38" creationId="{2A910918-A3F3-5770-8277-BA1745A029A4}"/>
          </ac:cxnSpMkLst>
        </pc:cxnChg>
        <pc:cxnChg chg="del mod">
          <ac:chgData name="Hossain, Tanvir" userId="5379524b-2947-4ff6-93a6-0f4602028252" providerId="ADAL" clId="{460977CC-A1B4-40A8-96C6-4BB4836513A2}" dt="2024-12-05T02:41:06.647" v="5" actId="478"/>
          <ac:cxnSpMkLst>
            <pc:docMk/>
            <pc:sldMk cId="473797926" sldId="333"/>
            <ac:cxnSpMk id="40" creationId="{F8F45D0B-ED46-A8CC-A1EB-F86423C1F9B4}"/>
          </ac:cxnSpMkLst>
        </pc:cxnChg>
        <pc:cxnChg chg="del">
          <ac:chgData name="Hossain, Tanvir" userId="5379524b-2947-4ff6-93a6-0f4602028252" providerId="ADAL" clId="{460977CC-A1B4-40A8-96C6-4BB4836513A2}" dt="2024-12-05T02:41:06.647" v="5" actId="478"/>
          <ac:cxnSpMkLst>
            <pc:docMk/>
            <pc:sldMk cId="473797926" sldId="333"/>
            <ac:cxnSpMk id="42" creationId="{18C7484D-2A1D-1B36-1CB3-6D1AC95E45F6}"/>
          </ac:cxnSpMkLst>
        </pc:cxnChg>
        <pc:cxnChg chg="del">
          <ac:chgData name="Hossain, Tanvir" userId="5379524b-2947-4ff6-93a6-0f4602028252" providerId="ADAL" clId="{460977CC-A1B4-40A8-96C6-4BB4836513A2}" dt="2024-12-05T02:41:06.647" v="5" actId="478"/>
          <ac:cxnSpMkLst>
            <pc:docMk/>
            <pc:sldMk cId="473797926" sldId="333"/>
            <ac:cxnSpMk id="44" creationId="{0F696280-D371-D563-B6D3-1C67C12E7486}"/>
          </ac:cxnSpMkLst>
        </pc:cxnChg>
        <pc:cxnChg chg="del mod">
          <ac:chgData name="Hossain, Tanvir" userId="5379524b-2947-4ff6-93a6-0f4602028252" providerId="ADAL" clId="{460977CC-A1B4-40A8-96C6-4BB4836513A2}" dt="2024-12-05T02:41:06.647" v="5" actId="478"/>
          <ac:cxnSpMkLst>
            <pc:docMk/>
            <pc:sldMk cId="473797926" sldId="333"/>
            <ac:cxnSpMk id="46" creationId="{0A7BBA29-D3B4-B51C-3C9E-B4BCEF63EDF4}"/>
          </ac:cxnSpMkLst>
        </pc:cxnChg>
        <pc:cxnChg chg="del">
          <ac:chgData name="Hossain, Tanvir" userId="5379524b-2947-4ff6-93a6-0f4602028252" providerId="ADAL" clId="{460977CC-A1B4-40A8-96C6-4BB4836513A2}" dt="2024-12-05T02:41:06.647" v="5" actId="478"/>
          <ac:cxnSpMkLst>
            <pc:docMk/>
            <pc:sldMk cId="473797926" sldId="333"/>
            <ac:cxnSpMk id="49" creationId="{950321C7-82B2-0695-ACED-98F522658731}"/>
          </ac:cxnSpMkLst>
        </pc:cxnChg>
      </pc:sldChg>
      <pc:sldChg chg="addSp modSp add mod">
        <pc:chgData name="Hossain, Tanvir" userId="5379524b-2947-4ff6-93a6-0f4602028252" providerId="ADAL" clId="{460977CC-A1B4-40A8-96C6-4BB4836513A2}" dt="2024-12-05T12:42:15.005" v="818" actId="1076"/>
        <pc:sldMkLst>
          <pc:docMk/>
          <pc:sldMk cId="2327959566" sldId="334"/>
        </pc:sldMkLst>
        <pc:spChg chg="mod">
          <ac:chgData name="Hossain, Tanvir" userId="5379524b-2947-4ff6-93a6-0f4602028252" providerId="ADAL" clId="{460977CC-A1B4-40A8-96C6-4BB4836513A2}" dt="2024-12-05T12:38:53.292" v="809" actId="20577"/>
          <ac:spMkLst>
            <pc:docMk/>
            <pc:sldMk cId="2327959566" sldId="334"/>
            <ac:spMk id="4" creationId="{CA1335C5-AF8F-8E00-926D-32BF102CBD1D}"/>
          </ac:spMkLst>
        </pc:spChg>
        <pc:spChg chg="add mod">
          <ac:chgData name="Hossain, Tanvir" userId="5379524b-2947-4ff6-93a6-0f4602028252" providerId="ADAL" clId="{460977CC-A1B4-40A8-96C6-4BB4836513A2}" dt="2024-12-05T12:42:15.005" v="818" actId="1076"/>
          <ac:spMkLst>
            <pc:docMk/>
            <pc:sldMk cId="2327959566" sldId="334"/>
            <ac:spMk id="6" creationId="{73E36BF3-572C-723C-8A93-47FCFA0157A3}"/>
          </ac:spMkLst>
        </pc:spChg>
        <pc:picChg chg="add mod">
          <ac:chgData name="Hossain, Tanvir" userId="5379524b-2947-4ff6-93a6-0f4602028252" providerId="ADAL" clId="{460977CC-A1B4-40A8-96C6-4BB4836513A2}" dt="2024-12-05T12:39:48.635" v="812" actId="1076"/>
          <ac:picMkLst>
            <pc:docMk/>
            <pc:sldMk cId="2327959566" sldId="334"/>
            <ac:picMk id="3" creationId="{FF4343E3-445F-8609-62FA-E8DB24EAF689}"/>
          </ac:picMkLst>
        </pc:picChg>
      </pc:sldChg>
      <pc:sldChg chg="addSp modSp add mod">
        <pc:chgData name="Hossain, Tanvir" userId="5379524b-2947-4ff6-93a6-0f4602028252" providerId="ADAL" clId="{460977CC-A1B4-40A8-96C6-4BB4836513A2}" dt="2024-12-05T15:04:26.856" v="1155" actId="20577"/>
        <pc:sldMkLst>
          <pc:docMk/>
          <pc:sldMk cId="2943244473" sldId="335"/>
        </pc:sldMkLst>
        <pc:spChg chg="mod">
          <ac:chgData name="Hossain, Tanvir" userId="5379524b-2947-4ff6-93a6-0f4602028252" providerId="ADAL" clId="{460977CC-A1B4-40A8-96C6-4BB4836513A2}" dt="2024-12-05T15:04:26.856" v="1155" actId="20577"/>
          <ac:spMkLst>
            <pc:docMk/>
            <pc:sldMk cId="2943244473" sldId="335"/>
            <ac:spMk id="4" creationId="{F5596928-C9AC-7D38-50AC-444E861D4B90}"/>
          </ac:spMkLst>
        </pc:spChg>
        <pc:picChg chg="add mod">
          <ac:chgData name="Hossain, Tanvir" userId="5379524b-2947-4ff6-93a6-0f4602028252" providerId="ADAL" clId="{460977CC-A1B4-40A8-96C6-4BB4836513A2}" dt="2024-12-05T13:44:19.241" v="1076" actId="1035"/>
          <ac:picMkLst>
            <pc:docMk/>
            <pc:sldMk cId="2943244473" sldId="335"/>
            <ac:picMk id="3" creationId="{E2847EF9-5707-FAB7-F57B-971437B57721}"/>
          </ac:picMkLst>
        </pc:picChg>
        <pc:picChg chg="add mod">
          <ac:chgData name="Hossain, Tanvir" userId="5379524b-2947-4ff6-93a6-0f4602028252" providerId="ADAL" clId="{460977CC-A1B4-40A8-96C6-4BB4836513A2}" dt="2024-12-05T13:44:19.241" v="1076" actId="1035"/>
          <ac:picMkLst>
            <pc:docMk/>
            <pc:sldMk cId="2943244473" sldId="335"/>
            <ac:picMk id="6" creationId="{69F3A73D-7D7C-2DE8-EB33-92D51FD8C466}"/>
          </ac:picMkLst>
        </pc:picChg>
        <pc:picChg chg="add mod">
          <ac:chgData name="Hossain, Tanvir" userId="5379524b-2947-4ff6-93a6-0f4602028252" providerId="ADAL" clId="{460977CC-A1B4-40A8-96C6-4BB4836513A2}" dt="2024-12-05T13:44:21.644" v="1077" actId="1076"/>
          <ac:picMkLst>
            <pc:docMk/>
            <pc:sldMk cId="2943244473" sldId="335"/>
            <ac:picMk id="8" creationId="{D4BB636F-777A-7F22-254F-A884B840B214}"/>
          </ac:picMkLst>
        </pc:picChg>
      </pc:sldChg>
      <pc:sldChg chg="add del">
        <pc:chgData name="Hossain, Tanvir" userId="5379524b-2947-4ff6-93a6-0f4602028252" providerId="ADAL" clId="{460977CC-A1B4-40A8-96C6-4BB4836513A2}" dt="2024-12-05T15:42:57.382" v="1347" actId="47"/>
        <pc:sldMkLst>
          <pc:docMk/>
          <pc:sldMk cId="462494095" sldId="336"/>
        </pc:sldMkLst>
      </pc:sldChg>
      <pc:sldChg chg="modSp add mod">
        <pc:chgData name="Hossain, Tanvir" userId="5379524b-2947-4ff6-93a6-0f4602028252" providerId="ADAL" clId="{460977CC-A1B4-40A8-96C6-4BB4836513A2}" dt="2024-12-05T15:44:32.967" v="1360" actId="20577"/>
        <pc:sldMkLst>
          <pc:docMk/>
          <pc:sldMk cId="1641580530" sldId="337"/>
        </pc:sldMkLst>
        <pc:spChg chg="mod">
          <ac:chgData name="Hossain, Tanvir" userId="5379524b-2947-4ff6-93a6-0f4602028252" providerId="ADAL" clId="{460977CC-A1B4-40A8-96C6-4BB4836513A2}" dt="2024-12-05T15:44:32.967" v="1360" actId="20577"/>
          <ac:spMkLst>
            <pc:docMk/>
            <pc:sldMk cId="1641580530" sldId="337"/>
            <ac:spMk id="3" creationId="{E8797479-26C9-AF18-EEA3-AA8A14255D23}"/>
          </ac:spMkLst>
        </pc:spChg>
      </pc:sldChg>
      <pc:sldChg chg="addSp delSp modSp add mod modAnim">
        <pc:chgData name="Hossain, Tanvir" userId="5379524b-2947-4ff6-93a6-0f4602028252" providerId="ADAL" clId="{460977CC-A1B4-40A8-96C6-4BB4836513A2}" dt="2024-12-05T16:00:57.922" v="1409"/>
        <pc:sldMkLst>
          <pc:docMk/>
          <pc:sldMk cId="887419320" sldId="338"/>
        </pc:sldMkLst>
        <pc:spChg chg="add del mod">
          <ac:chgData name="Hossain, Tanvir" userId="5379524b-2947-4ff6-93a6-0f4602028252" providerId="ADAL" clId="{460977CC-A1B4-40A8-96C6-4BB4836513A2}" dt="2024-12-05T12:07:34.746" v="312" actId="478"/>
          <ac:spMkLst>
            <pc:docMk/>
            <pc:sldMk cId="887419320" sldId="338"/>
            <ac:spMk id="2" creationId="{4AD09A41-8005-AC42-BBB4-5B196AFEFA78}"/>
          </ac:spMkLst>
        </pc:spChg>
        <pc:spChg chg="del">
          <ac:chgData name="Hossain, Tanvir" userId="5379524b-2947-4ff6-93a6-0f4602028252" providerId="ADAL" clId="{460977CC-A1B4-40A8-96C6-4BB4836513A2}" dt="2024-12-05T07:10:22.706" v="124" actId="478"/>
          <ac:spMkLst>
            <pc:docMk/>
            <pc:sldMk cId="887419320" sldId="338"/>
            <ac:spMk id="3" creationId="{7A472A3D-7176-7D90-AE53-240F426AADBE}"/>
          </ac:spMkLst>
        </pc:spChg>
        <pc:spChg chg="mod">
          <ac:chgData name="Hossain, Tanvir" userId="5379524b-2947-4ff6-93a6-0f4602028252" providerId="ADAL" clId="{460977CC-A1B4-40A8-96C6-4BB4836513A2}" dt="2024-12-05T07:12:02.546" v="150" actId="20577"/>
          <ac:spMkLst>
            <pc:docMk/>
            <pc:sldMk cId="887419320" sldId="338"/>
            <ac:spMk id="4" creationId="{FAF774B6-8AC7-96E2-F9CB-DE56EF1DBD2F}"/>
          </ac:spMkLst>
        </pc:spChg>
        <pc:spChg chg="add del mod">
          <ac:chgData name="Hossain, Tanvir" userId="5379524b-2947-4ff6-93a6-0f4602028252" providerId="ADAL" clId="{460977CC-A1B4-40A8-96C6-4BB4836513A2}" dt="2024-12-05T12:07:34.746" v="312" actId="478"/>
          <ac:spMkLst>
            <pc:docMk/>
            <pc:sldMk cId="887419320" sldId="338"/>
            <ac:spMk id="5" creationId="{B4107AAA-47EE-4BF5-2BE8-2CC9CB47399B}"/>
          </ac:spMkLst>
        </pc:spChg>
        <pc:spChg chg="add del mod">
          <ac:chgData name="Hossain, Tanvir" userId="5379524b-2947-4ff6-93a6-0f4602028252" providerId="ADAL" clId="{460977CC-A1B4-40A8-96C6-4BB4836513A2}" dt="2024-12-05T11:58:28.191" v="211" actId="478"/>
          <ac:spMkLst>
            <pc:docMk/>
            <pc:sldMk cId="887419320" sldId="338"/>
            <ac:spMk id="6" creationId="{7009157C-0EB9-3E76-849F-9E160D0C96AC}"/>
          </ac:spMkLst>
        </pc:spChg>
        <pc:spChg chg="add del mod ord">
          <ac:chgData name="Hossain, Tanvir" userId="5379524b-2947-4ff6-93a6-0f4602028252" providerId="ADAL" clId="{460977CC-A1B4-40A8-96C6-4BB4836513A2}" dt="2024-12-05T12:07:34.746" v="312" actId="478"/>
          <ac:spMkLst>
            <pc:docMk/>
            <pc:sldMk cId="887419320" sldId="338"/>
            <ac:spMk id="7" creationId="{382F1CF6-FD3C-3865-0B32-062D20AD29E1}"/>
          </ac:spMkLst>
        </pc:spChg>
        <pc:spChg chg="add mod">
          <ac:chgData name="Hossain, Tanvir" userId="5379524b-2947-4ff6-93a6-0f4602028252" providerId="ADAL" clId="{460977CC-A1B4-40A8-96C6-4BB4836513A2}" dt="2024-12-05T12:11:37.049" v="419" actId="1076"/>
          <ac:spMkLst>
            <pc:docMk/>
            <pc:sldMk cId="887419320" sldId="338"/>
            <ac:spMk id="9" creationId="{BE779974-2861-EB01-797C-49356AAB2C39}"/>
          </ac:spMkLst>
        </pc:spChg>
        <pc:spChg chg="add mod ord">
          <ac:chgData name="Hossain, Tanvir" userId="5379524b-2947-4ff6-93a6-0f4602028252" providerId="ADAL" clId="{460977CC-A1B4-40A8-96C6-4BB4836513A2}" dt="2024-12-05T12:10:50.353" v="406" actId="14100"/>
          <ac:spMkLst>
            <pc:docMk/>
            <pc:sldMk cId="887419320" sldId="338"/>
            <ac:spMk id="11" creationId="{556CE5E1-C88A-038E-0D72-8049423857C4}"/>
          </ac:spMkLst>
        </pc:spChg>
        <pc:spChg chg="add mod">
          <ac:chgData name="Hossain, Tanvir" userId="5379524b-2947-4ff6-93a6-0f4602028252" providerId="ADAL" clId="{460977CC-A1B4-40A8-96C6-4BB4836513A2}" dt="2024-12-05T12:10:40.634" v="402" actId="1076"/>
          <ac:spMkLst>
            <pc:docMk/>
            <pc:sldMk cId="887419320" sldId="338"/>
            <ac:spMk id="12" creationId="{F1EF53A7-BAED-20DC-19B4-F4DCA782B54B}"/>
          </ac:spMkLst>
        </pc:spChg>
        <pc:spChg chg="add mod">
          <ac:chgData name="Hossain, Tanvir" userId="5379524b-2947-4ff6-93a6-0f4602028252" providerId="ADAL" clId="{460977CC-A1B4-40A8-96C6-4BB4836513A2}" dt="2024-12-05T12:10:40.634" v="402" actId="1076"/>
          <ac:spMkLst>
            <pc:docMk/>
            <pc:sldMk cId="887419320" sldId="338"/>
            <ac:spMk id="13" creationId="{69251CCB-E3C0-90B1-980C-285E56C6D428}"/>
          </ac:spMkLst>
        </pc:spChg>
        <pc:spChg chg="add mod">
          <ac:chgData name="Hossain, Tanvir" userId="5379524b-2947-4ff6-93a6-0f4602028252" providerId="ADAL" clId="{460977CC-A1B4-40A8-96C6-4BB4836513A2}" dt="2024-12-05T12:10:13.375" v="382" actId="1076"/>
          <ac:spMkLst>
            <pc:docMk/>
            <pc:sldMk cId="887419320" sldId="338"/>
            <ac:spMk id="14" creationId="{9B809B79-E108-9E1C-07A1-80C06C24A41B}"/>
          </ac:spMkLst>
        </pc:spChg>
        <pc:spChg chg="add mod">
          <ac:chgData name="Hossain, Tanvir" userId="5379524b-2947-4ff6-93a6-0f4602028252" providerId="ADAL" clId="{460977CC-A1B4-40A8-96C6-4BB4836513A2}" dt="2024-12-05T12:11:39.425" v="420" actId="1076"/>
          <ac:spMkLst>
            <pc:docMk/>
            <pc:sldMk cId="887419320" sldId="338"/>
            <ac:spMk id="15" creationId="{8D8AB2D5-C752-6889-D5A6-949FAF3D1C5C}"/>
          </ac:spMkLst>
        </pc:spChg>
        <pc:spChg chg="add mod">
          <ac:chgData name="Hossain, Tanvir" userId="5379524b-2947-4ff6-93a6-0f4602028252" providerId="ADAL" clId="{460977CC-A1B4-40A8-96C6-4BB4836513A2}" dt="2024-12-05T12:11:57.478" v="427" actId="20577"/>
          <ac:spMkLst>
            <pc:docMk/>
            <pc:sldMk cId="887419320" sldId="338"/>
            <ac:spMk id="18" creationId="{FE551830-6B38-2105-208D-B4EA7CE71D44}"/>
          </ac:spMkLst>
        </pc:spChg>
        <pc:spChg chg="add mod">
          <ac:chgData name="Hossain, Tanvir" userId="5379524b-2947-4ff6-93a6-0f4602028252" providerId="ADAL" clId="{460977CC-A1B4-40A8-96C6-4BB4836513A2}" dt="2024-12-05T12:12:06.430" v="430" actId="20577"/>
          <ac:spMkLst>
            <pc:docMk/>
            <pc:sldMk cId="887419320" sldId="338"/>
            <ac:spMk id="19" creationId="{06335126-D4E5-3F98-9F1B-555507D245D0}"/>
          </ac:spMkLst>
        </pc:spChg>
        <pc:grpChg chg="add mod">
          <ac:chgData name="Hossain, Tanvir" userId="5379524b-2947-4ff6-93a6-0f4602028252" providerId="ADAL" clId="{460977CC-A1B4-40A8-96C6-4BB4836513A2}" dt="2024-12-05T12:10:40.634" v="402" actId="1076"/>
          <ac:grpSpMkLst>
            <pc:docMk/>
            <pc:sldMk cId="887419320" sldId="338"/>
            <ac:grpSpMk id="16" creationId="{1B5FB019-70B5-9442-FB7E-A6930E51335A}"/>
          </ac:grpSpMkLst>
        </pc:grpChg>
        <pc:graphicFrameChg chg="add mod modGraphic">
          <ac:chgData name="Hossain, Tanvir" userId="5379524b-2947-4ff6-93a6-0f4602028252" providerId="ADAL" clId="{460977CC-A1B4-40A8-96C6-4BB4836513A2}" dt="2024-12-05T12:11:37.049" v="419" actId="1076"/>
          <ac:graphicFrameMkLst>
            <pc:docMk/>
            <pc:sldMk cId="887419320" sldId="338"/>
            <ac:graphicFrameMk id="10" creationId="{C9BAAEB7-FFD4-5A0B-188D-7A7EADCA4405}"/>
          </ac:graphicFrameMkLst>
        </pc:graphicFrameChg>
        <pc:picChg chg="add mod">
          <ac:chgData name="Hossain, Tanvir" userId="5379524b-2947-4ff6-93a6-0f4602028252" providerId="ADAL" clId="{460977CC-A1B4-40A8-96C6-4BB4836513A2}" dt="2024-12-05T12:11:15.577" v="413" actId="1076"/>
          <ac:picMkLst>
            <pc:docMk/>
            <pc:sldMk cId="887419320" sldId="338"/>
            <ac:picMk id="8" creationId="{F7FB608C-0783-C0C2-9E10-DE26C254CA25}"/>
          </ac:picMkLst>
        </pc:picChg>
        <pc:picChg chg="add mod">
          <ac:chgData name="Hossain, Tanvir" userId="5379524b-2947-4ff6-93a6-0f4602028252" providerId="ADAL" clId="{460977CC-A1B4-40A8-96C6-4BB4836513A2}" dt="2024-12-05T12:11:30.611" v="418" actId="1076"/>
          <ac:picMkLst>
            <pc:docMk/>
            <pc:sldMk cId="887419320" sldId="338"/>
            <ac:picMk id="17" creationId="{93BF2C5C-E391-AAF4-50D6-A68EE2968B0D}"/>
          </ac:picMkLst>
        </pc:picChg>
        <pc:picChg chg="add mod">
          <ac:chgData name="Hossain, Tanvir" userId="5379524b-2947-4ff6-93a6-0f4602028252" providerId="ADAL" clId="{460977CC-A1B4-40A8-96C6-4BB4836513A2}" dt="2024-12-05T12:02:57.176" v="291" actId="1076"/>
          <ac:picMkLst>
            <pc:docMk/>
            <pc:sldMk cId="887419320" sldId="338"/>
            <ac:picMk id="1026" creationId="{2101A555-CE2B-DC72-94D6-075041E5F3BD}"/>
          </ac:picMkLst>
        </pc:picChg>
        <pc:picChg chg="add mod">
          <ac:chgData name="Hossain, Tanvir" userId="5379524b-2947-4ff6-93a6-0f4602028252" providerId="ADAL" clId="{460977CC-A1B4-40A8-96C6-4BB4836513A2}" dt="2024-12-05T12:10:47.249" v="405" actId="1076"/>
          <ac:picMkLst>
            <pc:docMk/>
            <pc:sldMk cId="887419320" sldId="338"/>
            <ac:picMk id="1028" creationId="{8DA8E86E-4FA7-0D97-EB8E-BFB843E5842B}"/>
          </ac:picMkLst>
        </pc:picChg>
        <pc:picChg chg="add del mod">
          <ac:chgData name="Hossain, Tanvir" userId="5379524b-2947-4ff6-93a6-0f4602028252" providerId="ADAL" clId="{460977CC-A1B4-40A8-96C6-4BB4836513A2}" dt="2024-12-05T12:08:37.399" v="332" actId="478"/>
          <ac:picMkLst>
            <pc:docMk/>
            <pc:sldMk cId="887419320" sldId="338"/>
            <ac:picMk id="1030" creationId="{213C6BB6-6C94-E489-ABE5-98D95625F178}"/>
          </ac:picMkLst>
        </pc:picChg>
        <pc:picChg chg="add del mod">
          <ac:chgData name="Hossain, Tanvir" userId="5379524b-2947-4ff6-93a6-0f4602028252" providerId="ADAL" clId="{460977CC-A1B4-40A8-96C6-4BB4836513A2}" dt="2024-12-05T12:08:37.399" v="332" actId="478"/>
          <ac:picMkLst>
            <pc:docMk/>
            <pc:sldMk cId="887419320" sldId="338"/>
            <ac:picMk id="1032" creationId="{C52DE3B8-AFD9-C71E-C666-612C50989891}"/>
          </ac:picMkLst>
        </pc:picChg>
        <pc:picChg chg="add mod">
          <ac:chgData name="Hossain, Tanvir" userId="5379524b-2947-4ff6-93a6-0f4602028252" providerId="ADAL" clId="{460977CC-A1B4-40A8-96C6-4BB4836513A2}" dt="2024-12-05T12:10:40.634" v="402" actId="1076"/>
          <ac:picMkLst>
            <pc:docMk/>
            <pc:sldMk cId="887419320" sldId="338"/>
            <ac:picMk id="1034" creationId="{67509552-3A04-98EA-2817-36005AC4BC86}"/>
          </ac:picMkLst>
        </pc:picChg>
        <pc:cxnChg chg="add mod">
          <ac:chgData name="Hossain, Tanvir" userId="5379524b-2947-4ff6-93a6-0f4602028252" providerId="ADAL" clId="{460977CC-A1B4-40A8-96C6-4BB4836513A2}" dt="2024-12-05T12:13:00.480" v="437" actId="208"/>
          <ac:cxnSpMkLst>
            <pc:docMk/>
            <pc:sldMk cId="887419320" sldId="338"/>
            <ac:cxnSpMk id="21" creationId="{EEDFF677-B3A3-5848-CF85-B733174850F5}"/>
          </ac:cxnSpMkLst>
        </pc:cxnChg>
        <pc:cxnChg chg="add mod">
          <ac:chgData name="Hossain, Tanvir" userId="5379524b-2947-4ff6-93a6-0f4602028252" providerId="ADAL" clId="{460977CC-A1B4-40A8-96C6-4BB4836513A2}" dt="2024-12-05T12:13:26.496" v="439" actId="1582"/>
          <ac:cxnSpMkLst>
            <pc:docMk/>
            <pc:sldMk cId="887419320" sldId="338"/>
            <ac:cxnSpMk id="27" creationId="{00E1F1D0-0398-EC1C-6600-A19A896C76D0}"/>
          </ac:cxnSpMkLst>
        </pc:cxnChg>
      </pc:sldChg>
      <pc:sldChg chg="modSp add mod modAnim">
        <pc:chgData name="Hossain, Tanvir" userId="5379524b-2947-4ff6-93a6-0f4602028252" providerId="ADAL" clId="{460977CC-A1B4-40A8-96C6-4BB4836513A2}" dt="2024-12-05T16:01:36.354" v="1414"/>
        <pc:sldMkLst>
          <pc:docMk/>
          <pc:sldMk cId="487528833" sldId="339"/>
        </pc:sldMkLst>
        <pc:graphicFrameChg chg="modGraphic">
          <ac:chgData name="Hossain, Tanvir" userId="5379524b-2947-4ff6-93a6-0f4602028252" providerId="ADAL" clId="{460977CC-A1B4-40A8-96C6-4BB4836513A2}" dt="2024-12-05T12:14:47.162" v="453" actId="403"/>
          <ac:graphicFrameMkLst>
            <pc:docMk/>
            <pc:sldMk cId="487528833" sldId="339"/>
            <ac:graphicFrameMk id="10" creationId="{B271CF03-15D2-D494-CA0F-B7EDB36426DF}"/>
          </ac:graphicFrameMkLst>
        </pc:graphicFrameChg>
      </pc:sldChg>
      <pc:sldChg chg="addSp modSp add mod">
        <pc:chgData name="Hossain, Tanvir" userId="5379524b-2947-4ff6-93a6-0f4602028252" providerId="ADAL" clId="{460977CC-A1B4-40A8-96C6-4BB4836513A2}" dt="2024-12-05T12:16:19.229" v="481" actId="207"/>
        <pc:sldMkLst>
          <pc:docMk/>
          <pc:sldMk cId="91235345" sldId="340"/>
        </pc:sldMkLst>
        <pc:spChg chg="add mod">
          <ac:chgData name="Hossain, Tanvir" userId="5379524b-2947-4ff6-93a6-0f4602028252" providerId="ADAL" clId="{460977CC-A1B4-40A8-96C6-4BB4836513A2}" dt="2024-12-05T12:16:19.229" v="481" actId="207"/>
          <ac:spMkLst>
            <pc:docMk/>
            <pc:sldMk cId="91235345" sldId="340"/>
            <ac:spMk id="5" creationId="{1C69044E-6394-16A1-C5C0-659D6CEC386F}"/>
          </ac:spMkLst>
        </pc:spChg>
        <pc:cxnChg chg="add mod">
          <ac:chgData name="Hossain, Tanvir" userId="5379524b-2947-4ff6-93a6-0f4602028252" providerId="ADAL" clId="{460977CC-A1B4-40A8-96C6-4BB4836513A2}" dt="2024-12-05T12:15:42.257" v="457" actId="208"/>
          <ac:cxnSpMkLst>
            <pc:docMk/>
            <pc:sldMk cId="91235345" sldId="340"/>
            <ac:cxnSpMk id="3" creationId="{AA7C5870-F91D-097C-35A0-50B06350149F}"/>
          </ac:cxnSpMkLst>
        </pc:cxnChg>
      </pc:sldChg>
      <pc:sldChg chg="addSp modSp add mod modAnim">
        <pc:chgData name="Hossain, Tanvir" userId="5379524b-2947-4ff6-93a6-0f4602028252" providerId="ADAL" clId="{460977CC-A1B4-40A8-96C6-4BB4836513A2}" dt="2024-12-05T12:18:12.160" v="503"/>
        <pc:sldMkLst>
          <pc:docMk/>
          <pc:sldMk cId="2725833803" sldId="341"/>
        </pc:sldMkLst>
        <pc:spChg chg="add mod">
          <ac:chgData name="Hossain, Tanvir" userId="5379524b-2947-4ff6-93a6-0f4602028252" providerId="ADAL" clId="{460977CC-A1B4-40A8-96C6-4BB4836513A2}" dt="2024-12-05T12:17:24.673" v="495" actId="1076"/>
          <ac:spMkLst>
            <pc:docMk/>
            <pc:sldMk cId="2725833803" sldId="341"/>
            <ac:spMk id="7" creationId="{06D2386F-1759-4647-E655-5E925DDE4933}"/>
          </ac:spMkLst>
        </pc:spChg>
        <pc:spChg chg="add mod">
          <ac:chgData name="Hossain, Tanvir" userId="5379524b-2947-4ff6-93a6-0f4602028252" providerId="ADAL" clId="{460977CC-A1B4-40A8-96C6-4BB4836513A2}" dt="2024-12-05T12:17:30.693" v="498" actId="20577"/>
          <ac:spMkLst>
            <pc:docMk/>
            <pc:sldMk cId="2725833803" sldId="341"/>
            <ac:spMk id="20" creationId="{9239F6F3-DC44-2323-A4B6-092CD874EB3F}"/>
          </ac:spMkLst>
        </pc:spChg>
        <pc:graphicFrameChg chg="modGraphic">
          <ac:chgData name="Hossain, Tanvir" userId="5379524b-2947-4ff6-93a6-0f4602028252" providerId="ADAL" clId="{460977CC-A1B4-40A8-96C6-4BB4836513A2}" dt="2024-12-05T12:16:47.407" v="487" actId="20577"/>
          <ac:graphicFrameMkLst>
            <pc:docMk/>
            <pc:sldMk cId="2725833803" sldId="341"/>
            <ac:graphicFrameMk id="10" creationId="{EE5865B8-F1DE-CAD8-F116-F4FF38746038}"/>
          </ac:graphicFrameMkLst>
        </pc:graphicFrameChg>
        <pc:cxnChg chg="add mod">
          <ac:chgData name="Hossain, Tanvir" userId="5379524b-2947-4ff6-93a6-0f4602028252" providerId="ADAL" clId="{460977CC-A1B4-40A8-96C6-4BB4836513A2}" dt="2024-12-05T12:16:43.480" v="485" actId="14100"/>
          <ac:cxnSpMkLst>
            <pc:docMk/>
            <pc:sldMk cId="2725833803" sldId="341"/>
            <ac:cxnSpMk id="2" creationId="{18393A53-2207-F3EC-2411-AC5054CD270A}"/>
          </ac:cxnSpMkLst>
        </pc:cxnChg>
      </pc:sldChg>
      <pc:sldChg chg="addSp delSp modSp add mod delAnim modAnim">
        <pc:chgData name="Hossain, Tanvir" userId="5379524b-2947-4ff6-93a6-0f4602028252" providerId="ADAL" clId="{460977CC-A1B4-40A8-96C6-4BB4836513A2}" dt="2024-12-05T16:02:53.113" v="1416"/>
        <pc:sldMkLst>
          <pc:docMk/>
          <pc:sldMk cId="2679274583" sldId="342"/>
        </pc:sldMkLst>
        <pc:spChg chg="mod">
          <ac:chgData name="Hossain, Tanvir" userId="5379524b-2947-4ff6-93a6-0f4602028252" providerId="ADAL" clId="{460977CC-A1B4-40A8-96C6-4BB4836513A2}" dt="2024-12-05T12:19:18.696" v="513" actId="20577"/>
          <ac:spMkLst>
            <pc:docMk/>
            <pc:sldMk cId="2679274583" sldId="342"/>
            <ac:spMk id="4" creationId="{21D401DC-3A3D-888B-19DE-1C658765B14A}"/>
          </ac:spMkLst>
        </pc:spChg>
        <pc:spChg chg="mod">
          <ac:chgData name="Hossain, Tanvir" userId="5379524b-2947-4ff6-93a6-0f4602028252" providerId="ADAL" clId="{460977CC-A1B4-40A8-96C6-4BB4836513A2}" dt="2024-12-05T12:21:20.646" v="545" actId="20577"/>
          <ac:spMkLst>
            <pc:docMk/>
            <pc:sldMk cId="2679274583" sldId="342"/>
            <ac:spMk id="5" creationId="{20CD5298-BFE5-1280-FBCA-6C851B709285}"/>
          </ac:spMkLst>
        </pc:spChg>
        <pc:spChg chg="add mod">
          <ac:chgData name="Hossain, Tanvir" userId="5379524b-2947-4ff6-93a6-0f4602028252" providerId="ADAL" clId="{460977CC-A1B4-40A8-96C6-4BB4836513A2}" dt="2024-12-05T12:20:39.805" v="523" actId="207"/>
          <ac:spMkLst>
            <pc:docMk/>
            <pc:sldMk cId="2679274583" sldId="342"/>
            <ac:spMk id="6" creationId="{5DFB04AF-7CCD-849F-5580-5199470D5401}"/>
          </ac:spMkLst>
        </pc:spChg>
        <pc:spChg chg="del">
          <ac:chgData name="Hossain, Tanvir" userId="5379524b-2947-4ff6-93a6-0f4602028252" providerId="ADAL" clId="{460977CC-A1B4-40A8-96C6-4BB4836513A2}" dt="2024-12-05T12:19:06.976" v="507" actId="478"/>
          <ac:spMkLst>
            <pc:docMk/>
            <pc:sldMk cId="2679274583" sldId="342"/>
            <ac:spMk id="7" creationId="{5A5709DB-4E21-B615-F9DE-295CD4651D0F}"/>
          </ac:spMkLst>
        </pc:spChg>
        <pc:spChg chg="del">
          <ac:chgData name="Hossain, Tanvir" userId="5379524b-2947-4ff6-93a6-0f4602028252" providerId="ADAL" clId="{460977CC-A1B4-40A8-96C6-4BB4836513A2}" dt="2024-12-05T12:19:04.195" v="506" actId="478"/>
          <ac:spMkLst>
            <pc:docMk/>
            <pc:sldMk cId="2679274583" sldId="342"/>
            <ac:spMk id="20" creationId="{C09608F8-CD4C-75A5-4112-2124B98E879B}"/>
          </ac:spMkLst>
        </pc:spChg>
        <pc:spChg chg="add mod">
          <ac:chgData name="Hossain, Tanvir" userId="5379524b-2947-4ff6-93a6-0f4602028252" providerId="ADAL" clId="{460977CC-A1B4-40A8-96C6-4BB4836513A2}" dt="2024-12-05T12:21:10.631" v="529" actId="1076"/>
          <ac:spMkLst>
            <pc:docMk/>
            <pc:sldMk cId="2679274583" sldId="342"/>
            <ac:spMk id="22" creationId="{3EAB6A04-4B31-AB2B-92E4-AC9E3E619D07}"/>
          </ac:spMkLst>
        </pc:spChg>
        <pc:graphicFrameChg chg="modGraphic">
          <ac:chgData name="Hossain, Tanvir" userId="5379524b-2947-4ff6-93a6-0f4602028252" providerId="ADAL" clId="{460977CC-A1B4-40A8-96C6-4BB4836513A2}" dt="2024-12-05T12:20:45.044" v="524" actId="20577"/>
          <ac:graphicFrameMkLst>
            <pc:docMk/>
            <pc:sldMk cId="2679274583" sldId="342"/>
            <ac:graphicFrameMk id="10" creationId="{17694817-7CF2-B70B-83E6-D88243169B44}"/>
          </ac:graphicFrameMkLst>
        </pc:graphicFrameChg>
      </pc:sldChg>
      <pc:sldChg chg="addSp modSp add del mod modAnim">
        <pc:chgData name="Hossain, Tanvir" userId="5379524b-2947-4ff6-93a6-0f4602028252" providerId="ADAL" clId="{460977CC-A1B4-40A8-96C6-4BB4836513A2}" dt="2024-12-05T12:29:49.898" v="582" actId="47"/>
        <pc:sldMkLst>
          <pc:docMk/>
          <pc:sldMk cId="2984390982" sldId="343"/>
        </pc:sldMkLst>
        <pc:spChg chg="add mod">
          <ac:chgData name="Hossain, Tanvir" userId="5379524b-2947-4ff6-93a6-0f4602028252" providerId="ADAL" clId="{460977CC-A1B4-40A8-96C6-4BB4836513A2}" dt="2024-12-05T12:22:44.527" v="566" actId="1076"/>
          <ac:spMkLst>
            <pc:docMk/>
            <pc:sldMk cId="2984390982" sldId="343"/>
            <ac:spMk id="7" creationId="{40C91FD9-5DDF-9F24-27AE-12D34B2E90B4}"/>
          </ac:spMkLst>
        </pc:spChg>
        <pc:spChg chg="add mod">
          <ac:chgData name="Hossain, Tanvir" userId="5379524b-2947-4ff6-93a6-0f4602028252" providerId="ADAL" clId="{460977CC-A1B4-40A8-96C6-4BB4836513A2}" dt="2024-12-05T12:23:50.513" v="576" actId="1076"/>
          <ac:spMkLst>
            <pc:docMk/>
            <pc:sldMk cId="2984390982" sldId="343"/>
            <ac:spMk id="20" creationId="{C5FBBE55-334B-41AD-320D-43D251B0BE66}"/>
          </ac:spMkLst>
        </pc:spChg>
      </pc:sldChg>
      <pc:sldChg chg="modSp add mod">
        <pc:chgData name="Hossain, Tanvir" userId="5379524b-2947-4ff6-93a6-0f4602028252" providerId="ADAL" clId="{460977CC-A1B4-40A8-96C6-4BB4836513A2}" dt="2024-12-05T12:24:23.376" v="581" actId="1076"/>
        <pc:sldMkLst>
          <pc:docMk/>
          <pc:sldMk cId="3085082458" sldId="344"/>
        </pc:sldMkLst>
        <pc:spChg chg="mod">
          <ac:chgData name="Hossain, Tanvir" userId="5379524b-2947-4ff6-93a6-0f4602028252" providerId="ADAL" clId="{460977CC-A1B4-40A8-96C6-4BB4836513A2}" dt="2024-12-05T12:24:23.376" v="581" actId="1076"/>
          <ac:spMkLst>
            <pc:docMk/>
            <pc:sldMk cId="3085082458" sldId="344"/>
            <ac:spMk id="14" creationId="{E0243958-4161-2B3A-95AA-B4950B2228C0}"/>
          </ac:spMkLst>
        </pc:spChg>
      </pc:sldChg>
      <pc:sldChg chg="addSp delSp modSp add mod modAnim">
        <pc:chgData name="Hossain, Tanvir" userId="5379524b-2947-4ff6-93a6-0f4602028252" providerId="ADAL" clId="{460977CC-A1B4-40A8-96C6-4BB4836513A2}" dt="2024-12-05T12:32:55.998" v="693" actId="1076"/>
        <pc:sldMkLst>
          <pc:docMk/>
          <pc:sldMk cId="3627048319" sldId="345"/>
        </pc:sldMkLst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5" creationId="{5681B02F-28D2-2B5A-DE4C-DB0F045C6057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6" creationId="{F6DA11E8-04A9-F152-89EC-AFD6448316F8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7" creationId="{B07155B8-5779-5020-98F1-8472D28FFDD9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9" creationId="{A4F696EE-F00F-0EA4-95BC-F4FBE6260165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11" creationId="{EE93FC1A-2809-4BDE-E069-D25AD6D203BE}"/>
          </ac:spMkLst>
        </pc:spChg>
        <pc:spChg chg="del">
          <ac:chgData name="Hossain, Tanvir" userId="5379524b-2947-4ff6-93a6-0f4602028252" providerId="ADAL" clId="{460977CC-A1B4-40A8-96C6-4BB4836513A2}" dt="2024-12-05T12:30:17.637" v="585" actId="478"/>
          <ac:spMkLst>
            <pc:docMk/>
            <pc:sldMk cId="3627048319" sldId="345"/>
            <ac:spMk id="14" creationId="{4201F472-CA2D-DB3E-B98F-19F340E822A0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15" creationId="{2B272D68-3C45-60E9-9832-345669D558B6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18" creationId="{EB88E9C4-F2D5-2942-1018-DFAF3C98FD6F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19" creationId="{DE0D479C-4EB1-B25A-77D3-089CDAD7ABCC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20" creationId="{B32C90EC-EF6B-34D3-8131-13329B699CD0}"/>
          </ac:spMkLst>
        </pc:spChg>
        <pc:spChg chg="del">
          <ac:chgData name="Hossain, Tanvir" userId="5379524b-2947-4ff6-93a6-0f4602028252" providerId="ADAL" clId="{460977CC-A1B4-40A8-96C6-4BB4836513A2}" dt="2024-12-05T12:30:15.195" v="584" actId="478"/>
          <ac:spMkLst>
            <pc:docMk/>
            <pc:sldMk cId="3627048319" sldId="345"/>
            <ac:spMk id="22" creationId="{9591DFFE-3A4B-4981-BA63-22A02753F0B8}"/>
          </ac:spMkLst>
        </pc:spChg>
        <pc:spChg chg="add mod">
          <ac:chgData name="Hossain, Tanvir" userId="5379524b-2947-4ff6-93a6-0f4602028252" providerId="ADAL" clId="{460977CC-A1B4-40A8-96C6-4BB4836513A2}" dt="2024-12-05T12:32:55.998" v="693" actId="1076"/>
          <ac:spMkLst>
            <pc:docMk/>
            <pc:sldMk cId="3627048319" sldId="345"/>
            <ac:spMk id="29" creationId="{E0837338-C24D-889B-74BA-52FEA1C636DA}"/>
          </ac:spMkLst>
        </pc:spChg>
        <pc:spChg chg="add mod">
          <ac:chgData name="Hossain, Tanvir" userId="5379524b-2947-4ff6-93a6-0f4602028252" providerId="ADAL" clId="{460977CC-A1B4-40A8-96C6-4BB4836513A2}" dt="2024-12-05T12:32:55.998" v="693" actId="1076"/>
          <ac:spMkLst>
            <pc:docMk/>
            <pc:sldMk cId="3627048319" sldId="345"/>
            <ac:spMk id="30" creationId="{507133F5-75E5-2165-41EC-2EE88825938D}"/>
          </ac:spMkLst>
        </pc:spChg>
        <pc:grpChg chg="del">
          <ac:chgData name="Hossain, Tanvir" userId="5379524b-2947-4ff6-93a6-0f4602028252" providerId="ADAL" clId="{460977CC-A1B4-40A8-96C6-4BB4836513A2}" dt="2024-12-05T12:30:15.195" v="584" actId="478"/>
          <ac:grpSpMkLst>
            <pc:docMk/>
            <pc:sldMk cId="3627048319" sldId="345"/>
            <ac:grpSpMk id="16" creationId="{35C9146A-190B-0FC9-BE9A-30350BBED122}"/>
          </ac:grpSpMkLst>
        </pc:grpChg>
        <pc:graphicFrameChg chg="del">
          <ac:chgData name="Hossain, Tanvir" userId="5379524b-2947-4ff6-93a6-0f4602028252" providerId="ADAL" clId="{460977CC-A1B4-40A8-96C6-4BB4836513A2}" dt="2024-12-05T12:30:15.195" v="584" actId="478"/>
          <ac:graphicFrameMkLst>
            <pc:docMk/>
            <pc:sldMk cId="3627048319" sldId="345"/>
            <ac:graphicFrameMk id="10" creationId="{06999799-0469-A22F-2941-DB8B3CB9D091}"/>
          </ac:graphicFrameMkLst>
        </pc:graphicFrameChg>
        <pc:picChg chg="del">
          <ac:chgData name="Hossain, Tanvir" userId="5379524b-2947-4ff6-93a6-0f4602028252" providerId="ADAL" clId="{460977CC-A1B4-40A8-96C6-4BB4836513A2}" dt="2024-12-05T12:30:15.195" v="584" actId="478"/>
          <ac:picMkLst>
            <pc:docMk/>
            <pc:sldMk cId="3627048319" sldId="345"/>
            <ac:picMk id="8" creationId="{8EF8E0D7-58BE-C99E-4D5B-6B59401B3328}"/>
          </ac:picMkLst>
        </pc:picChg>
        <pc:picChg chg="del">
          <ac:chgData name="Hossain, Tanvir" userId="5379524b-2947-4ff6-93a6-0f4602028252" providerId="ADAL" clId="{460977CC-A1B4-40A8-96C6-4BB4836513A2}" dt="2024-12-05T12:30:15.195" v="584" actId="478"/>
          <ac:picMkLst>
            <pc:docMk/>
            <pc:sldMk cId="3627048319" sldId="345"/>
            <ac:picMk id="17" creationId="{CE46CEFA-318A-6BFD-3540-C490B00A704F}"/>
          </ac:picMkLst>
        </pc:picChg>
        <pc:picChg chg="del">
          <ac:chgData name="Hossain, Tanvir" userId="5379524b-2947-4ff6-93a6-0f4602028252" providerId="ADAL" clId="{460977CC-A1B4-40A8-96C6-4BB4836513A2}" dt="2024-12-05T12:30:15.195" v="584" actId="478"/>
          <ac:picMkLst>
            <pc:docMk/>
            <pc:sldMk cId="3627048319" sldId="345"/>
            <ac:picMk id="1026" creationId="{A368E294-C22F-FE2C-07A2-E62440653367}"/>
          </ac:picMkLst>
        </pc:picChg>
        <pc:picChg chg="mod">
          <ac:chgData name="Hossain, Tanvir" userId="5379524b-2947-4ff6-93a6-0f4602028252" providerId="ADAL" clId="{460977CC-A1B4-40A8-96C6-4BB4836513A2}" dt="2024-12-05T12:32:55.998" v="693" actId="1076"/>
          <ac:picMkLst>
            <pc:docMk/>
            <pc:sldMk cId="3627048319" sldId="345"/>
            <ac:picMk id="1028" creationId="{F027940B-07A6-FE48-0E62-6D8A306A6893}"/>
          </ac:picMkLst>
        </pc:picChg>
        <pc:cxnChg chg="del">
          <ac:chgData name="Hossain, Tanvir" userId="5379524b-2947-4ff6-93a6-0f4602028252" providerId="ADAL" clId="{460977CC-A1B4-40A8-96C6-4BB4836513A2}" dt="2024-12-05T12:30:15.195" v="584" actId="478"/>
          <ac:cxnSpMkLst>
            <pc:docMk/>
            <pc:sldMk cId="3627048319" sldId="345"/>
            <ac:cxnSpMk id="2" creationId="{243B1629-F087-3244-B401-26A62E5FF373}"/>
          </ac:cxnSpMkLst>
        </pc:cxnChg>
        <pc:cxnChg chg="del mod">
          <ac:chgData name="Hossain, Tanvir" userId="5379524b-2947-4ff6-93a6-0f4602028252" providerId="ADAL" clId="{460977CC-A1B4-40A8-96C6-4BB4836513A2}" dt="2024-12-05T12:30:19.828" v="586" actId="478"/>
          <ac:cxnSpMkLst>
            <pc:docMk/>
            <pc:sldMk cId="3627048319" sldId="345"/>
            <ac:cxnSpMk id="3" creationId="{9766362E-7C21-3506-A89D-4F1E8E687814}"/>
          </ac:cxnSpMkLst>
        </pc:cxnChg>
        <pc:cxnChg chg="del">
          <ac:chgData name="Hossain, Tanvir" userId="5379524b-2947-4ff6-93a6-0f4602028252" providerId="ADAL" clId="{460977CC-A1B4-40A8-96C6-4BB4836513A2}" dt="2024-12-05T12:30:15.195" v="584" actId="478"/>
          <ac:cxnSpMkLst>
            <pc:docMk/>
            <pc:sldMk cId="3627048319" sldId="345"/>
            <ac:cxnSpMk id="21" creationId="{B95725FF-30AC-C0CA-55EC-C5312804B223}"/>
          </ac:cxnSpMkLst>
        </pc:cxnChg>
        <pc:cxnChg chg="add mod">
          <ac:chgData name="Hossain, Tanvir" userId="5379524b-2947-4ff6-93a6-0f4602028252" providerId="ADAL" clId="{460977CC-A1B4-40A8-96C6-4BB4836513A2}" dt="2024-12-05T12:32:55.998" v="693" actId="1076"/>
          <ac:cxnSpMkLst>
            <pc:docMk/>
            <pc:sldMk cId="3627048319" sldId="345"/>
            <ac:cxnSpMk id="24" creationId="{29FB2471-5EC7-0E7B-826B-A85B522B3574}"/>
          </ac:cxnSpMkLst>
        </pc:cxnChg>
        <pc:cxnChg chg="add mod">
          <ac:chgData name="Hossain, Tanvir" userId="5379524b-2947-4ff6-93a6-0f4602028252" providerId="ADAL" clId="{460977CC-A1B4-40A8-96C6-4BB4836513A2}" dt="2024-12-05T12:32:55.998" v="693" actId="1076"/>
          <ac:cxnSpMkLst>
            <pc:docMk/>
            <pc:sldMk cId="3627048319" sldId="345"/>
            <ac:cxnSpMk id="25" creationId="{998805D0-2734-8992-E8B6-6DF9AF942F9F}"/>
          </ac:cxnSpMkLst>
        </pc:cxnChg>
        <pc:cxnChg chg="del">
          <ac:chgData name="Hossain, Tanvir" userId="5379524b-2947-4ff6-93a6-0f4602028252" providerId="ADAL" clId="{460977CC-A1B4-40A8-96C6-4BB4836513A2}" dt="2024-12-05T12:30:15.195" v="584" actId="478"/>
          <ac:cxnSpMkLst>
            <pc:docMk/>
            <pc:sldMk cId="3627048319" sldId="345"/>
            <ac:cxnSpMk id="27" creationId="{2C98A4EF-3873-1470-2228-CE1D96B01B98}"/>
          </ac:cxnSpMkLst>
        </pc:cxnChg>
      </pc:sldChg>
      <pc:sldChg chg="addSp delSp modSp add mod modAnim">
        <pc:chgData name="Hossain, Tanvir" userId="5379524b-2947-4ff6-93a6-0f4602028252" providerId="ADAL" clId="{460977CC-A1B4-40A8-96C6-4BB4836513A2}" dt="2024-12-05T12:34:38.585" v="791"/>
        <pc:sldMkLst>
          <pc:docMk/>
          <pc:sldMk cId="2652832738" sldId="346"/>
        </pc:sldMkLst>
        <pc:spChg chg="add mod">
          <ac:chgData name="Hossain, Tanvir" userId="5379524b-2947-4ff6-93a6-0f4602028252" providerId="ADAL" clId="{460977CC-A1B4-40A8-96C6-4BB4836513A2}" dt="2024-12-05T12:34:08.325" v="786" actId="1076"/>
          <ac:spMkLst>
            <pc:docMk/>
            <pc:sldMk cId="2652832738" sldId="346"/>
            <ac:spMk id="2" creationId="{883ABA40-F417-5299-2A57-4DAD84C0A810}"/>
          </ac:spMkLst>
        </pc:spChg>
        <pc:spChg chg="mod">
          <ac:chgData name="Hossain, Tanvir" userId="5379524b-2947-4ff6-93a6-0f4602028252" providerId="ADAL" clId="{460977CC-A1B4-40A8-96C6-4BB4836513A2}" dt="2024-12-05T12:33:56.119" v="780" actId="1076"/>
          <ac:spMkLst>
            <pc:docMk/>
            <pc:sldMk cId="2652832738" sldId="346"/>
            <ac:spMk id="29" creationId="{DD1B06F8-FE0D-001F-FC31-49728B622A67}"/>
          </ac:spMkLst>
        </pc:spChg>
        <pc:spChg chg="del">
          <ac:chgData name="Hossain, Tanvir" userId="5379524b-2947-4ff6-93a6-0f4602028252" providerId="ADAL" clId="{460977CC-A1B4-40A8-96C6-4BB4836513A2}" dt="2024-12-05T12:33:10.233" v="697" actId="478"/>
          <ac:spMkLst>
            <pc:docMk/>
            <pc:sldMk cId="2652832738" sldId="346"/>
            <ac:spMk id="30" creationId="{DDECDBB5-B15B-5361-877C-0647B3C26529}"/>
          </ac:spMkLst>
        </pc:spChg>
        <pc:picChg chg="add mod">
          <ac:chgData name="Hossain, Tanvir" userId="5379524b-2947-4ff6-93a6-0f4602028252" providerId="ADAL" clId="{460977CC-A1B4-40A8-96C6-4BB4836513A2}" dt="2024-12-05T12:34:36.885" v="790" actId="1076"/>
          <ac:picMkLst>
            <pc:docMk/>
            <pc:sldMk cId="2652832738" sldId="346"/>
            <ac:picMk id="3" creationId="{0173790C-C821-2F42-65A9-BA41DE9C756C}"/>
          </ac:picMkLst>
        </pc:picChg>
        <pc:picChg chg="del">
          <ac:chgData name="Hossain, Tanvir" userId="5379524b-2947-4ff6-93a6-0f4602028252" providerId="ADAL" clId="{460977CC-A1B4-40A8-96C6-4BB4836513A2}" dt="2024-12-05T12:33:06.418" v="695" actId="478"/>
          <ac:picMkLst>
            <pc:docMk/>
            <pc:sldMk cId="2652832738" sldId="346"/>
            <ac:picMk id="1028" creationId="{695DE5EC-E34E-3A02-D0EA-D2D432E7413C}"/>
          </ac:picMkLst>
        </pc:picChg>
        <pc:cxnChg chg="del mod">
          <ac:chgData name="Hossain, Tanvir" userId="5379524b-2947-4ff6-93a6-0f4602028252" providerId="ADAL" clId="{460977CC-A1B4-40A8-96C6-4BB4836513A2}" dt="2024-12-05T12:33:08.805" v="696" actId="478"/>
          <ac:cxnSpMkLst>
            <pc:docMk/>
            <pc:sldMk cId="2652832738" sldId="346"/>
            <ac:cxnSpMk id="24" creationId="{8BBC95AF-A9FB-2D79-13EA-B6D22AAD0DD0}"/>
          </ac:cxnSpMkLst>
        </pc:cxnChg>
        <pc:cxnChg chg="del mod">
          <ac:chgData name="Hossain, Tanvir" userId="5379524b-2947-4ff6-93a6-0f4602028252" providerId="ADAL" clId="{460977CC-A1B4-40A8-96C6-4BB4836513A2}" dt="2024-12-05T12:33:08.805" v="696" actId="478"/>
          <ac:cxnSpMkLst>
            <pc:docMk/>
            <pc:sldMk cId="2652832738" sldId="346"/>
            <ac:cxnSpMk id="25" creationId="{BF46FB4F-EAF8-2EAA-27C2-1184B754E465}"/>
          </ac:cxnSpMkLst>
        </pc:cxnChg>
      </pc:sldChg>
      <pc:sldChg chg="addSp modSp add mod modAnim">
        <pc:chgData name="Hossain, Tanvir" userId="5379524b-2947-4ff6-93a6-0f4602028252" providerId="ADAL" clId="{460977CC-A1B4-40A8-96C6-4BB4836513A2}" dt="2024-12-05T12:57:56.798" v="1028"/>
        <pc:sldMkLst>
          <pc:docMk/>
          <pc:sldMk cId="3535047688" sldId="347"/>
        </pc:sldMkLst>
        <pc:spChg chg="add mod">
          <ac:chgData name="Hossain, Tanvir" userId="5379524b-2947-4ff6-93a6-0f4602028252" providerId="ADAL" clId="{460977CC-A1B4-40A8-96C6-4BB4836513A2}" dt="2024-12-05T12:54:24.337" v="985" actId="1076"/>
          <ac:spMkLst>
            <pc:docMk/>
            <pc:sldMk cId="3535047688" sldId="347"/>
            <ac:spMk id="2" creationId="{CCB5D8B5-2FCB-B039-9EA6-B11B10B2CF8C}"/>
          </ac:spMkLst>
        </pc:spChg>
        <pc:spChg chg="add mod">
          <ac:chgData name="Hossain, Tanvir" userId="5379524b-2947-4ff6-93a6-0f4602028252" providerId="ADAL" clId="{460977CC-A1B4-40A8-96C6-4BB4836513A2}" dt="2024-12-05T12:57:12.775" v="1018" actId="122"/>
          <ac:spMkLst>
            <pc:docMk/>
            <pc:sldMk cId="3535047688" sldId="347"/>
            <ac:spMk id="3" creationId="{1685A434-0D8D-64DE-8667-5B587CA43E4D}"/>
          </ac:spMkLst>
        </pc:spChg>
        <pc:spChg chg="mod">
          <ac:chgData name="Hossain, Tanvir" userId="5379524b-2947-4ff6-93a6-0f4602028252" providerId="ADAL" clId="{460977CC-A1B4-40A8-96C6-4BB4836513A2}" dt="2024-12-05T12:52:06.490" v="965" actId="20577"/>
          <ac:spMkLst>
            <pc:docMk/>
            <pc:sldMk cId="3535047688" sldId="347"/>
            <ac:spMk id="4" creationId="{99E94888-D967-1E62-516A-3CC0A0E99148}"/>
          </ac:spMkLst>
        </pc:spChg>
        <pc:spChg chg="add mod">
          <ac:chgData name="Hossain, Tanvir" userId="5379524b-2947-4ff6-93a6-0f4602028252" providerId="ADAL" clId="{460977CC-A1B4-40A8-96C6-4BB4836513A2}" dt="2024-12-05T12:57:09.876" v="1017" actId="122"/>
          <ac:spMkLst>
            <pc:docMk/>
            <pc:sldMk cId="3535047688" sldId="347"/>
            <ac:spMk id="5" creationId="{ECD56FFE-701E-B260-BC87-AA7BE873A346}"/>
          </ac:spMkLst>
        </pc:spChg>
        <pc:spChg chg="add mod">
          <ac:chgData name="Hossain, Tanvir" userId="5379524b-2947-4ff6-93a6-0f4602028252" providerId="ADAL" clId="{460977CC-A1B4-40A8-96C6-4BB4836513A2}" dt="2024-12-05T12:57:07.547" v="1016" actId="122"/>
          <ac:spMkLst>
            <pc:docMk/>
            <pc:sldMk cId="3535047688" sldId="347"/>
            <ac:spMk id="6" creationId="{0ACF5C93-0DAA-2583-1FF3-C4912F8AFAEC}"/>
          </ac:spMkLst>
        </pc:spChg>
        <pc:spChg chg="add mod">
          <ac:chgData name="Hossain, Tanvir" userId="5379524b-2947-4ff6-93a6-0f4602028252" providerId="ADAL" clId="{460977CC-A1B4-40A8-96C6-4BB4836513A2}" dt="2024-12-05T12:56:49.081" v="1013" actId="14100"/>
          <ac:spMkLst>
            <pc:docMk/>
            <pc:sldMk cId="3535047688" sldId="347"/>
            <ac:spMk id="7" creationId="{7409A99D-DC1E-06C0-2670-903EF9819A59}"/>
          </ac:spMkLst>
        </pc:spChg>
        <pc:spChg chg="add mod">
          <ac:chgData name="Hossain, Tanvir" userId="5379524b-2947-4ff6-93a6-0f4602028252" providerId="ADAL" clId="{460977CC-A1B4-40A8-96C6-4BB4836513A2}" dt="2024-12-05T12:57:02.636" v="1015"/>
          <ac:spMkLst>
            <pc:docMk/>
            <pc:sldMk cId="3535047688" sldId="347"/>
            <ac:spMk id="8" creationId="{BF84483E-3593-183E-7C08-744DDD2D3AEC}"/>
          </ac:spMkLst>
        </pc:spChg>
        <pc:cxnChg chg="add">
          <ac:chgData name="Hossain, Tanvir" userId="5379524b-2947-4ff6-93a6-0f4602028252" providerId="ADAL" clId="{460977CC-A1B4-40A8-96C6-4BB4836513A2}" dt="2024-12-05T12:57:19.698" v="1019" actId="11529"/>
          <ac:cxnSpMkLst>
            <pc:docMk/>
            <pc:sldMk cId="3535047688" sldId="347"/>
            <ac:cxnSpMk id="10" creationId="{342F96C2-351E-8206-88F2-D4BAAC51FEC0}"/>
          </ac:cxnSpMkLst>
        </pc:cxnChg>
        <pc:cxnChg chg="add">
          <ac:chgData name="Hossain, Tanvir" userId="5379524b-2947-4ff6-93a6-0f4602028252" providerId="ADAL" clId="{460977CC-A1B4-40A8-96C6-4BB4836513A2}" dt="2024-12-05T12:57:23.641" v="1020" actId="11529"/>
          <ac:cxnSpMkLst>
            <pc:docMk/>
            <pc:sldMk cId="3535047688" sldId="347"/>
            <ac:cxnSpMk id="12" creationId="{675C07BB-8B97-812D-9764-D3F8853B87EE}"/>
          </ac:cxnSpMkLst>
        </pc:cxnChg>
        <pc:cxnChg chg="add">
          <ac:chgData name="Hossain, Tanvir" userId="5379524b-2947-4ff6-93a6-0f4602028252" providerId="ADAL" clId="{460977CC-A1B4-40A8-96C6-4BB4836513A2}" dt="2024-12-05T12:57:27.739" v="1021" actId="11529"/>
          <ac:cxnSpMkLst>
            <pc:docMk/>
            <pc:sldMk cId="3535047688" sldId="347"/>
            <ac:cxnSpMk id="14" creationId="{67816D9E-C805-D029-68EF-86E1CD15C25A}"/>
          </ac:cxnSpMkLst>
        </pc:cxnChg>
        <pc:cxnChg chg="add">
          <ac:chgData name="Hossain, Tanvir" userId="5379524b-2947-4ff6-93a6-0f4602028252" providerId="ADAL" clId="{460977CC-A1B4-40A8-96C6-4BB4836513A2}" dt="2024-12-05T12:57:31.364" v="1022" actId="11529"/>
          <ac:cxnSpMkLst>
            <pc:docMk/>
            <pc:sldMk cId="3535047688" sldId="347"/>
            <ac:cxnSpMk id="16" creationId="{D54A77F1-9A8E-D8D1-6A37-290D8734953F}"/>
          </ac:cxnSpMkLst>
        </pc:cxnChg>
        <pc:cxnChg chg="add">
          <ac:chgData name="Hossain, Tanvir" userId="5379524b-2947-4ff6-93a6-0f4602028252" providerId="ADAL" clId="{460977CC-A1B4-40A8-96C6-4BB4836513A2}" dt="2024-12-05T12:57:35.522" v="1023" actId="11529"/>
          <ac:cxnSpMkLst>
            <pc:docMk/>
            <pc:sldMk cId="3535047688" sldId="347"/>
            <ac:cxnSpMk id="18" creationId="{67CC2A61-776E-057A-2FCE-7B6379BA71E4}"/>
          </ac:cxnSpMkLst>
        </pc:cxnChg>
      </pc:sldChg>
      <pc:sldChg chg="addSp delSp modSp add mod modAnim">
        <pc:chgData name="Hossain, Tanvir" userId="5379524b-2947-4ff6-93a6-0f4602028252" providerId="ADAL" clId="{460977CC-A1B4-40A8-96C6-4BB4836513A2}" dt="2024-12-05T12:47:27.824" v="911" actId="207"/>
        <pc:sldMkLst>
          <pc:docMk/>
          <pc:sldMk cId="3485294164" sldId="348"/>
        </pc:sldMkLst>
        <pc:spChg chg="mod">
          <ac:chgData name="Hossain, Tanvir" userId="5379524b-2947-4ff6-93a6-0f4602028252" providerId="ADAL" clId="{460977CC-A1B4-40A8-96C6-4BB4836513A2}" dt="2024-12-05T12:47:27.824" v="911" actId="207"/>
          <ac:spMkLst>
            <pc:docMk/>
            <pc:sldMk cId="3485294164" sldId="348"/>
            <ac:spMk id="4" creationId="{2861C420-ADBC-BC9F-0D47-220CCCFF2C87}"/>
          </ac:spMkLst>
        </pc:spChg>
        <pc:spChg chg="del">
          <ac:chgData name="Hossain, Tanvir" userId="5379524b-2947-4ff6-93a6-0f4602028252" providerId="ADAL" clId="{460977CC-A1B4-40A8-96C6-4BB4836513A2}" dt="2024-12-05T12:42:20.913" v="820" actId="478"/>
          <ac:spMkLst>
            <pc:docMk/>
            <pc:sldMk cId="3485294164" sldId="348"/>
            <ac:spMk id="6" creationId="{D63FC50E-42C5-40A4-E1F4-088D6C44314A}"/>
          </ac:spMkLst>
        </pc:spChg>
        <pc:spChg chg="add mod">
          <ac:chgData name="Hossain, Tanvir" userId="5379524b-2947-4ff6-93a6-0f4602028252" providerId="ADAL" clId="{460977CC-A1B4-40A8-96C6-4BB4836513A2}" dt="2024-12-05T12:46:10.307" v="870" actId="552"/>
          <ac:spMkLst>
            <pc:docMk/>
            <pc:sldMk cId="3485294164" sldId="348"/>
            <ac:spMk id="18" creationId="{08624DE2-BDF4-C7E9-A6C2-8C6938C579E7}"/>
          </ac:spMkLst>
        </pc:spChg>
        <pc:spChg chg="add mod">
          <ac:chgData name="Hossain, Tanvir" userId="5379524b-2947-4ff6-93a6-0f4602028252" providerId="ADAL" clId="{460977CC-A1B4-40A8-96C6-4BB4836513A2}" dt="2024-12-05T12:46:10.307" v="870" actId="552"/>
          <ac:spMkLst>
            <pc:docMk/>
            <pc:sldMk cId="3485294164" sldId="348"/>
            <ac:spMk id="20" creationId="{8AA65069-542D-5378-C392-CA47E45BC424}"/>
          </ac:spMkLst>
        </pc:spChg>
        <pc:spChg chg="add mod">
          <ac:chgData name="Hossain, Tanvir" userId="5379524b-2947-4ff6-93a6-0f4602028252" providerId="ADAL" clId="{460977CC-A1B4-40A8-96C6-4BB4836513A2}" dt="2024-12-05T12:46:10.307" v="870" actId="552"/>
          <ac:spMkLst>
            <pc:docMk/>
            <pc:sldMk cId="3485294164" sldId="348"/>
            <ac:spMk id="22" creationId="{AF433A13-D853-C233-F5C7-C9D40BC18038}"/>
          </ac:spMkLst>
        </pc:spChg>
        <pc:spChg chg="add mod">
          <ac:chgData name="Hossain, Tanvir" userId="5379524b-2947-4ff6-93a6-0f4602028252" providerId="ADAL" clId="{460977CC-A1B4-40A8-96C6-4BB4836513A2}" dt="2024-12-05T12:46:10.307" v="870" actId="552"/>
          <ac:spMkLst>
            <pc:docMk/>
            <pc:sldMk cId="3485294164" sldId="348"/>
            <ac:spMk id="24" creationId="{09B1F9C6-83B4-B8C6-BDFD-060DE799592F}"/>
          </ac:spMkLst>
        </pc:spChg>
        <pc:spChg chg="add mod">
          <ac:chgData name="Hossain, Tanvir" userId="5379524b-2947-4ff6-93a6-0f4602028252" providerId="ADAL" clId="{460977CC-A1B4-40A8-96C6-4BB4836513A2}" dt="2024-12-05T12:46:10.307" v="870" actId="552"/>
          <ac:spMkLst>
            <pc:docMk/>
            <pc:sldMk cId="3485294164" sldId="348"/>
            <ac:spMk id="26" creationId="{DD7F096A-AD5E-428F-DDBD-56E4952FD2E1}"/>
          </ac:spMkLst>
        </pc:spChg>
        <pc:picChg chg="del">
          <ac:chgData name="Hossain, Tanvir" userId="5379524b-2947-4ff6-93a6-0f4602028252" providerId="ADAL" clId="{460977CC-A1B4-40A8-96C6-4BB4836513A2}" dt="2024-12-05T12:42:20.913" v="820" actId="478"/>
          <ac:picMkLst>
            <pc:docMk/>
            <pc:sldMk cId="3485294164" sldId="348"/>
            <ac:picMk id="3" creationId="{8765E6B1-4C75-52AB-4334-A94A543F4222}"/>
          </ac:picMkLst>
        </pc:picChg>
        <pc:picChg chg="add mod">
          <ac:chgData name="Hossain, Tanvir" userId="5379524b-2947-4ff6-93a6-0f4602028252" providerId="ADAL" clId="{460977CC-A1B4-40A8-96C6-4BB4836513A2}" dt="2024-12-05T12:43:26.924" v="827" actId="1076"/>
          <ac:picMkLst>
            <pc:docMk/>
            <pc:sldMk cId="3485294164" sldId="348"/>
            <ac:picMk id="5" creationId="{E27E9060-9718-6962-2FA6-B1E223C7A1C1}"/>
          </ac:picMkLst>
        </pc:picChg>
        <pc:picChg chg="add mod">
          <ac:chgData name="Hossain, Tanvir" userId="5379524b-2947-4ff6-93a6-0f4602028252" providerId="ADAL" clId="{460977CC-A1B4-40A8-96C6-4BB4836513A2}" dt="2024-12-05T12:43:23.451" v="826" actId="1076"/>
          <ac:picMkLst>
            <pc:docMk/>
            <pc:sldMk cId="3485294164" sldId="348"/>
            <ac:picMk id="8" creationId="{EC4C9194-DB08-4285-8698-9F6A9C2D3594}"/>
          </ac:picMkLst>
        </pc:picChg>
        <pc:picChg chg="add mod">
          <ac:chgData name="Hossain, Tanvir" userId="5379524b-2947-4ff6-93a6-0f4602028252" providerId="ADAL" clId="{460977CC-A1B4-40A8-96C6-4BB4836513A2}" dt="2024-12-05T12:43:48.440" v="836" actId="1037"/>
          <ac:picMkLst>
            <pc:docMk/>
            <pc:sldMk cId="3485294164" sldId="348"/>
            <ac:picMk id="10" creationId="{2113668B-8CC7-9CD5-4EC1-AFB7ECDA1683}"/>
          </ac:picMkLst>
        </pc:picChg>
        <pc:picChg chg="add mod">
          <ac:chgData name="Hossain, Tanvir" userId="5379524b-2947-4ff6-93a6-0f4602028252" providerId="ADAL" clId="{460977CC-A1B4-40A8-96C6-4BB4836513A2}" dt="2024-12-05T12:44:09.395" v="840" actId="1038"/>
          <ac:picMkLst>
            <pc:docMk/>
            <pc:sldMk cId="3485294164" sldId="348"/>
            <ac:picMk id="12" creationId="{39A0954F-6B2D-019B-E52E-7BA7A3C82AF4}"/>
          </ac:picMkLst>
        </pc:picChg>
        <pc:picChg chg="add mod">
          <ac:chgData name="Hossain, Tanvir" userId="5379524b-2947-4ff6-93a6-0f4602028252" providerId="ADAL" clId="{460977CC-A1B4-40A8-96C6-4BB4836513A2}" dt="2024-12-05T12:44:20.746" v="842" actId="1076"/>
          <ac:picMkLst>
            <pc:docMk/>
            <pc:sldMk cId="3485294164" sldId="348"/>
            <ac:picMk id="14" creationId="{BF8CEC81-180D-1A94-23DE-831305861586}"/>
          </ac:picMkLst>
        </pc:picChg>
        <pc:picChg chg="add mod">
          <ac:chgData name="Hossain, Tanvir" userId="5379524b-2947-4ff6-93a6-0f4602028252" providerId="ADAL" clId="{460977CC-A1B4-40A8-96C6-4BB4836513A2}" dt="2024-12-05T12:44:33.988" v="844" actId="1076"/>
          <ac:picMkLst>
            <pc:docMk/>
            <pc:sldMk cId="3485294164" sldId="348"/>
            <ac:picMk id="16" creationId="{D33BA4C3-9A01-6F5A-7F50-AF12A0876FCE}"/>
          </ac:picMkLst>
        </pc:picChg>
      </pc:sldChg>
      <pc:sldChg chg="delSp modSp add mod delAnim">
        <pc:chgData name="Hossain, Tanvir" userId="5379524b-2947-4ff6-93a6-0f4602028252" providerId="ADAL" clId="{460977CC-A1B4-40A8-96C6-4BB4836513A2}" dt="2024-12-05T13:00:49.188" v="1053" actId="20577"/>
        <pc:sldMkLst>
          <pc:docMk/>
          <pc:sldMk cId="3279609637" sldId="349"/>
        </pc:sldMkLst>
        <pc:spChg chg="mod">
          <ac:chgData name="Hossain, Tanvir" userId="5379524b-2947-4ff6-93a6-0f4602028252" providerId="ADAL" clId="{460977CC-A1B4-40A8-96C6-4BB4836513A2}" dt="2024-12-05T12:59:20.551" v="1035" actId="20577"/>
          <ac:spMkLst>
            <pc:docMk/>
            <pc:sldMk cId="3279609637" sldId="349"/>
            <ac:spMk id="2" creationId="{F839C544-E920-482D-579D-8165B1FE3DEB}"/>
          </ac:spMkLst>
        </pc:spChg>
        <pc:spChg chg="del">
          <ac:chgData name="Hossain, Tanvir" userId="5379524b-2947-4ff6-93a6-0f4602028252" providerId="ADAL" clId="{460977CC-A1B4-40A8-96C6-4BB4836513A2}" dt="2024-12-05T12:59:13.339" v="1033" actId="478"/>
          <ac:spMkLst>
            <pc:docMk/>
            <pc:sldMk cId="3279609637" sldId="349"/>
            <ac:spMk id="3" creationId="{0AF082E9-796C-BBF6-8102-034505689263}"/>
          </ac:spMkLst>
        </pc:spChg>
        <pc:spChg chg="mod">
          <ac:chgData name="Hossain, Tanvir" userId="5379524b-2947-4ff6-93a6-0f4602028252" providerId="ADAL" clId="{460977CC-A1B4-40A8-96C6-4BB4836513A2}" dt="2024-12-05T13:00:49.188" v="1053" actId="20577"/>
          <ac:spMkLst>
            <pc:docMk/>
            <pc:sldMk cId="3279609637" sldId="349"/>
            <ac:spMk id="4" creationId="{7AECC35D-CDD8-946B-FCD6-453587AF0B8D}"/>
          </ac:spMkLst>
        </pc:spChg>
        <pc:spChg chg="mod">
          <ac:chgData name="Hossain, Tanvir" userId="5379524b-2947-4ff6-93a6-0f4602028252" providerId="ADAL" clId="{460977CC-A1B4-40A8-96C6-4BB4836513A2}" dt="2024-12-05T13:00:06.216" v="1041"/>
          <ac:spMkLst>
            <pc:docMk/>
            <pc:sldMk cId="3279609637" sldId="349"/>
            <ac:spMk id="5" creationId="{C277096A-B249-EAA1-3BE6-0523853F184B}"/>
          </ac:spMkLst>
        </pc:spChg>
        <pc:spChg chg="mod">
          <ac:chgData name="Hossain, Tanvir" userId="5379524b-2947-4ff6-93a6-0f4602028252" providerId="ADAL" clId="{460977CC-A1B4-40A8-96C6-4BB4836513A2}" dt="2024-12-05T13:00:19.906" v="1042"/>
          <ac:spMkLst>
            <pc:docMk/>
            <pc:sldMk cId="3279609637" sldId="349"/>
            <ac:spMk id="6" creationId="{3757B85F-22A5-862E-3766-0A443EB7FB83}"/>
          </ac:spMkLst>
        </pc:spChg>
        <pc:spChg chg="mod">
          <ac:chgData name="Hossain, Tanvir" userId="5379524b-2947-4ff6-93a6-0f4602028252" providerId="ADAL" clId="{460977CC-A1B4-40A8-96C6-4BB4836513A2}" dt="2024-12-05T13:00:26.792" v="1043"/>
          <ac:spMkLst>
            <pc:docMk/>
            <pc:sldMk cId="3279609637" sldId="349"/>
            <ac:spMk id="7" creationId="{FB0F7C4A-6B8E-CCB6-CBB4-DCE3BD075E88}"/>
          </ac:spMkLst>
        </pc:spChg>
        <pc:spChg chg="mod">
          <ac:chgData name="Hossain, Tanvir" userId="5379524b-2947-4ff6-93a6-0f4602028252" providerId="ADAL" clId="{460977CC-A1B4-40A8-96C6-4BB4836513A2}" dt="2024-12-05T13:00:34.129" v="1044"/>
          <ac:spMkLst>
            <pc:docMk/>
            <pc:sldMk cId="3279609637" sldId="349"/>
            <ac:spMk id="8" creationId="{936A78B1-2F6A-C2D4-EFD1-936A5F1F6F19}"/>
          </ac:spMkLst>
        </pc:spChg>
        <pc:cxnChg chg="del mod">
          <ac:chgData name="Hossain, Tanvir" userId="5379524b-2947-4ff6-93a6-0f4602028252" providerId="ADAL" clId="{460977CC-A1B4-40A8-96C6-4BB4836513A2}" dt="2024-12-05T12:59:13.339" v="1033" actId="478"/>
          <ac:cxnSpMkLst>
            <pc:docMk/>
            <pc:sldMk cId="3279609637" sldId="349"/>
            <ac:cxnSpMk id="10" creationId="{6D7F7416-E2A0-0A6A-0CE3-1910C6701F74}"/>
          </ac:cxnSpMkLst>
        </pc:cxnChg>
        <pc:cxnChg chg="mod">
          <ac:chgData name="Hossain, Tanvir" userId="5379524b-2947-4ff6-93a6-0f4602028252" providerId="ADAL" clId="{460977CC-A1B4-40A8-96C6-4BB4836513A2}" dt="2024-12-05T12:59:31.737" v="1036" actId="14100"/>
          <ac:cxnSpMkLst>
            <pc:docMk/>
            <pc:sldMk cId="3279609637" sldId="349"/>
            <ac:cxnSpMk id="12" creationId="{E8C084A4-C71E-AD88-BAA0-05FE85FC8A3A}"/>
          </ac:cxnSpMkLst>
        </pc:cxnChg>
        <pc:cxnChg chg="mod">
          <ac:chgData name="Hossain, Tanvir" userId="5379524b-2947-4ff6-93a6-0f4602028252" providerId="ADAL" clId="{460977CC-A1B4-40A8-96C6-4BB4836513A2}" dt="2024-12-05T12:59:44.649" v="1037" actId="14100"/>
          <ac:cxnSpMkLst>
            <pc:docMk/>
            <pc:sldMk cId="3279609637" sldId="349"/>
            <ac:cxnSpMk id="14" creationId="{E5472D21-842F-F8A1-27F4-50CDF81B047E}"/>
          </ac:cxnSpMkLst>
        </pc:cxnChg>
        <pc:cxnChg chg="mod">
          <ac:chgData name="Hossain, Tanvir" userId="5379524b-2947-4ff6-93a6-0f4602028252" providerId="ADAL" clId="{460977CC-A1B4-40A8-96C6-4BB4836513A2}" dt="2024-12-05T12:59:46.897" v="1038" actId="14100"/>
          <ac:cxnSpMkLst>
            <pc:docMk/>
            <pc:sldMk cId="3279609637" sldId="349"/>
            <ac:cxnSpMk id="16" creationId="{70A7FB97-2DCE-79E1-10B2-976D767AF2A4}"/>
          </ac:cxnSpMkLst>
        </pc:cxnChg>
        <pc:cxnChg chg="mod">
          <ac:chgData name="Hossain, Tanvir" userId="5379524b-2947-4ff6-93a6-0f4602028252" providerId="ADAL" clId="{460977CC-A1B4-40A8-96C6-4BB4836513A2}" dt="2024-12-05T12:59:52.705" v="1039" actId="14100"/>
          <ac:cxnSpMkLst>
            <pc:docMk/>
            <pc:sldMk cId="3279609637" sldId="349"/>
            <ac:cxnSpMk id="18" creationId="{3434485E-48A8-E749-5CBA-E954E00D167C}"/>
          </ac:cxnSpMkLst>
        </pc:cxnChg>
      </pc:sldChg>
      <pc:sldChg chg="addSp modSp add mod">
        <pc:chgData name="Hossain, Tanvir" userId="5379524b-2947-4ff6-93a6-0f4602028252" providerId="ADAL" clId="{460977CC-A1B4-40A8-96C6-4BB4836513A2}" dt="2024-12-05T15:01:24.289" v="1105" actId="1076"/>
        <pc:sldMkLst>
          <pc:docMk/>
          <pc:sldMk cId="567149794" sldId="350"/>
        </pc:sldMkLst>
        <pc:spChg chg="mod">
          <ac:chgData name="Hossain, Tanvir" userId="5379524b-2947-4ff6-93a6-0f4602028252" providerId="ADAL" clId="{460977CC-A1B4-40A8-96C6-4BB4836513A2}" dt="2024-12-05T15:00:49.718" v="1098" actId="20577"/>
          <ac:spMkLst>
            <pc:docMk/>
            <pc:sldMk cId="567149794" sldId="350"/>
            <ac:spMk id="4" creationId="{DD0A5848-0B55-127D-3376-478CE7E05E78}"/>
          </ac:spMkLst>
        </pc:spChg>
        <pc:picChg chg="add mod">
          <ac:chgData name="Hossain, Tanvir" userId="5379524b-2947-4ff6-93a6-0f4602028252" providerId="ADAL" clId="{460977CC-A1B4-40A8-96C6-4BB4836513A2}" dt="2024-12-05T15:01:11.553" v="1103" actId="14100"/>
          <ac:picMkLst>
            <pc:docMk/>
            <pc:sldMk cId="567149794" sldId="350"/>
            <ac:picMk id="3" creationId="{1EA0286A-42E4-B651-F806-B0F47E1405CA}"/>
          </ac:picMkLst>
        </pc:picChg>
        <pc:picChg chg="add mod">
          <ac:chgData name="Hossain, Tanvir" userId="5379524b-2947-4ff6-93a6-0f4602028252" providerId="ADAL" clId="{460977CC-A1B4-40A8-96C6-4BB4836513A2}" dt="2024-12-05T15:01:24.289" v="1105" actId="1076"/>
          <ac:picMkLst>
            <pc:docMk/>
            <pc:sldMk cId="567149794" sldId="350"/>
            <ac:picMk id="6" creationId="{31F215BB-5C89-5702-556F-30F6315182C3}"/>
          </ac:picMkLst>
        </pc:picChg>
      </pc:sldChg>
      <pc:sldChg chg="addSp modSp add mod modAnim">
        <pc:chgData name="Hossain, Tanvir" userId="5379524b-2947-4ff6-93a6-0f4602028252" providerId="ADAL" clId="{460977CC-A1B4-40A8-96C6-4BB4836513A2}" dt="2024-12-05T15:35:13.401" v="1300" actId="20577"/>
        <pc:sldMkLst>
          <pc:docMk/>
          <pc:sldMk cId="1286076649" sldId="351"/>
        </pc:sldMkLst>
        <pc:spChg chg="add mod">
          <ac:chgData name="Hossain, Tanvir" userId="5379524b-2947-4ff6-93a6-0f4602028252" providerId="ADAL" clId="{460977CC-A1B4-40A8-96C6-4BB4836513A2}" dt="2024-12-05T15:35:07.776" v="1296" actId="20577"/>
          <ac:spMkLst>
            <pc:docMk/>
            <pc:sldMk cId="1286076649" sldId="351"/>
            <ac:spMk id="3" creationId="{A4446B6B-954D-3A7A-63FD-64392A984633}"/>
          </ac:spMkLst>
        </pc:spChg>
        <pc:spChg chg="mod">
          <ac:chgData name="Hossain, Tanvir" userId="5379524b-2947-4ff6-93a6-0f4602028252" providerId="ADAL" clId="{460977CC-A1B4-40A8-96C6-4BB4836513A2}" dt="2024-12-05T15:09:12.203" v="1173"/>
          <ac:spMkLst>
            <pc:docMk/>
            <pc:sldMk cId="1286076649" sldId="351"/>
            <ac:spMk id="4" creationId="{5B911DF7-BACB-77DF-B327-E2E7E2BF7DB4}"/>
          </ac:spMkLst>
        </pc:spChg>
        <pc:spChg chg="add mod">
          <ac:chgData name="Hossain, Tanvir" userId="5379524b-2947-4ff6-93a6-0f4602028252" providerId="ADAL" clId="{460977CC-A1B4-40A8-96C6-4BB4836513A2}" dt="2024-12-05T15:35:10.691" v="1298" actId="20577"/>
          <ac:spMkLst>
            <pc:docMk/>
            <pc:sldMk cId="1286076649" sldId="351"/>
            <ac:spMk id="6" creationId="{0EBD4A6D-08FD-BFBB-1612-28E9B8F19A0F}"/>
          </ac:spMkLst>
        </pc:spChg>
        <pc:spChg chg="add mod">
          <ac:chgData name="Hossain, Tanvir" userId="5379524b-2947-4ff6-93a6-0f4602028252" providerId="ADAL" clId="{460977CC-A1B4-40A8-96C6-4BB4836513A2}" dt="2024-12-05T15:35:13.401" v="1300" actId="20577"/>
          <ac:spMkLst>
            <pc:docMk/>
            <pc:sldMk cId="1286076649" sldId="351"/>
            <ac:spMk id="8" creationId="{DCC124AE-E012-00E5-0C22-F52F0462144E}"/>
          </ac:spMkLst>
        </pc:spChg>
        <pc:spChg chg="add mod">
          <ac:chgData name="Hossain, Tanvir" userId="5379524b-2947-4ff6-93a6-0f4602028252" providerId="ADAL" clId="{460977CC-A1B4-40A8-96C6-4BB4836513A2}" dt="2024-12-05T15:34:18.076" v="1281" actId="12"/>
          <ac:spMkLst>
            <pc:docMk/>
            <pc:sldMk cId="1286076649" sldId="351"/>
            <ac:spMk id="17" creationId="{F12FE1EC-5579-E121-E534-D044B4E223C3}"/>
          </ac:spMkLst>
        </pc:spChg>
        <pc:picChg chg="add mod">
          <ac:chgData name="Hossain, Tanvir" userId="5379524b-2947-4ff6-93a6-0f4602028252" providerId="ADAL" clId="{460977CC-A1B4-40A8-96C6-4BB4836513A2}" dt="2024-12-05T15:31:28.251" v="1205" actId="1076"/>
          <ac:picMkLst>
            <pc:docMk/>
            <pc:sldMk cId="1286076649" sldId="351"/>
            <ac:picMk id="10" creationId="{B6685A61-ECDD-E279-E900-C36622B7318F}"/>
          </ac:picMkLst>
        </pc:picChg>
        <pc:picChg chg="add mod">
          <ac:chgData name="Hossain, Tanvir" userId="5379524b-2947-4ff6-93a6-0f4602028252" providerId="ADAL" clId="{460977CC-A1B4-40A8-96C6-4BB4836513A2}" dt="2024-12-05T15:31:31.004" v="1206" actId="1076"/>
          <ac:picMkLst>
            <pc:docMk/>
            <pc:sldMk cId="1286076649" sldId="351"/>
            <ac:picMk id="12" creationId="{911FF614-9A65-5B3F-55E8-99BFCC4A53FD}"/>
          </ac:picMkLst>
        </pc:picChg>
        <pc:picChg chg="add mod">
          <ac:chgData name="Hossain, Tanvir" userId="5379524b-2947-4ff6-93a6-0f4602028252" providerId="ADAL" clId="{460977CC-A1B4-40A8-96C6-4BB4836513A2}" dt="2024-12-05T15:31:47.097" v="1210" actId="14100"/>
          <ac:picMkLst>
            <pc:docMk/>
            <pc:sldMk cId="1286076649" sldId="351"/>
            <ac:picMk id="14" creationId="{01E8F718-869F-3714-DB34-96718299D076}"/>
          </ac:picMkLst>
        </pc:picChg>
        <pc:cxnChg chg="add mod">
          <ac:chgData name="Hossain, Tanvir" userId="5379524b-2947-4ff6-93a6-0f4602028252" providerId="ADAL" clId="{460977CC-A1B4-40A8-96C6-4BB4836513A2}" dt="2024-12-05T15:32:44.147" v="1237" actId="1076"/>
          <ac:cxnSpMkLst>
            <pc:docMk/>
            <pc:sldMk cId="1286076649" sldId="351"/>
            <ac:cxnSpMk id="16" creationId="{7EE168EE-4357-1C8D-3EC0-CA0D17B837C3}"/>
          </ac:cxnSpMkLst>
        </pc:cxnChg>
      </pc:sldChg>
      <pc:sldChg chg="addSp delSp modSp add mod">
        <pc:chgData name="Hossain, Tanvir" userId="5379524b-2947-4ff6-93a6-0f4602028252" providerId="ADAL" clId="{460977CC-A1B4-40A8-96C6-4BB4836513A2}" dt="2024-12-05T15:03:18.243" v="1114" actId="21"/>
        <pc:sldMkLst>
          <pc:docMk/>
          <pc:sldMk cId="2959669593" sldId="352"/>
        </pc:sldMkLst>
        <pc:picChg chg="del">
          <ac:chgData name="Hossain, Tanvir" userId="5379524b-2947-4ff6-93a6-0f4602028252" providerId="ADAL" clId="{460977CC-A1B4-40A8-96C6-4BB4836513A2}" dt="2024-12-05T15:01:35.910" v="1107" actId="478"/>
          <ac:picMkLst>
            <pc:docMk/>
            <pc:sldMk cId="2959669593" sldId="352"/>
            <ac:picMk id="3" creationId="{AB4CCAFB-BDC0-BE47-BFB1-A89E9ACFDC36}"/>
          </ac:picMkLst>
        </pc:picChg>
        <pc:picChg chg="add mod">
          <ac:chgData name="Hossain, Tanvir" userId="5379524b-2947-4ff6-93a6-0f4602028252" providerId="ADAL" clId="{460977CC-A1B4-40A8-96C6-4BB4836513A2}" dt="2024-12-05T15:03:16.449" v="1113" actId="1076"/>
          <ac:picMkLst>
            <pc:docMk/>
            <pc:sldMk cId="2959669593" sldId="352"/>
            <ac:picMk id="5" creationId="{70FDFAB0-D843-E1E6-3756-F6D9CE3FDE00}"/>
          </ac:picMkLst>
        </pc:picChg>
        <pc:picChg chg="del">
          <ac:chgData name="Hossain, Tanvir" userId="5379524b-2947-4ff6-93a6-0f4602028252" providerId="ADAL" clId="{460977CC-A1B4-40A8-96C6-4BB4836513A2}" dt="2024-12-05T15:01:35.910" v="1107" actId="478"/>
          <ac:picMkLst>
            <pc:docMk/>
            <pc:sldMk cId="2959669593" sldId="352"/>
            <ac:picMk id="6" creationId="{4668DEB0-0F1A-EA9A-7E4A-6762B307DE83}"/>
          </ac:picMkLst>
        </pc:picChg>
        <pc:picChg chg="add del mod">
          <ac:chgData name="Hossain, Tanvir" userId="5379524b-2947-4ff6-93a6-0f4602028252" providerId="ADAL" clId="{460977CC-A1B4-40A8-96C6-4BB4836513A2}" dt="2024-12-05T15:03:18.243" v="1114" actId="21"/>
          <ac:picMkLst>
            <pc:docMk/>
            <pc:sldMk cId="2959669593" sldId="352"/>
            <ac:picMk id="8" creationId="{AA7A1F98-0652-6ED6-4992-1081264725C1}"/>
          </ac:picMkLst>
        </pc:picChg>
      </pc:sldChg>
      <pc:sldChg chg="addSp delSp modSp add mod modAnim">
        <pc:chgData name="Hossain, Tanvir" userId="5379524b-2947-4ff6-93a6-0f4602028252" providerId="ADAL" clId="{460977CC-A1B4-40A8-96C6-4BB4836513A2}" dt="2024-12-05T15:04:02.779" v="1149" actId="20577"/>
        <pc:sldMkLst>
          <pc:docMk/>
          <pc:sldMk cId="2373895969" sldId="353"/>
        </pc:sldMkLst>
        <pc:spChg chg="add mod">
          <ac:chgData name="Hossain, Tanvir" userId="5379524b-2947-4ff6-93a6-0f4602028252" providerId="ADAL" clId="{460977CC-A1B4-40A8-96C6-4BB4836513A2}" dt="2024-12-05T15:04:02.779" v="1149" actId="20577"/>
          <ac:spMkLst>
            <pc:docMk/>
            <pc:sldMk cId="2373895969" sldId="353"/>
            <ac:spMk id="6" creationId="{4591269E-8325-55E7-3928-C14DFE35D11C}"/>
          </ac:spMkLst>
        </pc:spChg>
        <pc:picChg chg="del">
          <ac:chgData name="Hossain, Tanvir" userId="5379524b-2947-4ff6-93a6-0f4602028252" providerId="ADAL" clId="{460977CC-A1B4-40A8-96C6-4BB4836513A2}" dt="2024-12-05T15:03:23.190" v="1116" actId="478"/>
          <ac:picMkLst>
            <pc:docMk/>
            <pc:sldMk cId="2373895969" sldId="353"/>
            <ac:picMk id="5" creationId="{BF2262E0-1674-F298-96B3-32A67B290E56}"/>
          </ac:picMkLst>
        </pc:picChg>
        <pc:picChg chg="add mod">
          <ac:chgData name="Hossain, Tanvir" userId="5379524b-2947-4ff6-93a6-0f4602028252" providerId="ADAL" clId="{460977CC-A1B4-40A8-96C6-4BB4836513A2}" dt="2024-12-05T15:03:27.187" v="1119" actId="1076"/>
          <ac:picMkLst>
            <pc:docMk/>
            <pc:sldMk cId="2373895969" sldId="353"/>
            <ac:picMk id="8" creationId="{AA7A1F98-0652-6ED6-4992-1081264725C1}"/>
          </ac:picMkLst>
        </pc:picChg>
        <pc:cxnChg chg="add mod">
          <ac:chgData name="Hossain, Tanvir" userId="5379524b-2947-4ff6-93a6-0f4602028252" providerId="ADAL" clId="{460977CC-A1B4-40A8-96C6-4BB4836513A2}" dt="2024-12-05T15:03:41.180" v="1122" actId="1582"/>
          <ac:cxnSpMkLst>
            <pc:docMk/>
            <pc:sldMk cId="2373895969" sldId="353"/>
            <ac:cxnSpMk id="3" creationId="{0B45C409-BC4A-548E-9702-71B5D4E7541C}"/>
          </ac:cxnSpMkLst>
        </pc:cxnChg>
      </pc:sldChg>
      <pc:sldChg chg="addSp delSp modSp add mod">
        <pc:chgData name="Hossain, Tanvir" userId="5379524b-2947-4ff6-93a6-0f4602028252" providerId="ADAL" clId="{460977CC-A1B4-40A8-96C6-4BB4836513A2}" dt="2024-12-05T15:05:38.616" v="1163" actId="1076"/>
        <pc:sldMkLst>
          <pc:docMk/>
          <pc:sldMk cId="2358708600" sldId="354"/>
        </pc:sldMkLst>
        <pc:picChg chg="del">
          <ac:chgData name="Hossain, Tanvir" userId="5379524b-2947-4ff6-93a6-0f4602028252" providerId="ADAL" clId="{460977CC-A1B4-40A8-96C6-4BB4836513A2}" dt="2024-12-05T15:04:37.508" v="1157" actId="478"/>
          <ac:picMkLst>
            <pc:docMk/>
            <pc:sldMk cId="2358708600" sldId="354"/>
            <ac:picMk id="3" creationId="{2BE7F121-53AB-5314-9AB5-86EC66DF7BD3}"/>
          </ac:picMkLst>
        </pc:picChg>
        <pc:picChg chg="add mod">
          <ac:chgData name="Hossain, Tanvir" userId="5379524b-2947-4ff6-93a6-0f4602028252" providerId="ADAL" clId="{460977CC-A1B4-40A8-96C6-4BB4836513A2}" dt="2024-12-05T15:05:38.616" v="1163" actId="1076"/>
          <ac:picMkLst>
            <pc:docMk/>
            <pc:sldMk cId="2358708600" sldId="354"/>
            <ac:picMk id="5" creationId="{C74419AA-786A-94EF-C9DA-608AA4EF5916}"/>
          </ac:picMkLst>
        </pc:picChg>
        <pc:picChg chg="del">
          <ac:chgData name="Hossain, Tanvir" userId="5379524b-2947-4ff6-93a6-0f4602028252" providerId="ADAL" clId="{460977CC-A1B4-40A8-96C6-4BB4836513A2}" dt="2024-12-05T15:04:37.508" v="1157" actId="478"/>
          <ac:picMkLst>
            <pc:docMk/>
            <pc:sldMk cId="2358708600" sldId="354"/>
            <ac:picMk id="6" creationId="{2CA51150-9134-AEB7-5D71-1C85F40E851A}"/>
          </ac:picMkLst>
        </pc:picChg>
        <pc:picChg chg="del">
          <ac:chgData name="Hossain, Tanvir" userId="5379524b-2947-4ff6-93a6-0f4602028252" providerId="ADAL" clId="{460977CC-A1B4-40A8-96C6-4BB4836513A2}" dt="2024-12-05T15:04:37.508" v="1157" actId="478"/>
          <ac:picMkLst>
            <pc:docMk/>
            <pc:sldMk cId="2358708600" sldId="354"/>
            <ac:picMk id="8" creationId="{E6A76DBA-8D13-2C85-FEAB-784F830AD89B}"/>
          </ac:picMkLst>
        </pc:picChg>
      </pc:sldChg>
      <pc:sldChg chg="addSp delSp modSp add mod delAnim">
        <pc:chgData name="Hossain, Tanvir" userId="5379524b-2947-4ff6-93a6-0f4602028252" providerId="ADAL" clId="{460977CC-A1B4-40A8-96C6-4BB4836513A2}" dt="2024-12-05T15:41:38.900" v="1344" actId="207"/>
        <pc:sldMkLst>
          <pc:docMk/>
          <pc:sldMk cId="3722670000" sldId="355"/>
        </pc:sldMkLst>
        <pc:spChg chg="add mod">
          <ac:chgData name="Hossain, Tanvir" userId="5379524b-2947-4ff6-93a6-0f4602028252" providerId="ADAL" clId="{460977CC-A1B4-40A8-96C6-4BB4836513A2}" dt="2024-12-05T15:41:38.900" v="1344" actId="207"/>
          <ac:spMkLst>
            <pc:docMk/>
            <pc:sldMk cId="3722670000" sldId="355"/>
            <ac:spMk id="2" creationId="{C591824D-04B5-603D-7D22-D7C146E53AF3}"/>
          </ac:spMkLst>
        </pc:spChg>
        <pc:spChg chg="mod">
          <ac:chgData name="Hossain, Tanvir" userId="5379524b-2947-4ff6-93a6-0f4602028252" providerId="ADAL" clId="{460977CC-A1B4-40A8-96C6-4BB4836513A2}" dt="2024-12-05T15:39:48.600" v="1331" actId="20577"/>
          <ac:spMkLst>
            <pc:docMk/>
            <pc:sldMk cId="3722670000" sldId="355"/>
            <ac:spMk id="4" creationId="{24DC34E5-69AB-4D7D-DA43-D78E3191C1F2}"/>
          </ac:spMkLst>
        </pc:spChg>
        <pc:spChg chg="del mod">
          <ac:chgData name="Hossain, Tanvir" userId="5379524b-2947-4ff6-93a6-0f4602028252" providerId="ADAL" clId="{460977CC-A1B4-40A8-96C6-4BB4836513A2}" dt="2024-12-05T15:41:08.975" v="1333" actId="478"/>
          <ac:spMkLst>
            <pc:docMk/>
            <pc:sldMk cId="3722670000" sldId="355"/>
            <ac:spMk id="6" creationId="{4B3C8BC1-00EB-96C9-AF36-DA7BD256F41B}"/>
          </ac:spMkLst>
        </pc:spChg>
        <pc:picChg chg="del">
          <ac:chgData name="Hossain, Tanvir" userId="5379524b-2947-4ff6-93a6-0f4602028252" providerId="ADAL" clId="{460977CC-A1B4-40A8-96C6-4BB4836513A2}" dt="2024-12-05T15:36:59.390" v="1303" actId="478"/>
          <ac:picMkLst>
            <pc:docMk/>
            <pc:sldMk cId="3722670000" sldId="355"/>
            <ac:picMk id="8" creationId="{7C8119D9-A7A6-C91F-D78A-432012CDFE2C}"/>
          </ac:picMkLst>
        </pc:picChg>
        <pc:cxnChg chg="del">
          <ac:chgData name="Hossain, Tanvir" userId="5379524b-2947-4ff6-93a6-0f4602028252" providerId="ADAL" clId="{460977CC-A1B4-40A8-96C6-4BB4836513A2}" dt="2024-12-05T15:37:01.100" v="1304" actId="478"/>
          <ac:cxnSpMkLst>
            <pc:docMk/>
            <pc:sldMk cId="3722670000" sldId="355"/>
            <ac:cxnSpMk id="3" creationId="{D296CAF7-3672-EB72-C96F-6BD5ACA0F35B}"/>
          </ac:cxnSpMkLst>
        </pc:cxnChg>
      </pc:sldChg>
      <pc:sldChg chg="add del">
        <pc:chgData name="Hossain, Tanvir" userId="5379524b-2947-4ff6-93a6-0f4602028252" providerId="ADAL" clId="{460977CC-A1B4-40A8-96C6-4BB4836513A2}" dt="2024-12-05T15:36:43.431" v="1301" actId="47"/>
        <pc:sldMkLst>
          <pc:docMk/>
          <pc:sldMk cId="3849086350" sldId="355"/>
        </pc:sldMkLst>
      </pc:sldChg>
      <pc:sldChg chg="addSp delSp modSp add mod delAnim">
        <pc:chgData name="Hossain, Tanvir" userId="5379524b-2947-4ff6-93a6-0f4602028252" providerId="ADAL" clId="{460977CC-A1B4-40A8-96C6-4BB4836513A2}" dt="2024-12-05T15:56:22.702" v="1367" actId="1076"/>
        <pc:sldMkLst>
          <pc:docMk/>
          <pc:sldMk cId="1510819174" sldId="356"/>
        </pc:sldMkLst>
        <pc:spChg chg="del">
          <ac:chgData name="Hossain, Tanvir" userId="5379524b-2947-4ff6-93a6-0f4602028252" providerId="ADAL" clId="{460977CC-A1B4-40A8-96C6-4BB4836513A2}" dt="2024-12-05T15:56:15.539" v="1362" actId="478"/>
          <ac:spMkLst>
            <pc:docMk/>
            <pc:sldMk cId="1510819174" sldId="356"/>
            <ac:spMk id="3" creationId="{8E13321F-2825-EC8A-9263-0BCD412F9D2A}"/>
          </ac:spMkLst>
        </pc:spChg>
        <pc:spChg chg="del">
          <ac:chgData name="Hossain, Tanvir" userId="5379524b-2947-4ff6-93a6-0f4602028252" providerId="ADAL" clId="{460977CC-A1B4-40A8-96C6-4BB4836513A2}" dt="2024-12-05T15:56:15.539" v="1362" actId="478"/>
          <ac:spMkLst>
            <pc:docMk/>
            <pc:sldMk cId="1510819174" sldId="356"/>
            <ac:spMk id="6" creationId="{848A029C-CA63-B199-FAA1-ADC5E4E19C97}"/>
          </ac:spMkLst>
        </pc:spChg>
        <pc:spChg chg="del">
          <ac:chgData name="Hossain, Tanvir" userId="5379524b-2947-4ff6-93a6-0f4602028252" providerId="ADAL" clId="{460977CC-A1B4-40A8-96C6-4BB4836513A2}" dt="2024-12-05T15:56:15.539" v="1362" actId="478"/>
          <ac:spMkLst>
            <pc:docMk/>
            <pc:sldMk cId="1510819174" sldId="356"/>
            <ac:spMk id="8" creationId="{DFA9A1A7-DD7C-C8D3-EB3A-A1968308CA0F}"/>
          </ac:spMkLst>
        </pc:spChg>
        <pc:spChg chg="del">
          <ac:chgData name="Hossain, Tanvir" userId="5379524b-2947-4ff6-93a6-0f4602028252" providerId="ADAL" clId="{460977CC-A1B4-40A8-96C6-4BB4836513A2}" dt="2024-12-05T15:56:15.539" v="1362" actId="478"/>
          <ac:spMkLst>
            <pc:docMk/>
            <pc:sldMk cId="1510819174" sldId="356"/>
            <ac:spMk id="17" creationId="{2F5B4AA6-AAE1-2936-310D-FBFA6C0289B1}"/>
          </ac:spMkLst>
        </pc:spChg>
        <pc:picChg chg="add mod">
          <ac:chgData name="Hossain, Tanvir" userId="5379524b-2947-4ff6-93a6-0f4602028252" providerId="ADAL" clId="{460977CC-A1B4-40A8-96C6-4BB4836513A2}" dt="2024-12-05T15:56:22.702" v="1367" actId="1076"/>
          <ac:picMkLst>
            <pc:docMk/>
            <pc:sldMk cId="1510819174" sldId="356"/>
            <ac:picMk id="5" creationId="{CAD9B91E-3392-8EA9-0563-C48886B1995B}"/>
          </ac:picMkLst>
        </pc:picChg>
        <pc:picChg chg="del">
          <ac:chgData name="Hossain, Tanvir" userId="5379524b-2947-4ff6-93a6-0f4602028252" providerId="ADAL" clId="{460977CC-A1B4-40A8-96C6-4BB4836513A2}" dt="2024-12-05T15:56:15.539" v="1362" actId="478"/>
          <ac:picMkLst>
            <pc:docMk/>
            <pc:sldMk cId="1510819174" sldId="356"/>
            <ac:picMk id="10" creationId="{902EA924-F422-57D9-10C2-8426FB63CDF5}"/>
          </ac:picMkLst>
        </pc:picChg>
        <pc:picChg chg="del">
          <ac:chgData name="Hossain, Tanvir" userId="5379524b-2947-4ff6-93a6-0f4602028252" providerId="ADAL" clId="{460977CC-A1B4-40A8-96C6-4BB4836513A2}" dt="2024-12-05T15:56:15.539" v="1362" actId="478"/>
          <ac:picMkLst>
            <pc:docMk/>
            <pc:sldMk cId="1510819174" sldId="356"/>
            <ac:picMk id="12" creationId="{89E6C4AF-AEDD-A9E3-87F4-A7C25EC837FC}"/>
          </ac:picMkLst>
        </pc:picChg>
        <pc:picChg chg="del">
          <ac:chgData name="Hossain, Tanvir" userId="5379524b-2947-4ff6-93a6-0f4602028252" providerId="ADAL" clId="{460977CC-A1B4-40A8-96C6-4BB4836513A2}" dt="2024-12-05T15:56:15.539" v="1362" actId="478"/>
          <ac:picMkLst>
            <pc:docMk/>
            <pc:sldMk cId="1510819174" sldId="356"/>
            <ac:picMk id="14" creationId="{2E0363CA-4D7F-6A5F-9E41-C7667FF03E12}"/>
          </ac:picMkLst>
        </pc:picChg>
        <pc:cxnChg chg="del">
          <ac:chgData name="Hossain, Tanvir" userId="5379524b-2947-4ff6-93a6-0f4602028252" providerId="ADAL" clId="{460977CC-A1B4-40A8-96C6-4BB4836513A2}" dt="2024-12-05T15:56:15.539" v="1362" actId="478"/>
          <ac:cxnSpMkLst>
            <pc:docMk/>
            <pc:sldMk cId="1510819174" sldId="356"/>
            <ac:cxnSpMk id="16" creationId="{E573C656-4594-C99A-FD71-611DD4DAE16E}"/>
          </ac:cxnSpMkLst>
        </pc:cxnChg>
      </pc:sldChg>
      <pc:sldChg chg="addSp delSp modSp add mod ord">
        <pc:chgData name="Hossain, Tanvir" userId="5379524b-2947-4ff6-93a6-0f4602028252" providerId="ADAL" clId="{460977CC-A1B4-40A8-96C6-4BB4836513A2}" dt="2024-12-05T15:59:46.128" v="1408" actId="14100"/>
        <pc:sldMkLst>
          <pc:docMk/>
          <pc:sldMk cId="644032738" sldId="357"/>
        </pc:sldMkLst>
        <pc:spChg chg="add mod">
          <ac:chgData name="Hossain, Tanvir" userId="5379524b-2947-4ff6-93a6-0f4602028252" providerId="ADAL" clId="{460977CC-A1B4-40A8-96C6-4BB4836513A2}" dt="2024-12-05T15:59:25.312" v="1404" actId="14100"/>
          <ac:spMkLst>
            <pc:docMk/>
            <pc:sldMk cId="644032738" sldId="357"/>
            <ac:spMk id="2" creationId="{08066128-11F1-685A-3271-F234846E8FA4}"/>
          </ac:spMkLst>
        </pc:spChg>
        <pc:spChg chg="add mod">
          <ac:chgData name="Hossain, Tanvir" userId="5379524b-2947-4ff6-93a6-0f4602028252" providerId="ADAL" clId="{460977CC-A1B4-40A8-96C6-4BB4836513A2}" dt="2024-12-05T15:59:46.128" v="1408" actId="14100"/>
          <ac:spMkLst>
            <pc:docMk/>
            <pc:sldMk cId="644032738" sldId="357"/>
            <ac:spMk id="3" creationId="{26B7BEE3-B589-BF15-7429-F6C6B8006F41}"/>
          </ac:spMkLst>
        </pc:spChg>
        <pc:picChg chg="del">
          <ac:chgData name="Hossain, Tanvir" userId="5379524b-2947-4ff6-93a6-0f4602028252" providerId="ADAL" clId="{460977CC-A1B4-40A8-96C6-4BB4836513A2}" dt="2024-12-05T15:56:30.901" v="1371" actId="478"/>
          <ac:picMkLst>
            <pc:docMk/>
            <pc:sldMk cId="644032738" sldId="357"/>
            <ac:picMk id="5" creationId="{A13DFB6E-AE8F-C0D3-0CCF-8571BDC87A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553A5-C122-4D2B-867E-B349CDBD53E9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79153-4E26-428D-926C-5D54B9668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72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79153-4E26-428D-926C-5D54B9668C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19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D5B2-7A2D-CD04-2615-30693EC8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3AFA6-893A-419B-329F-5AAD55B18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6DED2-C5FA-1218-3278-E5C80F624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DBAF2-6890-12F3-60A9-1C50DE221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79153-4E26-428D-926C-5D54B9668C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97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2E23-5805-C7EB-2C9B-5E5CDB4FF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9C30C-D3E5-0830-0CF2-83A690B85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8931A-65A8-1474-1D53-BEA2E03F9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661A-EF77-A907-875C-66BCE6024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79153-4E26-428D-926C-5D54B9668C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93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2634-0C9B-AA3C-5D5A-E4C42C862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7DDD4-5150-E513-733D-D7E4BFFB7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A09DB-2953-83D9-19D2-C5709DDD5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318FF-0A64-38DF-8A3A-FEF19583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79153-4E26-428D-926C-5D54B9668C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76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39DD-BE90-4B82-6F9A-6F2B86B7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9A9E5-7503-5963-DA73-E01252B31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E4EEE-D8AB-3556-C4DB-CA8363224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504D7-A780-A768-C40E-B91A54860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79153-4E26-428D-926C-5D54B9668C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99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722C-B3E2-5765-63BB-952727A84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B6B12-167B-E667-F84D-F1163FF11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2" indent="0" algn="ctr">
              <a:buNone/>
              <a:defRPr sz="1800"/>
            </a:lvl3pPr>
            <a:lvl4pPr marL="1371618" indent="0" algn="ctr">
              <a:buNone/>
              <a:defRPr sz="1600"/>
            </a:lvl4pPr>
            <a:lvl5pPr marL="1828824" indent="0" algn="ctr">
              <a:buNone/>
              <a:defRPr sz="1600"/>
            </a:lvl5pPr>
            <a:lvl6pPr marL="2286030" indent="0" algn="ctr">
              <a:buNone/>
              <a:defRPr sz="1600"/>
            </a:lvl6pPr>
            <a:lvl7pPr marL="2743237" indent="0" algn="ctr">
              <a:buNone/>
              <a:defRPr sz="1600"/>
            </a:lvl7pPr>
            <a:lvl8pPr marL="3200443" indent="0" algn="ctr">
              <a:buNone/>
              <a:defRPr sz="1600"/>
            </a:lvl8pPr>
            <a:lvl9pPr marL="365764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68C61-EFC4-89A5-6FE6-CFDB921B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F525-0C41-83D6-56E1-B29142BF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B69E5-66ED-BF5D-B6AB-D5201231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9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2992-DD5F-3B19-3B5E-59FA8A12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A53DD-8A9D-6AB3-7A42-6D775C8CA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454A-6AF4-DBDE-CED2-0A76E2D2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279D3-358E-2E52-CC07-721CBDD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8715-BCC3-253F-02F7-79EFF251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2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DCBC-26DA-7884-3B3C-D6BE7B27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C0C38-1752-098B-CE8B-01782B093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3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0A055-37DA-4759-E437-67711FC8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7DEC8-F83E-405E-3FD6-639690AB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157A9-D50C-16A1-189E-6AB79E07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32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8EBD-243E-F686-F9A1-1039F6B2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7A224-F95B-9991-52B8-4CAC0074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2031-31D3-F606-2710-E120EBE68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1AB02-FD27-E09B-D96A-BFFFAD60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BB602-D2CD-E13F-4034-7EA60AD0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D48F3-9B8E-29B4-C350-B9BA35CE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5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CBDD-90D2-39E9-B21F-A22C98A13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08493-8CBB-F253-57EC-E88515FC8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2" indent="0">
              <a:buNone/>
              <a:defRPr sz="1800" b="1"/>
            </a:lvl3pPr>
            <a:lvl4pPr marL="1371618" indent="0">
              <a:buNone/>
              <a:defRPr sz="1600" b="1"/>
            </a:lvl4pPr>
            <a:lvl5pPr marL="1828824" indent="0">
              <a:buNone/>
              <a:defRPr sz="1600" b="1"/>
            </a:lvl5pPr>
            <a:lvl6pPr marL="2286030" indent="0">
              <a:buNone/>
              <a:defRPr sz="1600" b="1"/>
            </a:lvl6pPr>
            <a:lvl7pPr marL="2743237" indent="0">
              <a:buNone/>
              <a:defRPr sz="1600" b="1"/>
            </a:lvl7pPr>
            <a:lvl8pPr marL="3200443" indent="0">
              <a:buNone/>
              <a:defRPr sz="1600" b="1"/>
            </a:lvl8pPr>
            <a:lvl9pPr marL="365764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DD6B2-96FF-2FF5-CAAC-8C239FC87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E2743-EFE5-A672-509D-EB01C35F1A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2" indent="0">
              <a:buNone/>
              <a:defRPr sz="1800" b="1"/>
            </a:lvl3pPr>
            <a:lvl4pPr marL="1371618" indent="0">
              <a:buNone/>
              <a:defRPr sz="1600" b="1"/>
            </a:lvl4pPr>
            <a:lvl5pPr marL="1828824" indent="0">
              <a:buNone/>
              <a:defRPr sz="1600" b="1"/>
            </a:lvl5pPr>
            <a:lvl6pPr marL="2286030" indent="0">
              <a:buNone/>
              <a:defRPr sz="1600" b="1"/>
            </a:lvl6pPr>
            <a:lvl7pPr marL="2743237" indent="0">
              <a:buNone/>
              <a:defRPr sz="1600" b="1"/>
            </a:lvl7pPr>
            <a:lvl8pPr marL="3200443" indent="0">
              <a:buNone/>
              <a:defRPr sz="1600" b="1"/>
            </a:lvl8pPr>
            <a:lvl9pPr marL="365764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FF299-9665-8A1D-4B13-5D58D1B9E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8D811-8E66-6073-7E95-D171FCFB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94387-3E2E-13D3-8BBA-F4C53E7B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81446-E1D4-5431-1580-18C53779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7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4B31-9C25-9B06-DA66-682DBEDC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AB91E-A864-6A6E-2AE1-527AE463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0E939-9C4E-0CCF-DBD2-1EAA0B02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B40C6-27C9-908D-90EF-35881873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2FE23-2920-83BE-FD74-42E58EBC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D88A3-171C-07DC-13D2-A73D2630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8791F-0D73-33E9-785D-9175A218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1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DE81-FE2A-B61B-A42F-B1927207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4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09864-FE61-49D8-44AE-125F5DD5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093E5-B2EB-C53C-1D1E-9E1AB5FB4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4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2" indent="0">
              <a:buNone/>
              <a:defRPr sz="1200"/>
            </a:lvl3pPr>
            <a:lvl4pPr marL="1371618" indent="0">
              <a:buNone/>
              <a:defRPr sz="1000"/>
            </a:lvl4pPr>
            <a:lvl5pPr marL="1828824" indent="0">
              <a:buNone/>
              <a:defRPr sz="1000"/>
            </a:lvl5pPr>
            <a:lvl6pPr marL="2286030" indent="0">
              <a:buNone/>
              <a:defRPr sz="1000"/>
            </a:lvl6pPr>
            <a:lvl7pPr marL="2743237" indent="0">
              <a:buNone/>
              <a:defRPr sz="1000"/>
            </a:lvl7pPr>
            <a:lvl8pPr marL="3200443" indent="0">
              <a:buNone/>
              <a:defRPr sz="1000"/>
            </a:lvl8pPr>
            <a:lvl9pPr marL="365764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50C9F-F7C2-A050-F8D8-0320F1A29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031B-4D93-C337-24FB-6D181326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99921-4C66-4AE2-53F6-24492AF5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9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258F0-3284-EEE9-B795-5970A889D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4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6EB85-6617-75F1-E46E-682708761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2" indent="0">
              <a:buNone/>
              <a:defRPr sz="2400"/>
            </a:lvl3pPr>
            <a:lvl4pPr marL="1371618" indent="0">
              <a:buNone/>
              <a:defRPr sz="2000"/>
            </a:lvl4pPr>
            <a:lvl5pPr marL="1828824" indent="0">
              <a:buNone/>
              <a:defRPr sz="2000"/>
            </a:lvl5pPr>
            <a:lvl6pPr marL="2286030" indent="0">
              <a:buNone/>
              <a:defRPr sz="2000"/>
            </a:lvl6pPr>
            <a:lvl7pPr marL="2743237" indent="0">
              <a:buNone/>
              <a:defRPr sz="2000"/>
            </a:lvl7pPr>
            <a:lvl8pPr marL="3200443" indent="0">
              <a:buNone/>
              <a:defRPr sz="2000"/>
            </a:lvl8pPr>
            <a:lvl9pPr marL="365764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E50A5-C1B6-2973-FDAB-32FC2A3D6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4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2" indent="0">
              <a:buNone/>
              <a:defRPr sz="1200"/>
            </a:lvl3pPr>
            <a:lvl4pPr marL="1371618" indent="0">
              <a:buNone/>
              <a:defRPr sz="1000"/>
            </a:lvl4pPr>
            <a:lvl5pPr marL="1828824" indent="0">
              <a:buNone/>
              <a:defRPr sz="1000"/>
            </a:lvl5pPr>
            <a:lvl6pPr marL="2286030" indent="0">
              <a:buNone/>
              <a:defRPr sz="1000"/>
            </a:lvl6pPr>
            <a:lvl7pPr marL="2743237" indent="0">
              <a:buNone/>
              <a:defRPr sz="1000"/>
            </a:lvl7pPr>
            <a:lvl8pPr marL="3200443" indent="0">
              <a:buNone/>
              <a:defRPr sz="1000"/>
            </a:lvl8pPr>
            <a:lvl9pPr marL="365764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8FFBB-1353-E004-B542-D44C96C0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4B20E-36B9-6CD9-A79F-67E13366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C7972-E0BD-55F8-8FED-680A5C8D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69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EEC6-894A-2FCA-80ED-320BFFD1A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910E9-53AA-501B-54EF-81221E3CD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158CC-63DC-9A4B-F636-6B57E24E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1955-FE05-F737-3A29-F903F7BB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C0972-FA0C-248B-21E5-4984BBF2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7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9FB05-EB74-E616-724F-08492588F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DCE90-93DD-B07A-9086-2D889F53C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670F5-A161-D8FC-93DE-2ACE38F5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5E6A3-7AB3-29E7-0D64-7F78F6E7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4B1CA-D611-2D92-7412-1C5E3003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93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80A3-7FE0-4766-873D-468B0B1C4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60696-6A57-40F1-82F3-7609AD613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6" indent="0" algn="ctr">
              <a:buNone/>
              <a:defRPr sz="2000"/>
            </a:lvl2pPr>
            <a:lvl3pPr marL="914412" indent="0" algn="ctr">
              <a:buNone/>
              <a:defRPr sz="1800"/>
            </a:lvl3pPr>
            <a:lvl4pPr marL="1371618" indent="0" algn="ctr">
              <a:buNone/>
              <a:defRPr sz="1600"/>
            </a:lvl4pPr>
            <a:lvl5pPr marL="1828824" indent="0" algn="ctr">
              <a:buNone/>
              <a:defRPr sz="1600"/>
            </a:lvl5pPr>
            <a:lvl6pPr marL="2286030" indent="0" algn="ctr">
              <a:buNone/>
              <a:defRPr sz="1600"/>
            </a:lvl6pPr>
            <a:lvl7pPr marL="2743237" indent="0" algn="ctr">
              <a:buNone/>
              <a:defRPr sz="1600"/>
            </a:lvl7pPr>
            <a:lvl8pPr marL="3200443" indent="0" algn="ctr">
              <a:buNone/>
              <a:defRPr sz="1600"/>
            </a:lvl8pPr>
            <a:lvl9pPr marL="365764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B8F27-346F-4296-A158-BEDA20D96A59}"/>
              </a:ext>
            </a:extLst>
          </p:cNvPr>
          <p:cNvSpPr/>
          <p:nvPr userDrawn="1"/>
        </p:nvSpPr>
        <p:spPr>
          <a:xfrm>
            <a:off x="152400" y="103911"/>
            <a:ext cx="11921836" cy="6650182"/>
          </a:xfrm>
          <a:prstGeom prst="rect">
            <a:avLst/>
          </a:prstGeom>
          <a:noFill/>
          <a:ln w="92075">
            <a:solidFill>
              <a:srgbClr val="0022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074" name="Picture 2" descr="Faculty | Electrical Engineering and Computer Science">
            <a:extLst>
              <a:ext uri="{FF2B5EF4-FFF2-40B4-BE49-F238E27FC236}">
                <a16:creationId xmlns:a16="http://schemas.microsoft.com/office/drawing/2014/main" id="{D83803D9-B09A-471E-8BB3-5FB9C33724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278" y="4711415"/>
            <a:ext cx="2176080" cy="186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208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80A3-7FE0-4766-873D-468B0B1C4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60696-6A57-40F1-82F3-7609AD613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6" indent="0" algn="ctr">
              <a:buNone/>
              <a:defRPr sz="2000"/>
            </a:lvl2pPr>
            <a:lvl3pPr marL="914412" indent="0" algn="ctr">
              <a:buNone/>
              <a:defRPr sz="1800"/>
            </a:lvl3pPr>
            <a:lvl4pPr marL="1371618" indent="0" algn="ctr">
              <a:buNone/>
              <a:defRPr sz="1600"/>
            </a:lvl4pPr>
            <a:lvl5pPr marL="1828824" indent="0" algn="ctr">
              <a:buNone/>
              <a:defRPr sz="1600"/>
            </a:lvl5pPr>
            <a:lvl6pPr marL="2286030" indent="0" algn="ctr">
              <a:buNone/>
              <a:defRPr sz="1600"/>
            </a:lvl6pPr>
            <a:lvl7pPr marL="2743237" indent="0" algn="ctr">
              <a:buNone/>
              <a:defRPr sz="1600"/>
            </a:lvl7pPr>
            <a:lvl8pPr marL="3200443" indent="0" algn="ctr">
              <a:buNone/>
              <a:defRPr sz="1600"/>
            </a:lvl8pPr>
            <a:lvl9pPr marL="365764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26BED-3BE4-4415-B3F1-5DACE4D3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5B650-4DBA-4B0F-9FC8-0B4B974B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0D7063-E1B7-4171-85E1-C17E3AC9EA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B8F27-346F-4296-A158-BEDA20D96A59}"/>
              </a:ext>
            </a:extLst>
          </p:cNvPr>
          <p:cNvSpPr/>
          <p:nvPr userDrawn="1"/>
        </p:nvSpPr>
        <p:spPr>
          <a:xfrm>
            <a:off x="152400" y="103911"/>
            <a:ext cx="11921836" cy="6650182"/>
          </a:xfrm>
          <a:prstGeom prst="rect">
            <a:avLst/>
          </a:prstGeom>
          <a:noFill/>
          <a:ln w="92075">
            <a:solidFill>
              <a:srgbClr val="0022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32025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AD8B-F107-4623-A361-ACBAD49E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30"/>
            <a:ext cx="12192000" cy="1095506"/>
          </a:xfrm>
          <a:solidFill>
            <a:srgbClr val="0022B4"/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99C6F-F22D-4789-B790-966E755E7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4329"/>
            <a:ext cx="12192000" cy="49179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B29E2-7342-44E4-A9D5-419A1D7E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8BB4B-3ECC-417A-A924-1C946339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fld id="{E50D7063-E1B7-4171-85E1-C17E3AC9E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79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57D15-6E60-42FE-871C-80385C255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30"/>
            <a:ext cx="12192000" cy="1095506"/>
          </a:xfrm>
          <a:solidFill>
            <a:srgbClr val="0022B4"/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E8404-3BF4-4CDA-9EDD-D668EC95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FBA08-36E2-4675-A112-43AA2287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fld id="{E50D7063-E1B7-4171-85E1-C17E3AC9E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53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1BE7-AA66-4575-BA61-2D09F683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5A831-277C-4D8A-BDB0-3ACB52DDA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5601-837D-4B0D-957A-1F516271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D75AC-71CC-4DAA-9314-34D98A46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fld id="{E50D7063-E1B7-4171-85E1-C17E3AC9E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5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C2C8-0BCA-449D-8895-4CF24664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6D452-DE1A-481C-8BD5-85ADAB44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2" indent="0">
              <a:buNone/>
              <a:defRPr sz="1800" b="1"/>
            </a:lvl3pPr>
            <a:lvl4pPr marL="1371618" indent="0">
              <a:buNone/>
              <a:defRPr sz="1600" b="1"/>
            </a:lvl4pPr>
            <a:lvl5pPr marL="1828824" indent="0">
              <a:buNone/>
              <a:defRPr sz="1600" b="1"/>
            </a:lvl5pPr>
            <a:lvl6pPr marL="2286030" indent="0">
              <a:buNone/>
              <a:defRPr sz="1600" b="1"/>
            </a:lvl6pPr>
            <a:lvl7pPr marL="2743237" indent="0">
              <a:buNone/>
              <a:defRPr sz="1600" b="1"/>
            </a:lvl7pPr>
            <a:lvl8pPr marL="3200443" indent="0">
              <a:buNone/>
              <a:defRPr sz="1600" b="1"/>
            </a:lvl8pPr>
            <a:lvl9pPr marL="365764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0AB0E-0E39-4C37-9C6B-EAD7E01FF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68ABB-EF4A-444A-A847-545896AC8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2" indent="0">
              <a:buNone/>
              <a:defRPr sz="1800" b="1"/>
            </a:lvl3pPr>
            <a:lvl4pPr marL="1371618" indent="0">
              <a:buNone/>
              <a:defRPr sz="1600" b="1"/>
            </a:lvl4pPr>
            <a:lvl5pPr marL="1828824" indent="0">
              <a:buNone/>
              <a:defRPr sz="1600" b="1"/>
            </a:lvl5pPr>
            <a:lvl6pPr marL="2286030" indent="0">
              <a:buNone/>
              <a:defRPr sz="1600" b="1"/>
            </a:lvl6pPr>
            <a:lvl7pPr marL="2743237" indent="0">
              <a:buNone/>
              <a:defRPr sz="1600" b="1"/>
            </a:lvl7pPr>
            <a:lvl8pPr marL="3200443" indent="0">
              <a:buNone/>
              <a:defRPr sz="1600" b="1"/>
            </a:lvl8pPr>
            <a:lvl9pPr marL="365764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820607-12E0-43F2-8891-4A8CE3DCE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F53C4-B812-425A-ACC0-8F8B0E06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98079-A543-4898-A275-3DCBA8A9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fld id="{E50D7063-E1B7-4171-85E1-C17E3AC9E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10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968E1-1E60-4FA5-9F65-D8A0C272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50FFD-E61E-48D8-8810-73C6D2F7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2B4"/>
                </a:solidFill>
              </a:defRPr>
            </a:lvl1pPr>
          </a:lstStyle>
          <a:p>
            <a:fld id="{E50D7063-E1B7-4171-85E1-C17E3AC9E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56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9D02F-45A5-B922-363F-74F9787DA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8C18E-A8A0-0281-6A17-40265D849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623BE-07DA-53A6-CD69-1805AC755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F8872-5103-48DC-A343-B1E9A623953B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C7BF0-4B57-3A1D-9360-94F922EC3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34B25-C17A-D370-FE94-0B95E757E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E3E05-F75F-4534-818A-D6AB62862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2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0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6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2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8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4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0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6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52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2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8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4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0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7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3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9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C732D-F859-4104-9312-9642B4A0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649BF-D5BC-4455-8E36-1D7195F9B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1F1B3-5F5A-43EF-9525-CDC19278D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BE8F6-57C4-47F2-A675-E90369C1D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0D7063-E1B7-4171-85E1-C17E3AC9E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0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1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4" indent="-228604" algn="l" defTabSz="91441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10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16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22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28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34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0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6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52" indent="-228604" algn="l" defTabSz="9144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2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8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4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0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7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3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9" algn="l" defTabSz="914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motherboard-cpu-i5-intel-capacitor-tech-technology-chips-wallpaper-ehcac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A close-up of a circuit board&#10;&#10;Description automatically generated with medium confidence">
            <a:extLst>
              <a:ext uri="{FF2B5EF4-FFF2-40B4-BE49-F238E27FC236}">
                <a16:creationId xmlns:a16="http://schemas.microsoft.com/office/drawing/2014/main" id="{0A155DED-59B8-753D-E0CB-2DA63F335D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5418" r="23298" b="367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26416-FC0F-4EEA-99E1-3A73DAC60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4" y="1122363"/>
            <a:ext cx="6247939" cy="3204134"/>
          </a:xfrm>
        </p:spPr>
        <p:txBody>
          <a:bodyPr anchor="b">
            <a:normAutofit/>
          </a:bodyPr>
          <a:lstStyle/>
          <a:p>
            <a:pPr algn="l"/>
            <a:br>
              <a:rPr lang="en-US" sz="3700" b="1" dirty="0">
                <a:ea typeface="Calibri" panose="020F0502020204030204" pitchFamily="34" charset="0"/>
              </a:rPr>
            </a:br>
            <a:br>
              <a:rPr lang="en-US" sz="3700" b="1" dirty="0">
                <a:ea typeface="Calibri" panose="020F0502020204030204" pitchFamily="34" charset="0"/>
              </a:rPr>
            </a:br>
            <a:r>
              <a:rPr lang="en-US" sz="3700" b="1" dirty="0">
                <a:ea typeface="Calibri" panose="020F0502020204030204" pitchFamily="34" charset="0"/>
              </a:rPr>
              <a:t>EECS 645:                                                               Computer Architecture, Fall 2024</a:t>
            </a:r>
            <a:endParaRPr lang="en-US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E92C6-AD72-4BF7-8A91-DDA807C25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229" y="6077015"/>
            <a:ext cx="4632500" cy="32296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000" b="1" dirty="0"/>
              <a:t>Tanvir Hossain</a:t>
            </a:r>
            <a:endParaRPr lang="en-US" sz="2000" b="1" dirty="0">
              <a:ea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30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50" name="Picture 2" descr="Home | Brand Center | The University of Kansas">
            <a:extLst>
              <a:ext uri="{FF2B5EF4-FFF2-40B4-BE49-F238E27FC236}">
                <a16:creationId xmlns:a16="http://schemas.microsoft.com/office/drawing/2014/main" id="{BA09179F-40A0-4A17-2785-1C45BD9F8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55" y="1006720"/>
            <a:ext cx="2525787" cy="55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9FFEC02B-5988-8F30-77A3-198C9CEE9E0F}"/>
              </a:ext>
            </a:extLst>
          </p:cNvPr>
          <p:cNvSpPr txBox="1">
            <a:spLocks/>
          </p:cNvSpPr>
          <p:nvPr/>
        </p:nvSpPr>
        <p:spPr>
          <a:xfrm>
            <a:off x="433229" y="4756245"/>
            <a:ext cx="5095504" cy="8910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ea typeface="Calibri" panose="020F0502020204030204" pitchFamily="34" charset="0"/>
              </a:rPr>
              <a:t>Cache Side-Channel Attacks</a:t>
            </a:r>
          </a:p>
          <a:p>
            <a:pPr algn="l"/>
            <a:r>
              <a:rPr lang="en-US" sz="2800" b="1" dirty="0">
                <a:ea typeface="Calibri" panose="020F0502020204030204" pitchFamily="34" charset="0"/>
              </a:rPr>
              <a:t>Part-2</a:t>
            </a:r>
          </a:p>
        </p:txBody>
      </p:sp>
    </p:spTree>
    <p:extLst>
      <p:ext uri="{BB962C8B-B14F-4D97-AF65-F5344CB8AC3E}">
        <p14:creationId xmlns:p14="http://schemas.microsoft.com/office/powerpoint/2010/main" val="119098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B0E2-3230-54EB-944F-0562FED2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AFC249-6888-3BA6-2F79-B44133796400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Cache Side-Channel Attacks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F10E0-FAE9-4697-6C30-BEFF6776603D}"/>
              </a:ext>
            </a:extLst>
          </p:cNvPr>
          <p:cNvSpPr txBox="1"/>
          <p:nvPr/>
        </p:nvSpPr>
        <p:spPr>
          <a:xfrm>
            <a:off x="2926080" y="1496491"/>
            <a:ext cx="6163056" cy="44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 err="1">
                <a:solidFill>
                  <a:srgbClr val="FF0000"/>
                </a:solidFill>
              </a:rPr>
              <a:t>Flush+Reload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Prime+Probe</a:t>
            </a: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Flush+Flush</a:t>
            </a: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Evict+Reload</a:t>
            </a: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Prime+Abort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9308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74E61-1EA9-1F83-5DF2-CC44B653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44D46E-0266-7D41-03DB-2271A61A14F0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97479-26C9-AF18-EEA3-AA8A14255D23}"/>
              </a:ext>
            </a:extLst>
          </p:cNvPr>
          <p:cNvSpPr txBox="1"/>
          <p:nvPr/>
        </p:nvSpPr>
        <p:spPr>
          <a:xfrm>
            <a:off x="143933" y="913698"/>
            <a:ext cx="1204806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Requirements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Shared Memory: </a:t>
            </a:r>
            <a:r>
              <a:rPr lang="en-US" sz="2400" dirty="0"/>
              <a:t>The attacker and victim must have access to the same physical memory addresses, typically through shared libraries or memory-mapped files.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High-Resolution Timer: </a:t>
            </a:r>
            <a:r>
              <a:rPr lang="en-US" sz="2400" dirty="0"/>
              <a:t>The attacker needs a precise timing mechanism (e.g., </a:t>
            </a:r>
            <a:r>
              <a:rPr lang="en-US" sz="2400" dirty="0" err="1"/>
              <a:t>rdtsc</a:t>
            </a:r>
            <a:r>
              <a:rPr lang="en-US" sz="2400" dirty="0"/>
              <a:t> instruction) to measure access times accurately.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Cache flushing access: </a:t>
            </a:r>
            <a:r>
              <a:rPr lang="en-US" sz="2400" dirty="0"/>
              <a:t>The attacker must be able to flush specific cache lines (e.g., using instructions like _</a:t>
            </a:r>
            <a:r>
              <a:rPr lang="en-US" sz="2400" dirty="0" err="1"/>
              <a:t>mm_clflush</a:t>
            </a:r>
            <a:r>
              <a:rPr lang="en-US" sz="2400" dirty="0"/>
              <a:t>) to evict the target data from the cache.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Last Level Cache (LLC): </a:t>
            </a:r>
            <a:r>
              <a:rPr lang="en-US" sz="2400" dirty="0"/>
              <a:t>The attack typically targets the shared Last Level Cache (LLC) because it is accessible by all cores in a multi-core system. This allows the attacker to monitor victim activity across CPU cores, making the LLC an ideal target for observing shared memory access patterns.</a:t>
            </a:r>
          </a:p>
        </p:txBody>
      </p:sp>
    </p:spTree>
    <p:extLst>
      <p:ext uri="{BB962C8B-B14F-4D97-AF65-F5344CB8AC3E}">
        <p14:creationId xmlns:p14="http://schemas.microsoft.com/office/powerpoint/2010/main" val="164158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1AD4-812C-F180-6222-59FD2D03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6CE5E1-C88A-038E-0D72-8049423857C4}"/>
              </a:ext>
            </a:extLst>
          </p:cNvPr>
          <p:cNvSpPr/>
          <p:nvPr/>
        </p:nvSpPr>
        <p:spPr>
          <a:xfrm>
            <a:off x="2753905" y="1058333"/>
            <a:ext cx="6957362" cy="553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774B6-8AC7-96E2-F9CB-DE56EF1DBD2F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FB608C-0783-C0C2-9E10-DE26C254C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4" t="16889" r="25369" b="16147"/>
          <a:stretch/>
        </p:blipFill>
        <p:spPr>
          <a:xfrm>
            <a:off x="2927069" y="2273948"/>
            <a:ext cx="1702971" cy="163427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779974-2861-EB01-797C-49356AAB2C39}"/>
              </a:ext>
            </a:extLst>
          </p:cNvPr>
          <p:cNvSpPr/>
          <p:nvPr/>
        </p:nvSpPr>
        <p:spPr>
          <a:xfrm>
            <a:off x="5280086" y="2146096"/>
            <a:ext cx="1905000" cy="1828913"/>
          </a:xfrm>
          <a:prstGeom prst="roundRect">
            <a:avLst>
              <a:gd name="adj" fmla="val 429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BAAEB7-FFD4-5A0B-188D-7A7EADCA4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652738"/>
              </p:ext>
            </p:extLst>
          </p:nvPr>
        </p:nvGraphicFramePr>
        <p:xfrm>
          <a:off x="5440178" y="2285207"/>
          <a:ext cx="1565146" cy="1543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146">
                  <a:extLst>
                    <a:ext uri="{9D8B030D-6E8A-4147-A177-3AD203B41FA5}">
                      <a16:colId xmlns:a16="http://schemas.microsoft.com/office/drawing/2014/main" val="824729261"/>
                    </a:ext>
                  </a:extLst>
                </a:gridCol>
              </a:tblGrid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33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427238"/>
                  </a:ext>
                </a:extLst>
              </a:tr>
              <a:tr h="53022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Shared Memory</a:t>
                      </a:r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7075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36094"/>
                  </a:ext>
                </a:extLst>
              </a:tr>
            </a:tbl>
          </a:graphicData>
        </a:graphic>
      </p:graphicFrame>
      <p:pic>
        <p:nvPicPr>
          <p:cNvPr id="1026" name="Picture 2" descr="Dram Vector Art, Icons, and Graphics for Free Download">
            <a:extLst>
              <a:ext uri="{FF2B5EF4-FFF2-40B4-BE49-F238E27FC236}">
                <a16:creationId xmlns:a16="http://schemas.microsoft.com/office/drawing/2014/main" id="{2101A555-CE2B-DC72-94D6-075041E5F3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0" t="36789" r="16478" b="39989"/>
          <a:stretch/>
        </p:blipFill>
        <p:spPr bwMode="auto">
          <a:xfrm rot="10800000">
            <a:off x="4074773" y="4774753"/>
            <a:ext cx="4042449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bersecurity memes for insecure teens">
            <a:extLst>
              <a:ext uri="{FF2B5EF4-FFF2-40B4-BE49-F238E27FC236}">
                <a16:creationId xmlns:a16="http://schemas.microsoft.com/office/drawing/2014/main" id="{8DA8E86E-4FA7-0D97-EB8E-BFB843E58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44120" y="2146096"/>
            <a:ext cx="2116667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B5FB019-70B5-9442-FB7E-A6930E51335A}"/>
              </a:ext>
            </a:extLst>
          </p:cNvPr>
          <p:cNvGrpSpPr/>
          <p:nvPr/>
        </p:nvGrpSpPr>
        <p:grpSpPr>
          <a:xfrm>
            <a:off x="131213" y="1726278"/>
            <a:ext cx="2393950" cy="3674248"/>
            <a:chOff x="878652" y="2028092"/>
            <a:chExt cx="2393950" cy="3674248"/>
          </a:xfrm>
        </p:grpSpPr>
        <p:pic>
          <p:nvPicPr>
            <p:cNvPr id="1034" name="Picture 10" descr="Two Buttons Meme Generator - Imgflip">
              <a:extLst>
                <a:ext uri="{FF2B5EF4-FFF2-40B4-BE49-F238E27FC236}">
                  <a16:creationId xmlns:a16="http://schemas.microsoft.com/office/drawing/2014/main" id="{67509552-3A04-98EA-2817-36005AC4BC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52" y="2079971"/>
              <a:ext cx="2393950" cy="362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EF53A7-BAED-20DC-19B4-F4DCA782B54B}"/>
                </a:ext>
              </a:extLst>
            </p:cNvPr>
            <p:cNvSpPr/>
            <p:nvPr/>
          </p:nvSpPr>
          <p:spPr>
            <a:xfrm>
              <a:off x="1272721" y="2171564"/>
              <a:ext cx="5533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251CCB-E3C0-90B1-980C-285E56C6D428}"/>
                </a:ext>
              </a:extLst>
            </p:cNvPr>
            <p:cNvSpPr/>
            <p:nvPr/>
          </p:nvSpPr>
          <p:spPr>
            <a:xfrm>
              <a:off x="2054820" y="2028092"/>
              <a:ext cx="5725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B809B79-E108-9E1C-07A1-80C06C24A41B}"/>
              </a:ext>
            </a:extLst>
          </p:cNvPr>
          <p:cNvSpPr txBox="1"/>
          <p:nvPr/>
        </p:nvSpPr>
        <p:spPr>
          <a:xfrm>
            <a:off x="5265494" y="697111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Shared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8AB2D5-C752-6889-D5A6-949FAF3D1C5C}"/>
              </a:ext>
            </a:extLst>
          </p:cNvPr>
          <p:cNvSpPr txBox="1"/>
          <p:nvPr/>
        </p:nvSpPr>
        <p:spPr>
          <a:xfrm>
            <a:off x="5367093" y="1754934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Cache Memory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BF2C5C-E391-AAF4-50D6-A68EE2968B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4" t="16889" r="25369" b="16147"/>
          <a:stretch/>
        </p:blipFill>
        <p:spPr>
          <a:xfrm>
            <a:off x="7735124" y="2218419"/>
            <a:ext cx="1702971" cy="1634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551830-6B38-2105-208D-B4EA7CE71D44}"/>
              </a:ext>
            </a:extLst>
          </p:cNvPr>
          <p:cNvSpPr txBox="1"/>
          <p:nvPr/>
        </p:nvSpPr>
        <p:spPr>
          <a:xfrm>
            <a:off x="3615267" y="3091084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35126-D4E5-3F98-9F1B-555507D245D0}"/>
              </a:ext>
            </a:extLst>
          </p:cNvPr>
          <p:cNvSpPr txBox="1"/>
          <p:nvPr/>
        </p:nvSpPr>
        <p:spPr>
          <a:xfrm>
            <a:off x="8441267" y="3087795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EEDFF677-B3A3-5848-CF85-B733174850F5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1671477" y="1648478"/>
            <a:ext cx="1177789" cy="1333389"/>
          </a:xfrm>
          <a:prstGeom prst="curvedConnector4">
            <a:avLst>
              <a:gd name="adj1" fmla="val -19409"/>
              <a:gd name="adj2" fmla="val 77245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E1F1D0-0398-EC1C-6600-A19A896C76D0}"/>
              </a:ext>
            </a:extLst>
          </p:cNvPr>
          <p:cNvCxnSpPr>
            <a:stCxn id="8" idx="3"/>
          </p:cNvCxnSpPr>
          <p:nvPr/>
        </p:nvCxnSpPr>
        <p:spPr>
          <a:xfrm>
            <a:off x="4630040" y="3091085"/>
            <a:ext cx="810138" cy="8391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41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16BE7-5595-4783-8E82-3E28DD7E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301BBA-398A-AC5B-F15D-2940CF14CE66}"/>
              </a:ext>
            </a:extLst>
          </p:cNvPr>
          <p:cNvSpPr/>
          <p:nvPr/>
        </p:nvSpPr>
        <p:spPr>
          <a:xfrm>
            <a:off x="2753905" y="1058333"/>
            <a:ext cx="6957362" cy="553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18CECA-60E7-AA78-D08D-184019753073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75D71-39C9-5817-A2F7-EC3AFC10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4" t="16889" r="25369" b="16147"/>
          <a:stretch/>
        </p:blipFill>
        <p:spPr>
          <a:xfrm>
            <a:off x="2927069" y="2273948"/>
            <a:ext cx="1702971" cy="163427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98C43D-DE54-0159-E401-04CF4C7C3EEB}"/>
              </a:ext>
            </a:extLst>
          </p:cNvPr>
          <p:cNvSpPr/>
          <p:nvPr/>
        </p:nvSpPr>
        <p:spPr>
          <a:xfrm>
            <a:off x="5280086" y="2146096"/>
            <a:ext cx="1905000" cy="1828913"/>
          </a:xfrm>
          <a:prstGeom prst="roundRect">
            <a:avLst>
              <a:gd name="adj" fmla="val 429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271CF03-15D2-D494-CA0F-B7EDB3642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768717"/>
              </p:ext>
            </p:extLst>
          </p:nvPr>
        </p:nvGraphicFramePr>
        <p:xfrm>
          <a:off x="5440178" y="2285207"/>
          <a:ext cx="1565146" cy="1543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146">
                  <a:extLst>
                    <a:ext uri="{9D8B030D-6E8A-4147-A177-3AD203B41FA5}">
                      <a16:colId xmlns:a16="http://schemas.microsoft.com/office/drawing/2014/main" val="824729261"/>
                    </a:ext>
                  </a:extLst>
                </a:gridCol>
              </a:tblGrid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33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</a:t>
                      </a:r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427238"/>
                  </a:ext>
                </a:extLst>
              </a:tr>
              <a:tr h="53022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7075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36094"/>
                  </a:ext>
                </a:extLst>
              </a:tr>
            </a:tbl>
          </a:graphicData>
        </a:graphic>
      </p:graphicFrame>
      <p:pic>
        <p:nvPicPr>
          <p:cNvPr id="1026" name="Picture 2" descr="Dram Vector Art, Icons, and Graphics for Free Download">
            <a:extLst>
              <a:ext uri="{FF2B5EF4-FFF2-40B4-BE49-F238E27FC236}">
                <a16:creationId xmlns:a16="http://schemas.microsoft.com/office/drawing/2014/main" id="{366F3CF4-0588-B718-0399-1C0F18960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0" t="36789" r="16478" b="39989"/>
          <a:stretch/>
        </p:blipFill>
        <p:spPr bwMode="auto">
          <a:xfrm rot="10800000">
            <a:off x="4074773" y="4774753"/>
            <a:ext cx="4042449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bersecurity memes for insecure teens">
            <a:extLst>
              <a:ext uri="{FF2B5EF4-FFF2-40B4-BE49-F238E27FC236}">
                <a16:creationId xmlns:a16="http://schemas.microsoft.com/office/drawing/2014/main" id="{497BEE9D-6C22-AAED-CB28-0E5C9381D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44120" y="2146096"/>
            <a:ext cx="2116667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6C76A38-0C39-D343-89C4-4CEE4462B566}"/>
              </a:ext>
            </a:extLst>
          </p:cNvPr>
          <p:cNvGrpSpPr/>
          <p:nvPr/>
        </p:nvGrpSpPr>
        <p:grpSpPr>
          <a:xfrm>
            <a:off x="131213" y="1726278"/>
            <a:ext cx="2393950" cy="3674248"/>
            <a:chOff x="878652" y="2028092"/>
            <a:chExt cx="2393950" cy="3674248"/>
          </a:xfrm>
        </p:grpSpPr>
        <p:pic>
          <p:nvPicPr>
            <p:cNvPr id="1034" name="Picture 10" descr="Two Buttons Meme Generator - Imgflip">
              <a:extLst>
                <a:ext uri="{FF2B5EF4-FFF2-40B4-BE49-F238E27FC236}">
                  <a16:creationId xmlns:a16="http://schemas.microsoft.com/office/drawing/2014/main" id="{07BBFC10-83E0-13AB-32DB-10C5B1BB6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52" y="2079971"/>
              <a:ext cx="2393950" cy="362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EC8037-0573-7AD7-27C4-63B81DDA33D7}"/>
                </a:ext>
              </a:extLst>
            </p:cNvPr>
            <p:cNvSpPr/>
            <p:nvPr/>
          </p:nvSpPr>
          <p:spPr>
            <a:xfrm>
              <a:off x="1272721" y="2171564"/>
              <a:ext cx="5533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1771E7-51A7-9C1B-4332-9EAF0179B589}"/>
                </a:ext>
              </a:extLst>
            </p:cNvPr>
            <p:cNvSpPr/>
            <p:nvPr/>
          </p:nvSpPr>
          <p:spPr>
            <a:xfrm>
              <a:off x="2054820" y="2028092"/>
              <a:ext cx="5725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9DB87BE-36C5-BF59-1616-B26C32565925}"/>
              </a:ext>
            </a:extLst>
          </p:cNvPr>
          <p:cNvSpPr txBox="1"/>
          <p:nvPr/>
        </p:nvSpPr>
        <p:spPr>
          <a:xfrm>
            <a:off x="5265494" y="697111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Shared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3C33E7-F8AB-D2CD-77F8-10FA8E80EEF1}"/>
              </a:ext>
            </a:extLst>
          </p:cNvPr>
          <p:cNvSpPr txBox="1"/>
          <p:nvPr/>
        </p:nvSpPr>
        <p:spPr>
          <a:xfrm>
            <a:off x="5367093" y="1754934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Cache Memory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5C858E-138D-7630-BFAC-99DC6E3F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4" t="16889" r="25369" b="16147"/>
          <a:stretch/>
        </p:blipFill>
        <p:spPr>
          <a:xfrm>
            <a:off x="7735124" y="2218419"/>
            <a:ext cx="1702971" cy="1634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42F04E-0D1A-B8E0-98A6-CCD309382DBB}"/>
              </a:ext>
            </a:extLst>
          </p:cNvPr>
          <p:cNvSpPr txBox="1"/>
          <p:nvPr/>
        </p:nvSpPr>
        <p:spPr>
          <a:xfrm>
            <a:off x="3615267" y="3091084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BE6655-F589-4D12-2148-8BFBCC976F40}"/>
              </a:ext>
            </a:extLst>
          </p:cNvPr>
          <p:cNvSpPr txBox="1"/>
          <p:nvPr/>
        </p:nvSpPr>
        <p:spPr>
          <a:xfrm>
            <a:off x="8441267" y="3087795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4252BBC6-A945-BFDF-1CCD-C62D9443E112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1671477" y="1648478"/>
            <a:ext cx="1177789" cy="1333389"/>
          </a:xfrm>
          <a:prstGeom prst="curvedConnector4">
            <a:avLst>
              <a:gd name="adj1" fmla="val -19409"/>
              <a:gd name="adj2" fmla="val 77245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C74573-9F8D-81D2-E1CF-E53B14187A32}"/>
              </a:ext>
            </a:extLst>
          </p:cNvPr>
          <p:cNvCxnSpPr>
            <a:stCxn id="8" idx="3"/>
          </p:cNvCxnSpPr>
          <p:nvPr/>
        </p:nvCxnSpPr>
        <p:spPr>
          <a:xfrm>
            <a:off x="4630040" y="3091085"/>
            <a:ext cx="810138" cy="8391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2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D323-12C3-B688-C09F-D63BAC6AF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5B78DE-24EC-26F2-B3A4-601AC70FF343}"/>
              </a:ext>
            </a:extLst>
          </p:cNvPr>
          <p:cNvSpPr/>
          <p:nvPr/>
        </p:nvSpPr>
        <p:spPr>
          <a:xfrm>
            <a:off x="2753905" y="1058333"/>
            <a:ext cx="6957362" cy="553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E4784-B04F-73D6-B697-0FBC8D917F1C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CF3932-0995-9F9F-FA45-C585DE49F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4" t="16889" r="25369" b="16147"/>
          <a:stretch/>
        </p:blipFill>
        <p:spPr>
          <a:xfrm>
            <a:off x="2927069" y="2273948"/>
            <a:ext cx="1702971" cy="163427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42A251-E6A9-3D8E-E6D8-AFE23159CAE1}"/>
              </a:ext>
            </a:extLst>
          </p:cNvPr>
          <p:cNvSpPr/>
          <p:nvPr/>
        </p:nvSpPr>
        <p:spPr>
          <a:xfrm>
            <a:off x="5280086" y="2146096"/>
            <a:ext cx="1905000" cy="1828913"/>
          </a:xfrm>
          <a:prstGeom prst="roundRect">
            <a:avLst>
              <a:gd name="adj" fmla="val 429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0563FDA-72B5-E82C-F84E-D4F244061A98}"/>
              </a:ext>
            </a:extLst>
          </p:cNvPr>
          <p:cNvGraphicFramePr>
            <a:graphicFrameLocks noGrp="1"/>
          </p:cNvGraphicFramePr>
          <p:nvPr/>
        </p:nvGraphicFramePr>
        <p:xfrm>
          <a:off x="5440178" y="2285207"/>
          <a:ext cx="1565146" cy="1543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146">
                  <a:extLst>
                    <a:ext uri="{9D8B030D-6E8A-4147-A177-3AD203B41FA5}">
                      <a16:colId xmlns:a16="http://schemas.microsoft.com/office/drawing/2014/main" val="824729261"/>
                    </a:ext>
                  </a:extLst>
                </a:gridCol>
              </a:tblGrid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33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</a:t>
                      </a:r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427238"/>
                  </a:ext>
                </a:extLst>
              </a:tr>
              <a:tr h="53022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7075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36094"/>
                  </a:ext>
                </a:extLst>
              </a:tr>
            </a:tbl>
          </a:graphicData>
        </a:graphic>
      </p:graphicFrame>
      <p:pic>
        <p:nvPicPr>
          <p:cNvPr id="1026" name="Picture 2" descr="Dram Vector Art, Icons, and Graphics for Free Download">
            <a:extLst>
              <a:ext uri="{FF2B5EF4-FFF2-40B4-BE49-F238E27FC236}">
                <a16:creationId xmlns:a16="http://schemas.microsoft.com/office/drawing/2014/main" id="{DA6F6D86-9D2D-6D74-AF1F-396AE9DABB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0" t="36789" r="16478" b="39989"/>
          <a:stretch/>
        </p:blipFill>
        <p:spPr bwMode="auto">
          <a:xfrm rot="10800000">
            <a:off x="4074773" y="4774753"/>
            <a:ext cx="4042449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bersecurity memes for insecure teens">
            <a:extLst>
              <a:ext uri="{FF2B5EF4-FFF2-40B4-BE49-F238E27FC236}">
                <a16:creationId xmlns:a16="http://schemas.microsoft.com/office/drawing/2014/main" id="{8F5CA018-9C97-F227-9B3A-A1E5C3D6E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44120" y="2146096"/>
            <a:ext cx="2116667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EC66680-B395-9F03-A154-E00FFE6DAB2E}"/>
              </a:ext>
            </a:extLst>
          </p:cNvPr>
          <p:cNvGrpSpPr/>
          <p:nvPr/>
        </p:nvGrpSpPr>
        <p:grpSpPr>
          <a:xfrm>
            <a:off x="131213" y="1726278"/>
            <a:ext cx="2393950" cy="3674248"/>
            <a:chOff x="878652" y="2028092"/>
            <a:chExt cx="2393950" cy="3674248"/>
          </a:xfrm>
        </p:grpSpPr>
        <p:pic>
          <p:nvPicPr>
            <p:cNvPr id="1034" name="Picture 10" descr="Two Buttons Meme Generator - Imgflip">
              <a:extLst>
                <a:ext uri="{FF2B5EF4-FFF2-40B4-BE49-F238E27FC236}">
                  <a16:creationId xmlns:a16="http://schemas.microsoft.com/office/drawing/2014/main" id="{971910F9-53E2-7247-4F9A-17F06FAC99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52" y="2079971"/>
              <a:ext cx="2393950" cy="362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1B2CF5-0ED9-28F3-9584-D38ADA23CCD5}"/>
                </a:ext>
              </a:extLst>
            </p:cNvPr>
            <p:cNvSpPr/>
            <p:nvPr/>
          </p:nvSpPr>
          <p:spPr>
            <a:xfrm>
              <a:off x="1272721" y="2171564"/>
              <a:ext cx="5533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A03B6D-119E-BDAD-7C2F-704B9FD17B4F}"/>
                </a:ext>
              </a:extLst>
            </p:cNvPr>
            <p:cNvSpPr/>
            <p:nvPr/>
          </p:nvSpPr>
          <p:spPr>
            <a:xfrm>
              <a:off x="2054820" y="2028092"/>
              <a:ext cx="5725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A1BD52D-A5A5-50EC-2291-CABC1CBB5892}"/>
              </a:ext>
            </a:extLst>
          </p:cNvPr>
          <p:cNvSpPr txBox="1"/>
          <p:nvPr/>
        </p:nvSpPr>
        <p:spPr>
          <a:xfrm>
            <a:off x="5265494" y="697111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Shared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60307-07CA-5AA1-7672-CBBD3DA17CFF}"/>
              </a:ext>
            </a:extLst>
          </p:cNvPr>
          <p:cNvSpPr txBox="1"/>
          <p:nvPr/>
        </p:nvSpPr>
        <p:spPr>
          <a:xfrm>
            <a:off x="5367093" y="1754934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Cache Memory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78DB45-76CD-2BF0-27D4-2B2024708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4" t="16889" r="25369" b="16147"/>
          <a:stretch/>
        </p:blipFill>
        <p:spPr>
          <a:xfrm>
            <a:off x="7735124" y="2218419"/>
            <a:ext cx="1702971" cy="1634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7BFA93-C8C0-0D1A-5112-4F31C608EDD6}"/>
              </a:ext>
            </a:extLst>
          </p:cNvPr>
          <p:cNvSpPr txBox="1"/>
          <p:nvPr/>
        </p:nvSpPr>
        <p:spPr>
          <a:xfrm>
            <a:off x="3615267" y="3091084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3A505C-5CE6-4B04-3C29-A676774019E0}"/>
              </a:ext>
            </a:extLst>
          </p:cNvPr>
          <p:cNvSpPr txBox="1"/>
          <p:nvPr/>
        </p:nvSpPr>
        <p:spPr>
          <a:xfrm>
            <a:off x="8441267" y="3087795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AA2338F5-C50A-5D9C-9538-C88E52DEE4CA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1671477" y="1648478"/>
            <a:ext cx="1177789" cy="1333389"/>
          </a:xfrm>
          <a:prstGeom prst="curvedConnector4">
            <a:avLst>
              <a:gd name="adj1" fmla="val -19409"/>
              <a:gd name="adj2" fmla="val 77245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29200E-7B6D-8904-5A9D-5D498FB0A50B}"/>
              </a:ext>
            </a:extLst>
          </p:cNvPr>
          <p:cNvCxnSpPr>
            <a:stCxn id="8" idx="3"/>
          </p:cNvCxnSpPr>
          <p:nvPr/>
        </p:nvCxnSpPr>
        <p:spPr>
          <a:xfrm>
            <a:off x="4630040" y="3091085"/>
            <a:ext cx="810138" cy="8391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A7C5870-F91D-097C-35A0-50B06350149F}"/>
              </a:ext>
            </a:extLst>
          </p:cNvPr>
          <p:cNvCxnSpPr>
            <a:stCxn id="1028" idx="3"/>
            <a:endCxn id="17" idx="3"/>
          </p:cNvCxnSpPr>
          <p:nvPr/>
        </p:nvCxnSpPr>
        <p:spPr>
          <a:xfrm flipH="1" flipV="1">
            <a:off x="9438095" y="3014133"/>
            <a:ext cx="506025" cy="130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C69044E-6394-16A1-C5C0-659D6CEC386F}"/>
              </a:ext>
            </a:extLst>
          </p:cNvPr>
          <p:cNvSpPr txBox="1"/>
          <p:nvPr/>
        </p:nvSpPr>
        <p:spPr>
          <a:xfrm rot="16200000">
            <a:off x="8693609" y="1760222"/>
            <a:ext cx="201518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Flush the Cache</a:t>
            </a:r>
          </a:p>
        </p:txBody>
      </p:sp>
    </p:spTree>
    <p:extLst>
      <p:ext uri="{BB962C8B-B14F-4D97-AF65-F5344CB8AC3E}">
        <p14:creationId xmlns:p14="http://schemas.microsoft.com/office/powerpoint/2010/main" val="9123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49112-D1C4-41AF-C316-BE165B4F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1583181-9682-7E49-79BE-E5289B2D88D7}"/>
              </a:ext>
            </a:extLst>
          </p:cNvPr>
          <p:cNvSpPr/>
          <p:nvPr/>
        </p:nvSpPr>
        <p:spPr>
          <a:xfrm>
            <a:off x="2753905" y="1058333"/>
            <a:ext cx="6957362" cy="553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0DAD1-8FD9-A190-FFAB-CE93385FEF17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7C0FC3-6103-B39C-CDAD-927FB8153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64" t="16889" r="25369" b="16147"/>
          <a:stretch/>
        </p:blipFill>
        <p:spPr>
          <a:xfrm>
            <a:off x="2927069" y="2273948"/>
            <a:ext cx="1702971" cy="163427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0A3D29-45E3-394C-522B-F1F63AE7BFAB}"/>
              </a:ext>
            </a:extLst>
          </p:cNvPr>
          <p:cNvSpPr/>
          <p:nvPr/>
        </p:nvSpPr>
        <p:spPr>
          <a:xfrm>
            <a:off x="5280086" y="2146096"/>
            <a:ext cx="1905000" cy="1828913"/>
          </a:xfrm>
          <a:prstGeom prst="roundRect">
            <a:avLst>
              <a:gd name="adj" fmla="val 429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5865B8-F1DE-CAD8-F116-F4FF38746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752606"/>
              </p:ext>
            </p:extLst>
          </p:nvPr>
        </p:nvGraphicFramePr>
        <p:xfrm>
          <a:off x="5440178" y="2285207"/>
          <a:ext cx="1565146" cy="1543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146">
                  <a:extLst>
                    <a:ext uri="{9D8B030D-6E8A-4147-A177-3AD203B41FA5}">
                      <a16:colId xmlns:a16="http://schemas.microsoft.com/office/drawing/2014/main" val="824729261"/>
                    </a:ext>
                  </a:extLst>
                </a:gridCol>
              </a:tblGrid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33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427238"/>
                  </a:ext>
                </a:extLst>
              </a:tr>
              <a:tr h="530222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7075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36094"/>
                  </a:ext>
                </a:extLst>
              </a:tr>
            </a:tbl>
          </a:graphicData>
        </a:graphic>
      </p:graphicFrame>
      <p:pic>
        <p:nvPicPr>
          <p:cNvPr id="1026" name="Picture 2" descr="Dram Vector Art, Icons, and Graphics for Free Download">
            <a:extLst>
              <a:ext uri="{FF2B5EF4-FFF2-40B4-BE49-F238E27FC236}">
                <a16:creationId xmlns:a16="http://schemas.microsoft.com/office/drawing/2014/main" id="{5FDED117-6BD3-49BD-843E-5188F3DD61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0" t="36789" r="16478" b="39989"/>
          <a:stretch/>
        </p:blipFill>
        <p:spPr bwMode="auto">
          <a:xfrm rot="10800000">
            <a:off x="4074773" y="4774753"/>
            <a:ext cx="4042449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bersecurity memes for insecure teens">
            <a:extLst>
              <a:ext uri="{FF2B5EF4-FFF2-40B4-BE49-F238E27FC236}">
                <a16:creationId xmlns:a16="http://schemas.microsoft.com/office/drawing/2014/main" id="{BE347D91-3267-5D25-3979-1189EA9E6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44120" y="2146096"/>
            <a:ext cx="2116667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3820602-B905-E8F5-84E7-3303AC7CCD6B}"/>
              </a:ext>
            </a:extLst>
          </p:cNvPr>
          <p:cNvGrpSpPr/>
          <p:nvPr/>
        </p:nvGrpSpPr>
        <p:grpSpPr>
          <a:xfrm>
            <a:off x="131213" y="1726278"/>
            <a:ext cx="2393950" cy="3674248"/>
            <a:chOff x="878652" y="2028092"/>
            <a:chExt cx="2393950" cy="3674248"/>
          </a:xfrm>
        </p:grpSpPr>
        <p:pic>
          <p:nvPicPr>
            <p:cNvPr id="1034" name="Picture 10" descr="Two Buttons Meme Generator - Imgflip">
              <a:extLst>
                <a:ext uri="{FF2B5EF4-FFF2-40B4-BE49-F238E27FC236}">
                  <a16:creationId xmlns:a16="http://schemas.microsoft.com/office/drawing/2014/main" id="{C773CBB9-F4C1-55E9-98FC-93AC7C7865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52" y="2079971"/>
              <a:ext cx="2393950" cy="362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0F841C-0671-A94C-F16A-1C67A43669AB}"/>
                </a:ext>
              </a:extLst>
            </p:cNvPr>
            <p:cNvSpPr/>
            <p:nvPr/>
          </p:nvSpPr>
          <p:spPr>
            <a:xfrm>
              <a:off x="1272721" y="2171564"/>
              <a:ext cx="5533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3A7BC5-2917-0017-62F8-ACACA541A11A}"/>
                </a:ext>
              </a:extLst>
            </p:cNvPr>
            <p:cNvSpPr/>
            <p:nvPr/>
          </p:nvSpPr>
          <p:spPr>
            <a:xfrm>
              <a:off x="2054820" y="2028092"/>
              <a:ext cx="5725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2531A4F-E5F5-743F-F669-830CD3B4591A}"/>
              </a:ext>
            </a:extLst>
          </p:cNvPr>
          <p:cNvSpPr txBox="1"/>
          <p:nvPr/>
        </p:nvSpPr>
        <p:spPr>
          <a:xfrm>
            <a:off x="5265494" y="697111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Shared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8018A-834D-D519-9DCB-FA0E66533868}"/>
              </a:ext>
            </a:extLst>
          </p:cNvPr>
          <p:cNvSpPr txBox="1"/>
          <p:nvPr/>
        </p:nvSpPr>
        <p:spPr>
          <a:xfrm>
            <a:off x="5367093" y="1754934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Cache Memory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8E7438-BADA-900E-DDCC-99A6F9C45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64" t="16889" r="25369" b="16147"/>
          <a:stretch/>
        </p:blipFill>
        <p:spPr>
          <a:xfrm>
            <a:off x="7735124" y="2218419"/>
            <a:ext cx="1702971" cy="1634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32BF9-6094-D97A-035B-D5C52DADD27A}"/>
              </a:ext>
            </a:extLst>
          </p:cNvPr>
          <p:cNvSpPr txBox="1"/>
          <p:nvPr/>
        </p:nvSpPr>
        <p:spPr>
          <a:xfrm>
            <a:off x="3615267" y="3091084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FA2CA-0D74-17BD-64AE-FB09AD448B7B}"/>
              </a:ext>
            </a:extLst>
          </p:cNvPr>
          <p:cNvSpPr txBox="1"/>
          <p:nvPr/>
        </p:nvSpPr>
        <p:spPr>
          <a:xfrm>
            <a:off x="8441267" y="3087795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C1A07E5-C1FE-DC68-B021-D33F431435F0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1671477" y="1648478"/>
            <a:ext cx="1177789" cy="1333389"/>
          </a:xfrm>
          <a:prstGeom prst="curvedConnector4">
            <a:avLst>
              <a:gd name="adj1" fmla="val -19409"/>
              <a:gd name="adj2" fmla="val 77245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5A90D7-77A9-43C1-9D47-401F3824C05C}"/>
              </a:ext>
            </a:extLst>
          </p:cNvPr>
          <p:cNvCxnSpPr>
            <a:stCxn id="8" idx="3"/>
          </p:cNvCxnSpPr>
          <p:nvPr/>
        </p:nvCxnSpPr>
        <p:spPr>
          <a:xfrm>
            <a:off x="4630040" y="3091085"/>
            <a:ext cx="810138" cy="8391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6116402-C0FB-360B-6FC1-BC79ED64A2E8}"/>
              </a:ext>
            </a:extLst>
          </p:cNvPr>
          <p:cNvCxnSpPr>
            <a:stCxn id="1028" idx="3"/>
            <a:endCxn id="17" idx="3"/>
          </p:cNvCxnSpPr>
          <p:nvPr/>
        </p:nvCxnSpPr>
        <p:spPr>
          <a:xfrm flipH="1" flipV="1">
            <a:off x="9438095" y="3014133"/>
            <a:ext cx="506025" cy="130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1AD4604-923A-2C00-01F9-FA528910B5DF}"/>
              </a:ext>
            </a:extLst>
          </p:cNvPr>
          <p:cNvSpPr txBox="1"/>
          <p:nvPr/>
        </p:nvSpPr>
        <p:spPr>
          <a:xfrm rot="16200000">
            <a:off x="8693609" y="1760222"/>
            <a:ext cx="201518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Flush the Cache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8393A53-2207-F3EC-2411-AC5054CD270A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7005324" y="3056941"/>
            <a:ext cx="729800" cy="269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2386F-1759-4647-E655-5E925DDE4933}"/>
              </a:ext>
            </a:extLst>
          </p:cNvPr>
          <p:cNvSpPr txBox="1"/>
          <p:nvPr/>
        </p:nvSpPr>
        <p:spPr>
          <a:xfrm>
            <a:off x="5956798" y="2573890"/>
            <a:ext cx="440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9F6F3-DC44-2323-A4B6-092CD874EB3F}"/>
              </a:ext>
            </a:extLst>
          </p:cNvPr>
          <p:cNvSpPr txBox="1"/>
          <p:nvPr/>
        </p:nvSpPr>
        <p:spPr>
          <a:xfrm>
            <a:off x="5982671" y="3028041"/>
            <a:ext cx="440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2583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208 L -0.12942 0.342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19" y="1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6 L -0.07174 0.417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94" y="2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1498-D510-FA68-508D-6490892D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2AE2ECF-AC86-179F-D85C-728798EC4585}"/>
              </a:ext>
            </a:extLst>
          </p:cNvPr>
          <p:cNvSpPr/>
          <p:nvPr/>
        </p:nvSpPr>
        <p:spPr>
          <a:xfrm>
            <a:off x="2753905" y="1058333"/>
            <a:ext cx="6957362" cy="553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401DC-3A3D-888B-19DE-1C658765B14A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Reload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870A8C-E009-51D6-E13E-A45F0D688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64" t="16889" r="25369" b="16147"/>
          <a:stretch/>
        </p:blipFill>
        <p:spPr>
          <a:xfrm>
            <a:off x="2927069" y="2273948"/>
            <a:ext cx="1702971" cy="163427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D2C42E-DEC4-FBB0-5683-27674A851D34}"/>
              </a:ext>
            </a:extLst>
          </p:cNvPr>
          <p:cNvSpPr/>
          <p:nvPr/>
        </p:nvSpPr>
        <p:spPr>
          <a:xfrm>
            <a:off x="5280086" y="2146096"/>
            <a:ext cx="1905000" cy="1828913"/>
          </a:xfrm>
          <a:prstGeom prst="roundRect">
            <a:avLst>
              <a:gd name="adj" fmla="val 429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694817-7CF2-B70B-83E6-D88243169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000079"/>
              </p:ext>
            </p:extLst>
          </p:nvPr>
        </p:nvGraphicFramePr>
        <p:xfrm>
          <a:off x="5440178" y="2285207"/>
          <a:ext cx="1565146" cy="1543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146">
                  <a:extLst>
                    <a:ext uri="{9D8B030D-6E8A-4147-A177-3AD203B41FA5}">
                      <a16:colId xmlns:a16="http://schemas.microsoft.com/office/drawing/2014/main" val="824729261"/>
                    </a:ext>
                  </a:extLst>
                </a:gridCol>
              </a:tblGrid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33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427238"/>
                  </a:ext>
                </a:extLst>
              </a:tr>
              <a:tr h="530222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7075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36094"/>
                  </a:ext>
                </a:extLst>
              </a:tr>
            </a:tbl>
          </a:graphicData>
        </a:graphic>
      </p:graphicFrame>
      <p:pic>
        <p:nvPicPr>
          <p:cNvPr id="1026" name="Picture 2" descr="Dram Vector Art, Icons, and Graphics for Free Download">
            <a:extLst>
              <a:ext uri="{FF2B5EF4-FFF2-40B4-BE49-F238E27FC236}">
                <a16:creationId xmlns:a16="http://schemas.microsoft.com/office/drawing/2014/main" id="{100B15EF-42D2-50D3-4CBB-D889D3394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0" t="36789" r="16478" b="39989"/>
          <a:stretch/>
        </p:blipFill>
        <p:spPr bwMode="auto">
          <a:xfrm rot="10800000">
            <a:off x="4074773" y="4774753"/>
            <a:ext cx="4042449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bersecurity memes for insecure teens">
            <a:extLst>
              <a:ext uri="{FF2B5EF4-FFF2-40B4-BE49-F238E27FC236}">
                <a16:creationId xmlns:a16="http://schemas.microsoft.com/office/drawing/2014/main" id="{8CC5D9F9-C25A-EC49-C6C9-77AC66BEC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44120" y="2146096"/>
            <a:ext cx="2116667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326EB92-FD75-190E-7B64-67837385DCBC}"/>
              </a:ext>
            </a:extLst>
          </p:cNvPr>
          <p:cNvGrpSpPr/>
          <p:nvPr/>
        </p:nvGrpSpPr>
        <p:grpSpPr>
          <a:xfrm>
            <a:off x="131213" y="1726278"/>
            <a:ext cx="2393950" cy="3674248"/>
            <a:chOff x="878652" y="2028092"/>
            <a:chExt cx="2393950" cy="3674248"/>
          </a:xfrm>
        </p:grpSpPr>
        <p:pic>
          <p:nvPicPr>
            <p:cNvPr id="1034" name="Picture 10" descr="Two Buttons Meme Generator - Imgflip">
              <a:extLst>
                <a:ext uri="{FF2B5EF4-FFF2-40B4-BE49-F238E27FC236}">
                  <a16:creationId xmlns:a16="http://schemas.microsoft.com/office/drawing/2014/main" id="{188288EA-DA33-C43C-CC34-A63FF89D0F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52" y="2079971"/>
              <a:ext cx="2393950" cy="362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E7FEB6-148B-2D8E-E706-D90D12A569C2}"/>
                </a:ext>
              </a:extLst>
            </p:cNvPr>
            <p:cNvSpPr/>
            <p:nvPr/>
          </p:nvSpPr>
          <p:spPr>
            <a:xfrm>
              <a:off x="1272721" y="2171564"/>
              <a:ext cx="5533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3A7C04-F650-72C6-B679-28246D08AA47}"/>
                </a:ext>
              </a:extLst>
            </p:cNvPr>
            <p:cNvSpPr/>
            <p:nvPr/>
          </p:nvSpPr>
          <p:spPr>
            <a:xfrm>
              <a:off x="2054820" y="2028092"/>
              <a:ext cx="5725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1EC1489-574D-B96C-2F8D-DC814C028843}"/>
              </a:ext>
            </a:extLst>
          </p:cNvPr>
          <p:cNvSpPr txBox="1"/>
          <p:nvPr/>
        </p:nvSpPr>
        <p:spPr>
          <a:xfrm>
            <a:off x="5265494" y="697111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Shared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5AC79-DF9E-BD8A-6142-5011CCFF2EA5}"/>
              </a:ext>
            </a:extLst>
          </p:cNvPr>
          <p:cNvSpPr txBox="1"/>
          <p:nvPr/>
        </p:nvSpPr>
        <p:spPr>
          <a:xfrm>
            <a:off x="5367093" y="1754934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Cache Memory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11C427-467A-6EE9-2C26-95A73FE42C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64" t="16889" r="25369" b="16147"/>
          <a:stretch/>
        </p:blipFill>
        <p:spPr>
          <a:xfrm>
            <a:off x="7735124" y="2218419"/>
            <a:ext cx="1702971" cy="1634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9DA3BA-3B72-84E2-832E-725541271348}"/>
              </a:ext>
            </a:extLst>
          </p:cNvPr>
          <p:cNvSpPr txBox="1"/>
          <p:nvPr/>
        </p:nvSpPr>
        <p:spPr>
          <a:xfrm>
            <a:off x="3615267" y="3091084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3152BF-F0F9-33D8-28F9-CF385FD12FA6}"/>
              </a:ext>
            </a:extLst>
          </p:cNvPr>
          <p:cNvSpPr txBox="1"/>
          <p:nvPr/>
        </p:nvSpPr>
        <p:spPr>
          <a:xfrm>
            <a:off x="8441267" y="3087795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E4887A28-A6F1-E23F-EDCA-2C7EEF02DCFD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1671477" y="1648478"/>
            <a:ext cx="1177789" cy="1333389"/>
          </a:xfrm>
          <a:prstGeom prst="curvedConnector4">
            <a:avLst>
              <a:gd name="adj1" fmla="val -19409"/>
              <a:gd name="adj2" fmla="val 77245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528041-913F-F7C9-903E-804A61330477}"/>
              </a:ext>
            </a:extLst>
          </p:cNvPr>
          <p:cNvCxnSpPr>
            <a:stCxn id="8" idx="3"/>
          </p:cNvCxnSpPr>
          <p:nvPr/>
        </p:nvCxnSpPr>
        <p:spPr>
          <a:xfrm>
            <a:off x="4630040" y="3091085"/>
            <a:ext cx="810138" cy="8391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33C7C14-85CC-31C0-8891-D42AF40FAC87}"/>
              </a:ext>
            </a:extLst>
          </p:cNvPr>
          <p:cNvCxnSpPr>
            <a:stCxn id="1028" idx="3"/>
            <a:endCxn id="17" idx="3"/>
          </p:cNvCxnSpPr>
          <p:nvPr/>
        </p:nvCxnSpPr>
        <p:spPr>
          <a:xfrm flipH="1" flipV="1">
            <a:off x="9438095" y="3014133"/>
            <a:ext cx="506025" cy="130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CD5298-BFE5-1280-FBCA-6C851B709285}"/>
              </a:ext>
            </a:extLst>
          </p:cNvPr>
          <p:cNvSpPr txBox="1"/>
          <p:nvPr/>
        </p:nvSpPr>
        <p:spPr>
          <a:xfrm rot="16200000">
            <a:off x="8693609" y="1760222"/>
            <a:ext cx="201518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Reload the cache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6CB9312-6B18-B18D-CACF-8B33E8159747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7005324" y="3056941"/>
            <a:ext cx="729800" cy="269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FB04AF-7CCD-849F-5580-5199470D5401}"/>
              </a:ext>
            </a:extLst>
          </p:cNvPr>
          <p:cNvSpPr txBox="1"/>
          <p:nvPr/>
        </p:nvSpPr>
        <p:spPr>
          <a:xfrm>
            <a:off x="5117179" y="5435041"/>
            <a:ext cx="49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highlight>
                  <a:srgbClr val="FFFF00"/>
                </a:highlight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AB6A04-4B31-AB2B-92E4-AC9E3E619D07}"/>
              </a:ext>
            </a:extLst>
          </p:cNvPr>
          <p:cNvSpPr txBox="1"/>
          <p:nvPr/>
        </p:nvSpPr>
        <p:spPr>
          <a:xfrm>
            <a:off x="5990216" y="2973086"/>
            <a:ext cx="49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7927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E81A-A886-1796-5CFD-69572AFA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80D7E5-F670-45E7-994F-A772DE858302}"/>
              </a:ext>
            </a:extLst>
          </p:cNvPr>
          <p:cNvSpPr/>
          <p:nvPr/>
        </p:nvSpPr>
        <p:spPr>
          <a:xfrm>
            <a:off x="2753905" y="1058333"/>
            <a:ext cx="6957362" cy="553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4B233-CB9C-AF9B-9B51-7F95093D3A00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Reload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C4E59B-1CE9-48A4-C298-3E6F8F2E05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64" t="16889" r="25369" b="16147"/>
          <a:stretch/>
        </p:blipFill>
        <p:spPr>
          <a:xfrm>
            <a:off x="2927069" y="2273948"/>
            <a:ext cx="1702971" cy="163427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EC7F2-CF4E-277F-3768-403E4EB1494C}"/>
              </a:ext>
            </a:extLst>
          </p:cNvPr>
          <p:cNvSpPr/>
          <p:nvPr/>
        </p:nvSpPr>
        <p:spPr>
          <a:xfrm>
            <a:off x="5280086" y="2146096"/>
            <a:ext cx="1905000" cy="1828913"/>
          </a:xfrm>
          <a:prstGeom prst="roundRect">
            <a:avLst>
              <a:gd name="adj" fmla="val 429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282FF7-C8F0-540B-DDBE-6A393F021C2C}"/>
              </a:ext>
            </a:extLst>
          </p:cNvPr>
          <p:cNvGraphicFramePr>
            <a:graphicFrameLocks noGrp="1"/>
          </p:cNvGraphicFramePr>
          <p:nvPr/>
        </p:nvGraphicFramePr>
        <p:xfrm>
          <a:off x="5440178" y="2285207"/>
          <a:ext cx="1565146" cy="1543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146">
                  <a:extLst>
                    <a:ext uri="{9D8B030D-6E8A-4147-A177-3AD203B41FA5}">
                      <a16:colId xmlns:a16="http://schemas.microsoft.com/office/drawing/2014/main" val="824729261"/>
                    </a:ext>
                  </a:extLst>
                </a:gridCol>
              </a:tblGrid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633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427238"/>
                  </a:ext>
                </a:extLst>
              </a:tr>
              <a:tr h="530222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marL="61165" marR="61165" marT="30582" marB="305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7075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165" marR="61165" marT="30582" marB="3058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36094"/>
                  </a:ext>
                </a:extLst>
              </a:tr>
            </a:tbl>
          </a:graphicData>
        </a:graphic>
      </p:graphicFrame>
      <p:pic>
        <p:nvPicPr>
          <p:cNvPr id="1026" name="Picture 2" descr="Dram Vector Art, Icons, and Graphics for Free Download">
            <a:extLst>
              <a:ext uri="{FF2B5EF4-FFF2-40B4-BE49-F238E27FC236}">
                <a16:creationId xmlns:a16="http://schemas.microsoft.com/office/drawing/2014/main" id="{80FE2CBA-35D6-489E-CD52-B41ABA7F7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0" t="36789" r="16478" b="39989"/>
          <a:stretch/>
        </p:blipFill>
        <p:spPr bwMode="auto">
          <a:xfrm rot="10800000">
            <a:off x="4074773" y="4774753"/>
            <a:ext cx="4042449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bersecurity memes for insecure teens">
            <a:extLst>
              <a:ext uri="{FF2B5EF4-FFF2-40B4-BE49-F238E27FC236}">
                <a16:creationId xmlns:a16="http://schemas.microsoft.com/office/drawing/2014/main" id="{1FE523E2-9397-1D94-601B-4603056BC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44120" y="2146096"/>
            <a:ext cx="2116667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63A45C7-F666-1DDC-679C-CA7771EE1922}"/>
              </a:ext>
            </a:extLst>
          </p:cNvPr>
          <p:cNvGrpSpPr/>
          <p:nvPr/>
        </p:nvGrpSpPr>
        <p:grpSpPr>
          <a:xfrm>
            <a:off x="131213" y="1726278"/>
            <a:ext cx="2393950" cy="3674248"/>
            <a:chOff x="878652" y="2028092"/>
            <a:chExt cx="2393950" cy="3674248"/>
          </a:xfrm>
        </p:grpSpPr>
        <p:pic>
          <p:nvPicPr>
            <p:cNvPr id="1034" name="Picture 10" descr="Two Buttons Meme Generator - Imgflip">
              <a:extLst>
                <a:ext uri="{FF2B5EF4-FFF2-40B4-BE49-F238E27FC236}">
                  <a16:creationId xmlns:a16="http://schemas.microsoft.com/office/drawing/2014/main" id="{863926B8-64FB-950D-85C3-B2BA32C08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52" y="2079971"/>
              <a:ext cx="2393950" cy="362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DA6F38-3538-3B24-3557-E67D3B95660D}"/>
                </a:ext>
              </a:extLst>
            </p:cNvPr>
            <p:cNvSpPr/>
            <p:nvPr/>
          </p:nvSpPr>
          <p:spPr>
            <a:xfrm>
              <a:off x="1272721" y="2171564"/>
              <a:ext cx="55335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072A40-F1E3-9434-C960-61A8274DC9EE}"/>
                </a:ext>
              </a:extLst>
            </p:cNvPr>
            <p:cNvSpPr/>
            <p:nvPr/>
          </p:nvSpPr>
          <p:spPr>
            <a:xfrm>
              <a:off x="2054820" y="2028092"/>
              <a:ext cx="5725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0243958-4161-2B3A-95AA-B4950B2228C0}"/>
              </a:ext>
            </a:extLst>
          </p:cNvPr>
          <p:cNvSpPr txBox="1"/>
          <p:nvPr/>
        </p:nvSpPr>
        <p:spPr>
          <a:xfrm>
            <a:off x="5400408" y="596668"/>
            <a:ext cx="307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Shared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1899C6-12B6-84A0-4807-931B7762648D}"/>
              </a:ext>
            </a:extLst>
          </p:cNvPr>
          <p:cNvSpPr txBox="1"/>
          <p:nvPr/>
        </p:nvSpPr>
        <p:spPr>
          <a:xfrm>
            <a:off x="5367093" y="1754934"/>
            <a:ext cx="201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Cache Memory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32D7A7-91B8-A55E-FC4E-7AC3F159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64" t="16889" r="25369" b="16147"/>
          <a:stretch/>
        </p:blipFill>
        <p:spPr>
          <a:xfrm>
            <a:off x="7735124" y="2218419"/>
            <a:ext cx="1702971" cy="1634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F4379D-4ED9-6D12-B6B8-2E824C17D6BA}"/>
              </a:ext>
            </a:extLst>
          </p:cNvPr>
          <p:cNvSpPr txBox="1"/>
          <p:nvPr/>
        </p:nvSpPr>
        <p:spPr>
          <a:xfrm>
            <a:off x="3615267" y="3091084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5BA8DD-958D-7B6E-9465-AD066D26636B}"/>
              </a:ext>
            </a:extLst>
          </p:cNvPr>
          <p:cNvSpPr txBox="1"/>
          <p:nvPr/>
        </p:nvSpPr>
        <p:spPr>
          <a:xfrm>
            <a:off x="8441267" y="3087795"/>
            <a:ext cx="65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33340293-649D-3CE4-6F20-A1F9E2E3DEE3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H="1">
            <a:off x="1671477" y="1648478"/>
            <a:ext cx="1177789" cy="1333389"/>
          </a:xfrm>
          <a:prstGeom prst="curvedConnector4">
            <a:avLst>
              <a:gd name="adj1" fmla="val -19409"/>
              <a:gd name="adj2" fmla="val 77245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C7D354-0552-BEC3-FD67-9B7946D800DC}"/>
              </a:ext>
            </a:extLst>
          </p:cNvPr>
          <p:cNvCxnSpPr>
            <a:stCxn id="8" idx="3"/>
          </p:cNvCxnSpPr>
          <p:nvPr/>
        </p:nvCxnSpPr>
        <p:spPr>
          <a:xfrm>
            <a:off x="4630040" y="3091085"/>
            <a:ext cx="810138" cy="8391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399345B-C4B8-689F-7A5D-16B99C1E341E}"/>
              </a:ext>
            </a:extLst>
          </p:cNvPr>
          <p:cNvCxnSpPr>
            <a:stCxn id="1028" idx="3"/>
            <a:endCxn id="17" idx="3"/>
          </p:cNvCxnSpPr>
          <p:nvPr/>
        </p:nvCxnSpPr>
        <p:spPr>
          <a:xfrm flipH="1" flipV="1">
            <a:off x="9438095" y="3014133"/>
            <a:ext cx="506025" cy="130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F8C67F-6F50-BA2E-6473-DADA58A22C79}"/>
              </a:ext>
            </a:extLst>
          </p:cNvPr>
          <p:cNvSpPr txBox="1"/>
          <p:nvPr/>
        </p:nvSpPr>
        <p:spPr>
          <a:xfrm rot="16200000">
            <a:off x="8693609" y="1760222"/>
            <a:ext cx="201518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Reload the cache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29F53DE-5FF4-E1B7-1F1F-5650E33B5102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7005324" y="3056941"/>
            <a:ext cx="729800" cy="269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9AE56E-C65A-5649-18EB-0A82ED8FD7F4}"/>
              </a:ext>
            </a:extLst>
          </p:cNvPr>
          <p:cNvSpPr txBox="1"/>
          <p:nvPr/>
        </p:nvSpPr>
        <p:spPr>
          <a:xfrm>
            <a:off x="5117179" y="5435041"/>
            <a:ext cx="49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highlight>
                  <a:srgbClr val="FFFF00"/>
                </a:highlight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9C79E7-7285-C217-CE8B-E5FEA2A12245}"/>
              </a:ext>
            </a:extLst>
          </p:cNvPr>
          <p:cNvSpPr txBox="1"/>
          <p:nvPr/>
        </p:nvSpPr>
        <p:spPr>
          <a:xfrm>
            <a:off x="5990216" y="2973086"/>
            <a:ext cx="49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D32B4-BC63-A709-8CC6-6488FAA4BFE7}"/>
              </a:ext>
            </a:extLst>
          </p:cNvPr>
          <p:cNvSpPr txBox="1"/>
          <p:nvPr/>
        </p:nvSpPr>
        <p:spPr>
          <a:xfrm>
            <a:off x="7735124" y="1327298"/>
            <a:ext cx="922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Cache Hit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5FF801-B42E-A531-4013-54AF7A9C8390}"/>
              </a:ext>
            </a:extLst>
          </p:cNvPr>
          <p:cNvSpPr txBox="1"/>
          <p:nvPr/>
        </p:nvSpPr>
        <p:spPr>
          <a:xfrm>
            <a:off x="8463452" y="3826933"/>
            <a:ext cx="922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Cache Miss</a:t>
            </a:r>
          </a:p>
        </p:txBody>
      </p:sp>
    </p:spTree>
    <p:extLst>
      <p:ext uri="{BB962C8B-B14F-4D97-AF65-F5344CB8AC3E}">
        <p14:creationId xmlns:p14="http://schemas.microsoft.com/office/powerpoint/2010/main" val="308508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7 L 0.16627 -0.1717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7" y="-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59259E-6 L 0.25222 -0.2405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-1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7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B18A-FA92-B174-1B94-BA25259E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79759D-9E42-99C0-2F49-FB503C3767FB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Reload</a:t>
            </a:r>
            <a:endParaRPr lang="en-US" sz="2800" dirty="0"/>
          </a:p>
        </p:txBody>
      </p:sp>
      <p:pic>
        <p:nvPicPr>
          <p:cNvPr id="1028" name="Picture 4" descr="Cybersecurity memes for insecure teens">
            <a:extLst>
              <a:ext uri="{FF2B5EF4-FFF2-40B4-BE49-F238E27FC236}">
                <a16:creationId xmlns:a16="http://schemas.microsoft.com/office/drawing/2014/main" id="{F027940B-07A6-FE48-0E62-6D8A306A6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89240" y="1666875"/>
            <a:ext cx="2116667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FB2471-5EC7-0E7B-826B-A85B522B3574}"/>
              </a:ext>
            </a:extLst>
          </p:cNvPr>
          <p:cNvCxnSpPr>
            <a:cxnSpLocks/>
            <a:stCxn id="1028" idx="2"/>
            <a:endCxn id="29" idx="0"/>
          </p:cNvCxnSpPr>
          <p:nvPr/>
        </p:nvCxnSpPr>
        <p:spPr>
          <a:xfrm flipH="1">
            <a:off x="4834388" y="3429000"/>
            <a:ext cx="1413185" cy="861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8805D0-2734-8992-E8B6-6DF9AF942F9F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6316213" y="3429000"/>
            <a:ext cx="1041400" cy="861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0837338-C24D-889B-74BA-52FEA1C636DA}"/>
              </a:ext>
            </a:extLst>
          </p:cNvPr>
          <p:cNvSpPr/>
          <p:nvPr/>
        </p:nvSpPr>
        <p:spPr>
          <a:xfrm>
            <a:off x="3792988" y="4290899"/>
            <a:ext cx="2082800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: cache Hit</a:t>
            </a:r>
          </a:p>
          <a:p>
            <a:pPr algn="ctr"/>
            <a:r>
              <a:rPr lang="en-US" dirty="0"/>
              <a:t>Cycles: 200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7133F5-75E5-2165-41EC-2EE88825938D}"/>
              </a:ext>
            </a:extLst>
          </p:cNvPr>
          <p:cNvSpPr/>
          <p:nvPr/>
        </p:nvSpPr>
        <p:spPr>
          <a:xfrm>
            <a:off x="6316213" y="4290899"/>
            <a:ext cx="2082800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: cache miss</a:t>
            </a:r>
          </a:p>
          <a:p>
            <a:pPr algn="ctr"/>
            <a:r>
              <a:rPr lang="en-US" dirty="0"/>
              <a:t>Cycles: 500</a:t>
            </a:r>
          </a:p>
        </p:txBody>
      </p:sp>
    </p:spTree>
    <p:extLst>
      <p:ext uri="{BB962C8B-B14F-4D97-AF65-F5344CB8AC3E}">
        <p14:creationId xmlns:p14="http://schemas.microsoft.com/office/powerpoint/2010/main" val="3627048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D25DC-A286-875B-5BC3-0EB6FF52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22E5DA-E4FF-8A93-5E0F-8514806BF513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Reload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B06F8-FE0D-001F-FC31-49728B622A67}"/>
              </a:ext>
            </a:extLst>
          </p:cNvPr>
          <p:cNvSpPr/>
          <p:nvPr/>
        </p:nvSpPr>
        <p:spPr>
          <a:xfrm>
            <a:off x="3489960" y="1087121"/>
            <a:ext cx="5212080" cy="2458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What was the last input from the Voter?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3ABA40-F417-5299-2A57-4DAD84C0A810}"/>
              </a:ext>
            </a:extLst>
          </p:cNvPr>
          <p:cNvSpPr/>
          <p:nvPr/>
        </p:nvSpPr>
        <p:spPr>
          <a:xfrm>
            <a:off x="4330700" y="4287520"/>
            <a:ext cx="3530600" cy="1483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73790C-C821-2F42-65A9-BA41DE9C7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360" y="4023360"/>
            <a:ext cx="23114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3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261D1-9922-18FF-7502-8C19ECC42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1335C5-AF8F-8E00-926D-32BF102CBD1D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and Reload Cache Attack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4343E3-445F-8609-62FA-E8DB24EAF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072" y="692600"/>
            <a:ext cx="8295856" cy="319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36BF3-572C-723C-8A93-47FCFA0157A3}"/>
              </a:ext>
            </a:extLst>
          </p:cNvPr>
          <p:cNvSpPr txBox="1"/>
          <p:nvPr/>
        </p:nvSpPr>
        <p:spPr>
          <a:xfrm>
            <a:off x="1647190" y="4938374"/>
            <a:ext cx="88976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Yarom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Yuval, and Katrina Falkner. "{FLUSH+ RELOAD}: A high resolution, low noise, l3 cache {Side-Channel} attack." 23rd USENIX security symposium (USENIX security 14). 2014.</a:t>
            </a:r>
          </a:p>
        </p:txBody>
      </p:sp>
    </p:spTree>
    <p:extLst>
      <p:ext uri="{BB962C8B-B14F-4D97-AF65-F5344CB8AC3E}">
        <p14:creationId xmlns:p14="http://schemas.microsoft.com/office/powerpoint/2010/main" val="2327959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C36A-3846-47DC-FF7A-FA03D7F7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61C420-ADBC-BC9F-0D47-220CCCFF2C87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Timing of F LUSH +RELOAD Cache Attack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[Ref: 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</a:rPr>
              <a:t>Yarom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et al. 2014]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E9060-9718-6962-2FA6-B1E223C7A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70" y="1267497"/>
            <a:ext cx="5430008" cy="714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4C9194-DB08-4285-8698-9F6A9C2D3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82" y="734023"/>
            <a:ext cx="4267796" cy="533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3668B-8CC7-9CD5-4EC1-AFB7ECDA1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08" y="2515446"/>
            <a:ext cx="5134692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A0954F-6B2D-019B-E52E-7BA7A3C82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96" y="3578495"/>
            <a:ext cx="5229955" cy="676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8CEC81-180D-1A94-23DE-831305861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07" y="4698702"/>
            <a:ext cx="5258534" cy="6668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3BA4C3-9A01-6F5A-7F50-AF12A0876F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449" y="5809383"/>
            <a:ext cx="5191850" cy="6573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8624DE2-BDF4-C7E9-A6C2-8C6938C579E7}"/>
              </a:ext>
            </a:extLst>
          </p:cNvPr>
          <p:cNvSpPr txBox="1"/>
          <p:nvPr/>
        </p:nvSpPr>
        <p:spPr>
          <a:xfrm>
            <a:off x="6019800" y="1440068"/>
            <a:ext cx="2827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A) No Victim Access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A65069-542D-5378-C392-CA47E45BC424}"/>
              </a:ext>
            </a:extLst>
          </p:cNvPr>
          <p:cNvSpPr txBox="1"/>
          <p:nvPr/>
        </p:nvSpPr>
        <p:spPr>
          <a:xfrm>
            <a:off x="6019800" y="264038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(B) With Victim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433A13-D853-C233-F5C7-C9D40BC18038}"/>
              </a:ext>
            </a:extLst>
          </p:cNvPr>
          <p:cNvSpPr txBox="1"/>
          <p:nvPr/>
        </p:nvSpPr>
        <p:spPr>
          <a:xfrm>
            <a:off x="6019800" y="3732013"/>
            <a:ext cx="335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(C) Victim Access Overlap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B1F9C6-83B4-B8C6-BDFD-060DE799592F}"/>
              </a:ext>
            </a:extLst>
          </p:cNvPr>
          <p:cNvSpPr txBox="1"/>
          <p:nvPr/>
        </p:nvSpPr>
        <p:spPr>
          <a:xfrm>
            <a:off x="6019800" y="4823641"/>
            <a:ext cx="297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(D) Partial Overlap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7F096A-AD5E-428F-DDBD-56E4952FD2E1}"/>
              </a:ext>
            </a:extLst>
          </p:cNvPr>
          <p:cNvSpPr txBox="1"/>
          <p:nvPr/>
        </p:nvSpPr>
        <p:spPr>
          <a:xfrm>
            <a:off x="6019800" y="5953375"/>
            <a:ext cx="616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(E) Multiple Victim Accesses</a:t>
            </a:r>
          </a:p>
        </p:txBody>
      </p:sp>
    </p:spTree>
    <p:extLst>
      <p:ext uri="{BB962C8B-B14F-4D97-AF65-F5344CB8AC3E}">
        <p14:creationId xmlns:p14="http://schemas.microsoft.com/office/powerpoint/2010/main" val="348529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24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E840-FAD1-1C67-42F6-28F32D14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E94888-D967-1E62-516A-3CC0A0E99148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Flushing Cache using C</a:t>
            </a:r>
            <a:endParaRPr 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5D8B5-2FCB-B039-9EA6-B11B10B2CF8C}"/>
              </a:ext>
            </a:extLst>
          </p:cNvPr>
          <p:cNvSpPr/>
          <p:nvPr/>
        </p:nvSpPr>
        <p:spPr>
          <a:xfrm>
            <a:off x="375920" y="1727200"/>
            <a:ext cx="3556000" cy="2834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#include &lt;x86intrin.h&gt;</a:t>
            </a:r>
          </a:p>
          <a:p>
            <a:pPr lvl="1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mm_mfence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mm_clflush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(&amp;variable);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mm_mfence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mm_lfence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5A434-0D8D-64DE-8667-5B587CA43E4D}"/>
              </a:ext>
            </a:extLst>
          </p:cNvPr>
          <p:cNvSpPr/>
          <p:nvPr/>
        </p:nvSpPr>
        <p:spPr>
          <a:xfrm>
            <a:off x="4947920" y="1300480"/>
            <a:ext cx="663448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header provides access to various Intel-specific intrinsics, including memory barrier functions (_</a:t>
            </a:r>
            <a:r>
              <a:rPr lang="en-US" sz="1400" dirty="0" err="1"/>
              <a:t>mm_mfence</a:t>
            </a:r>
            <a:r>
              <a:rPr lang="en-US" sz="1400" dirty="0"/>
              <a:t>, _</a:t>
            </a:r>
            <a:r>
              <a:rPr lang="en-US" sz="1400" dirty="0" err="1"/>
              <a:t>mm_lfence</a:t>
            </a:r>
            <a:r>
              <a:rPr lang="en-US" sz="1400" dirty="0"/>
              <a:t>) and cache management instructions (_</a:t>
            </a:r>
            <a:r>
              <a:rPr lang="en-US" sz="1400" dirty="0" err="1"/>
              <a:t>mm_clflush</a:t>
            </a:r>
            <a:r>
              <a:rPr lang="en-US" sz="1400" dirty="0"/>
              <a:t>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56FFE-701E-B260-BC87-AA7BE873A346}"/>
              </a:ext>
            </a:extLst>
          </p:cNvPr>
          <p:cNvSpPr/>
          <p:nvPr/>
        </p:nvSpPr>
        <p:spPr>
          <a:xfrm>
            <a:off x="4947920" y="2340864"/>
            <a:ext cx="663448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Ensures completion of all prior memory operations before proceeding.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F5C93-0DAA-2583-1FF3-C4912F8AFAEC}"/>
              </a:ext>
            </a:extLst>
          </p:cNvPr>
          <p:cNvSpPr/>
          <p:nvPr/>
        </p:nvSpPr>
        <p:spPr>
          <a:xfrm>
            <a:off x="4947920" y="3241040"/>
            <a:ext cx="663448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Flushes the cache line containing variable to invalidate 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9A99D-DC1E-06C0-2670-903EF9819A59}"/>
              </a:ext>
            </a:extLst>
          </p:cNvPr>
          <p:cNvSpPr/>
          <p:nvPr/>
        </p:nvSpPr>
        <p:spPr>
          <a:xfrm>
            <a:off x="4947920" y="4296664"/>
            <a:ext cx="663448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Ensures the flush operation is completed before proceeding further.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84483E-3593-183E-7C08-744DDD2D3AEC}"/>
              </a:ext>
            </a:extLst>
          </p:cNvPr>
          <p:cNvSpPr/>
          <p:nvPr/>
        </p:nvSpPr>
        <p:spPr>
          <a:xfrm>
            <a:off x="4876800" y="5368544"/>
            <a:ext cx="670560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Ensures all prior read operations are completed before executing subsequent instructions.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2F96C2-351E-8206-88F2-D4BAAC51FEC0}"/>
              </a:ext>
            </a:extLst>
          </p:cNvPr>
          <p:cNvCxnSpPr>
            <a:stCxn id="3" idx="1"/>
          </p:cNvCxnSpPr>
          <p:nvPr/>
        </p:nvCxnSpPr>
        <p:spPr>
          <a:xfrm flipH="1">
            <a:off x="3586480" y="1676400"/>
            <a:ext cx="1361440" cy="664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5C07BB-8B97-812D-9764-D3F8853B87EE}"/>
              </a:ext>
            </a:extLst>
          </p:cNvPr>
          <p:cNvCxnSpPr>
            <a:stCxn id="5" idx="1"/>
          </p:cNvCxnSpPr>
          <p:nvPr/>
        </p:nvCxnSpPr>
        <p:spPr>
          <a:xfrm flipH="1">
            <a:off x="2611120" y="2716784"/>
            <a:ext cx="2336800" cy="375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816D9E-C805-D029-68EF-86E1CD15C25A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810000" y="3381248"/>
            <a:ext cx="1137920" cy="235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4A77F1-9A8E-D8D1-6A37-290D8734953F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2529840" y="3606800"/>
            <a:ext cx="2418080" cy="1065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CC2A61-776E-057A-2FCE-7B6379BA71E4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2611120" y="3992880"/>
            <a:ext cx="2265680" cy="1751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04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79AE-1C37-7051-F7F1-F98ACB28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ECC35D-CDD8-946B-FCD6-453587AF0B8D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Reloading Cache using C</a:t>
            </a:r>
            <a:endParaRPr 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39C544-E920-482D-579D-8165B1FE3DEB}"/>
              </a:ext>
            </a:extLst>
          </p:cNvPr>
          <p:cNvSpPr/>
          <p:nvPr/>
        </p:nvSpPr>
        <p:spPr>
          <a:xfrm>
            <a:off x="223520" y="1727200"/>
            <a:ext cx="3708400" cy="2834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time1 = __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rdtsc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mm_lfence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&lt;operations&gt;</a:t>
            </a:r>
          </a:p>
          <a:p>
            <a:pPr lvl="1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mm_lfence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time2 = __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rdtsc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mm_lfence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msl = time2 - time1;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77096A-B249-EAA1-3BE6-0523853F184B}"/>
              </a:ext>
            </a:extLst>
          </p:cNvPr>
          <p:cNvSpPr/>
          <p:nvPr/>
        </p:nvSpPr>
        <p:spPr>
          <a:xfrm>
            <a:off x="4947920" y="2340864"/>
            <a:ext cx="663448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Reads the timestamp counter to set the starting timer value.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7B85F-22A5-862E-3766-0A443EB7FB83}"/>
              </a:ext>
            </a:extLst>
          </p:cNvPr>
          <p:cNvSpPr/>
          <p:nvPr/>
        </p:nvSpPr>
        <p:spPr>
          <a:xfrm>
            <a:off x="4947920" y="3241040"/>
            <a:ext cx="663448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Placeholder for operations that should trigger a cache miss.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0F7C4A-6B8E-CCB6-CBB4-DCE3BD075E88}"/>
              </a:ext>
            </a:extLst>
          </p:cNvPr>
          <p:cNvSpPr/>
          <p:nvPr/>
        </p:nvSpPr>
        <p:spPr>
          <a:xfrm>
            <a:off x="4947920" y="4296664"/>
            <a:ext cx="663448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Reads the timestamp counter to get the ending timer value.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6A78B1-2F6A-C2D4-EFD1-936A5F1F6F19}"/>
              </a:ext>
            </a:extLst>
          </p:cNvPr>
          <p:cNvSpPr/>
          <p:nvPr/>
        </p:nvSpPr>
        <p:spPr>
          <a:xfrm>
            <a:off x="4876800" y="5368544"/>
            <a:ext cx="670560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Computes the elapsed cycles by subtracting the starting timer value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C084A4-C71E-AD88-BAA0-05FE85FC8A3A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037840" y="2340864"/>
            <a:ext cx="1910080" cy="375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472D21-842F-F8A1-27F4-50CDF81B047E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2529840" y="3092704"/>
            <a:ext cx="2418080" cy="524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A7FB97-2DCE-79E1-10B2-976D767AF2A4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108960" y="3920744"/>
            <a:ext cx="1838960" cy="751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34485E-48A8-E749-5CBA-E954E00D167C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322320" y="4517136"/>
            <a:ext cx="1554480" cy="1227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60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B043-F217-8DD5-3DDD-7E3B0E5F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596928-C9AC-7D38-50AC-444E861D4B90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847EF9-5707-FAB7-F57B-971437B57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09" y="1062932"/>
            <a:ext cx="5946451" cy="1318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F3A73D-7D7C-2DE8-EB33-92D51FD8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062932"/>
            <a:ext cx="5540220" cy="1767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BB636F-777A-7F22-254F-A884B840B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958" y="2956235"/>
            <a:ext cx="5342083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44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54B8-EA92-2649-E7F1-E0DD7367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B2A159-AD26-B581-A473-A0C7ED7AA47C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419AA-786A-94EF-C9DA-608AA4EF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88" y="2777446"/>
            <a:ext cx="11665223" cy="184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0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300E-4A60-E447-CB3B-EB022D8F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0A5848-0B55-127D-3376-478CE7E05E78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 b="1" dirty="0"/>
              <a:t>Flush + Reload Cache Attack </a:t>
            </a:r>
            <a:r>
              <a:rPr lang="en-US" sz="2800" b="1"/>
              <a:t>Analysis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A0286A-42E4-B651-F806-B0F47E14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9" y="576072"/>
            <a:ext cx="4916967" cy="6281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F215BB-5C89-5702-556F-30F631518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473" y="1418289"/>
            <a:ext cx="6039693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49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717A-C1F9-5736-293C-50202777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C07963-C6E8-6AF3-618E-B84F1704DED9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 </a:t>
            </a:r>
            <a:r>
              <a:rPr lang="en-US" sz="2800" b="1" dirty="0" err="1"/>
              <a:t>Analaysis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DFAB0-D843-E1E6-3756-F6D9CE3FD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57" y="762974"/>
            <a:ext cx="6103286" cy="591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69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85AE-48CA-7A78-09DD-5FC3CA5C0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91DEDE-6321-7940-B637-4D5E29AE01A3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Flush + Reload Cache Attack </a:t>
            </a:r>
            <a:r>
              <a:rPr lang="en-US" sz="2800" b="1" dirty="0" err="1"/>
              <a:t>Analaysis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7A1F98-0652-6ED6-4992-108126472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979" y="1420940"/>
            <a:ext cx="6950042" cy="438188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45C409-BC4A-548E-9702-71B5D4E7541C}"/>
              </a:ext>
            </a:extLst>
          </p:cNvPr>
          <p:cNvCxnSpPr/>
          <p:nvPr/>
        </p:nvCxnSpPr>
        <p:spPr>
          <a:xfrm>
            <a:off x="2600960" y="4064000"/>
            <a:ext cx="7437120" cy="0"/>
          </a:xfrm>
          <a:prstGeom prst="line">
            <a:avLst/>
          </a:prstGeom>
          <a:ln w="38100">
            <a:solidFill>
              <a:srgbClr val="FC3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91269E-8325-55E7-3928-C14DFE35D11C}"/>
              </a:ext>
            </a:extLst>
          </p:cNvPr>
          <p:cNvSpPr txBox="1"/>
          <p:nvPr/>
        </p:nvSpPr>
        <p:spPr>
          <a:xfrm>
            <a:off x="9230360" y="361188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Threshold of Hit and Miss</a:t>
            </a:r>
          </a:p>
        </p:txBody>
      </p:sp>
    </p:spTree>
    <p:extLst>
      <p:ext uri="{BB962C8B-B14F-4D97-AF65-F5344CB8AC3E}">
        <p14:creationId xmlns:p14="http://schemas.microsoft.com/office/powerpoint/2010/main" val="237389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AC06-6AE7-76C6-CA0A-8D08D02B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DC34E5-69AB-4D7D-DA43-D78E3191C1F2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Prime + Probe Cache Attack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1824D-04B5-603D-7D22-D7C146E53AF3}"/>
              </a:ext>
            </a:extLst>
          </p:cNvPr>
          <p:cNvSpPr txBox="1"/>
          <p:nvPr/>
        </p:nvSpPr>
        <p:spPr>
          <a:xfrm>
            <a:off x="1666240" y="2204720"/>
            <a:ext cx="9367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It exploits the temporal characteristics of cache memory to deduce what </a:t>
            </a:r>
            <a:r>
              <a:rPr lang="en-US" sz="2800" b="1" dirty="0">
                <a:solidFill>
                  <a:srgbClr val="FF0000"/>
                </a:solidFill>
              </a:rPr>
              <a:t>memory locations </a:t>
            </a:r>
            <a:r>
              <a:rPr lang="en-US" sz="2800" b="1" dirty="0"/>
              <a:t>a victim process accesses.</a:t>
            </a:r>
          </a:p>
        </p:txBody>
      </p:sp>
    </p:spTree>
    <p:extLst>
      <p:ext uri="{BB962C8B-B14F-4D97-AF65-F5344CB8AC3E}">
        <p14:creationId xmlns:p14="http://schemas.microsoft.com/office/powerpoint/2010/main" val="3722670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1DB20-D542-89CF-126E-3FE4FC9D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11DF7-BACB-77DF-B327-E2E7E2BF7DB4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Prime + Probe Cache Attack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46B6B-954D-3A7A-63FD-64392A984633}"/>
              </a:ext>
            </a:extLst>
          </p:cNvPr>
          <p:cNvSpPr txBox="1"/>
          <p:nvPr/>
        </p:nvSpPr>
        <p:spPr>
          <a:xfrm>
            <a:off x="408939" y="853071"/>
            <a:ext cx="10878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Prime: </a:t>
            </a:r>
            <a:r>
              <a:rPr lang="en-US" dirty="0"/>
              <a:t>The attacker primes the cache by reading memory lines from its own exclusive memory (no shared memory).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D4A6D-08FD-BFBB-1612-28E9B8F19A0F}"/>
              </a:ext>
            </a:extLst>
          </p:cNvPr>
          <p:cNvSpPr txBox="1"/>
          <p:nvPr/>
        </p:nvSpPr>
        <p:spPr>
          <a:xfrm>
            <a:off x="408939" y="1491989"/>
            <a:ext cx="10655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Victim: </a:t>
            </a:r>
            <a:r>
              <a:rPr lang="en-US" dirty="0"/>
              <a:t>The attacker lets the victim evict (or </a:t>
            </a:r>
            <a:r>
              <a:rPr lang="en-US" dirty="0" err="1"/>
              <a:t>notevict</a:t>
            </a:r>
            <a:r>
              <a:rPr lang="en-US" dirty="0"/>
              <a:t>) lines while running, depending on the victim’s behavior.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124AE-E012-00E5-0C22-F52F0462144E}"/>
              </a:ext>
            </a:extLst>
          </p:cNvPr>
          <p:cNvSpPr txBox="1"/>
          <p:nvPr/>
        </p:nvSpPr>
        <p:spPr>
          <a:xfrm>
            <a:off x="408939" y="2123367"/>
            <a:ext cx="110240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Probe: </a:t>
            </a:r>
            <a:r>
              <a:rPr lang="en-US" dirty="0"/>
              <a:t>The attacker probes data in a similar way of the prime step but with the measurement of how much time it takes to load the lines (Hit / Miss), for each cache set, the attacker determines if the cache set has been accessed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685A61-ECDD-E279-E900-C36622B73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90" y="3328832"/>
            <a:ext cx="2117067" cy="313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1FF614-9A65-5B3F-55E8-99BFCC4A5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082" y="3380339"/>
            <a:ext cx="1438476" cy="31055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E8F718-869F-3714-DB34-96718299D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731" y="3343220"/>
            <a:ext cx="2495898" cy="3105583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E168EE-4357-1C8D-3EC0-CA0D17B837C3}"/>
              </a:ext>
            </a:extLst>
          </p:cNvPr>
          <p:cNvCxnSpPr/>
          <p:nvPr/>
        </p:nvCxnSpPr>
        <p:spPr>
          <a:xfrm>
            <a:off x="1036320" y="6614160"/>
            <a:ext cx="993648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12FE1EC-5579-E121-E534-D044B4E223C3}"/>
              </a:ext>
            </a:extLst>
          </p:cNvPr>
          <p:cNvSpPr txBox="1"/>
          <p:nvPr/>
        </p:nvSpPr>
        <p:spPr>
          <a:xfrm>
            <a:off x="10216350" y="6244828"/>
            <a:ext cx="1975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[CPU Ticks]</a:t>
            </a:r>
          </a:p>
        </p:txBody>
      </p:sp>
    </p:spTree>
    <p:extLst>
      <p:ext uri="{BB962C8B-B14F-4D97-AF65-F5344CB8AC3E}">
        <p14:creationId xmlns:p14="http://schemas.microsoft.com/office/powerpoint/2010/main" val="128607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7A8C-4897-555D-A654-E1BC4D33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06902D-C6AB-5AFE-4909-C2B7E81B88BF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Prime + Probe Cache Attack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66128-11F1-685A-3271-F234846E8FA4}"/>
              </a:ext>
            </a:extLst>
          </p:cNvPr>
          <p:cNvSpPr txBox="1"/>
          <p:nvPr/>
        </p:nvSpPr>
        <p:spPr>
          <a:xfrm>
            <a:off x="172720" y="671691"/>
            <a:ext cx="55473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#include &lt;x86intrin.h&gt;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#include &lt;</a:t>
            </a:r>
            <a:r>
              <a:rPr lang="en-US" sz="900" dirty="0" err="1">
                <a:latin typeface="Consolas" panose="020B0609020204030204" pitchFamily="49" charset="0"/>
              </a:rPr>
              <a:t>stdio.h</a:t>
            </a:r>
            <a:r>
              <a:rPr lang="en-US" sz="9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#include &lt;</a:t>
            </a:r>
            <a:r>
              <a:rPr lang="en-US" sz="900" dirty="0" err="1">
                <a:latin typeface="Consolas" panose="020B0609020204030204" pitchFamily="49" charset="0"/>
              </a:rPr>
              <a:t>stdint.h</a:t>
            </a:r>
            <a:r>
              <a:rPr lang="en-US" sz="9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#include &lt;</a:t>
            </a:r>
            <a:r>
              <a:rPr lang="en-US" sz="900" dirty="0" err="1">
                <a:latin typeface="Consolas" panose="020B0609020204030204" pitchFamily="49" charset="0"/>
              </a:rPr>
              <a:t>stdlib.h</a:t>
            </a:r>
            <a:r>
              <a:rPr lang="en-US" sz="9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#include &lt;</a:t>
            </a:r>
            <a:r>
              <a:rPr lang="en-US" sz="900" dirty="0" err="1">
                <a:latin typeface="Consolas" panose="020B0609020204030204" pitchFamily="49" charset="0"/>
              </a:rPr>
              <a:t>unistd.h</a:t>
            </a:r>
            <a:r>
              <a:rPr lang="en-US" sz="900" dirty="0">
                <a:latin typeface="Consolas" panose="020B0609020204030204" pitchFamily="49" charset="0"/>
              </a:rPr>
              <a:t>&gt;</a:t>
            </a:r>
          </a:p>
          <a:p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#define CACHE_LINE_SIZE 64</a:t>
            </a:r>
          </a:p>
          <a:p>
            <a:r>
              <a:rPr lang="en-US" sz="900" dirty="0">
                <a:latin typeface="Consolas" panose="020B0609020204030204" pitchFamily="49" charset="0"/>
              </a:rPr>
              <a:t>#define ARRAY_SIZE 1024 * 1024 // 1 MB</a:t>
            </a:r>
          </a:p>
          <a:p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char array[ARRAY_SIZE]; // Large array to simulate cache lines</a:t>
            </a:r>
          </a:p>
          <a:p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// Function to access specific cache lines (prime or probe)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void </a:t>
            </a:r>
            <a:r>
              <a:rPr lang="en-US" sz="900" dirty="0" err="1">
                <a:latin typeface="Consolas" panose="020B0609020204030204" pitchFamily="49" charset="0"/>
              </a:rPr>
              <a:t>access_memory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 err="1">
                <a:latin typeface="Consolas" panose="020B0609020204030204" pitchFamily="49" charset="0"/>
              </a:rPr>
              <a:t>size_t</a:t>
            </a:r>
            <a:r>
              <a:rPr lang="en-US" sz="900" dirty="0">
                <a:latin typeface="Consolas" panose="020B0609020204030204" pitchFamily="49" charset="0"/>
              </a:rPr>
              <a:t> start, </a:t>
            </a:r>
            <a:r>
              <a:rPr lang="en-US" sz="900" dirty="0" err="1">
                <a:latin typeface="Consolas" panose="020B0609020204030204" pitchFamily="49" charset="0"/>
              </a:rPr>
              <a:t>size_t</a:t>
            </a:r>
            <a:r>
              <a:rPr lang="en-US" sz="900" dirty="0">
                <a:latin typeface="Consolas" panose="020B0609020204030204" pitchFamily="49" charset="0"/>
              </a:rPr>
              <a:t> step, </a:t>
            </a:r>
            <a:r>
              <a:rPr lang="en-US" sz="900" dirty="0" err="1">
                <a:latin typeface="Consolas" panose="020B0609020204030204" pitchFamily="49" charset="0"/>
              </a:rPr>
              <a:t>size_t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 err="1">
                <a:latin typeface="Consolas" panose="020B0609020204030204" pitchFamily="49" charset="0"/>
              </a:rPr>
              <a:t>num_accesses</a:t>
            </a:r>
            <a:r>
              <a:rPr lang="en-US" sz="9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for (</a:t>
            </a:r>
            <a:r>
              <a:rPr lang="en-US" sz="900" dirty="0" err="1">
                <a:latin typeface="Consolas" panose="020B0609020204030204" pitchFamily="49" charset="0"/>
              </a:rPr>
              <a:t>size_t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 err="1">
                <a:latin typeface="Consolas" panose="020B0609020204030204" pitchFamily="49" charset="0"/>
              </a:rPr>
              <a:t>i</a:t>
            </a:r>
            <a:r>
              <a:rPr lang="en-US" sz="900" dirty="0">
                <a:latin typeface="Consolas" panose="020B0609020204030204" pitchFamily="49" charset="0"/>
              </a:rPr>
              <a:t> = 0; </a:t>
            </a:r>
            <a:r>
              <a:rPr lang="en-US" sz="900" dirty="0" err="1">
                <a:latin typeface="Consolas" panose="020B0609020204030204" pitchFamily="49" charset="0"/>
              </a:rPr>
              <a:t>i</a:t>
            </a:r>
            <a:r>
              <a:rPr lang="en-US" sz="900" dirty="0">
                <a:latin typeface="Consolas" panose="020B0609020204030204" pitchFamily="49" charset="0"/>
              </a:rPr>
              <a:t> &lt; </a:t>
            </a:r>
            <a:r>
              <a:rPr lang="en-US" sz="900" dirty="0" err="1">
                <a:latin typeface="Consolas" panose="020B0609020204030204" pitchFamily="49" charset="0"/>
              </a:rPr>
              <a:t>num_accesses</a:t>
            </a:r>
            <a:r>
              <a:rPr lang="en-US" sz="900" dirty="0">
                <a:latin typeface="Consolas" panose="020B0609020204030204" pitchFamily="49" charset="0"/>
              </a:rPr>
              <a:t>; </a:t>
            </a:r>
            <a:r>
              <a:rPr lang="en-US" sz="900" dirty="0" err="1">
                <a:latin typeface="Consolas" panose="020B0609020204030204" pitchFamily="49" charset="0"/>
              </a:rPr>
              <a:t>i</a:t>
            </a:r>
            <a:r>
              <a:rPr lang="en-US" sz="900" dirty="0">
                <a:latin typeface="Consolas" panose="020B0609020204030204" pitchFamily="49" charset="0"/>
              </a:rPr>
              <a:t>++) {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    volatile char temp = array[start + </a:t>
            </a:r>
            <a:r>
              <a:rPr lang="en-US" sz="900" dirty="0" err="1">
                <a:latin typeface="Consolas" panose="020B0609020204030204" pitchFamily="49" charset="0"/>
              </a:rPr>
              <a:t>i</a:t>
            </a:r>
            <a:r>
              <a:rPr lang="en-US" sz="900" dirty="0">
                <a:latin typeface="Consolas" panose="020B0609020204030204" pitchFamily="49" charset="0"/>
              </a:rPr>
              <a:t> * step]; // Access cache lines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    (void)temp; // Prevent compiler optimization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900" dirty="0">
                <a:latin typeface="Consolas" panose="020B0609020204030204" pitchFamily="49" charset="0"/>
              </a:rPr>
              <a:t>}</a:t>
            </a:r>
          </a:p>
          <a:p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// Function to measure access time to a specific memory address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uint64_t </a:t>
            </a:r>
            <a:r>
              <a:rPr lang="en-US" sz="900" dirty="0" err="1">
                <a:latin typeface="Consolas" panose="020B0609020204030204" pitchFamily="49" charset="0"/>
              </a:rPr>
              <a:t>measure_access_time</a:t>
            </a:r>
            <a:r>
              <a:rPr lang="en-US" sz="900" dirty="0">
                <a:latin typeface="Consolas" panose="020B0609020204030204" pitchFamily="49" charset="0"/>
              </a:rPr>
              <a:t>(char *address) {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uint64_t start, end;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start = __</a:t>
            </a:r>
            <a:r>
              <a:rPr lang="en-US" sz="900" dirty="0" err="1">
                <a:latin typeface="Consolas" panose="020B0609020204030204" pitchFamily="49" charset="0"/>
              </a:rPr>
              <a:t>rdtsc</a:t>
            </a:r>
            <a:r>
              <a:rPr lang="en-US" sz="9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(void)*address;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end = __</a:t>
            </a:r>
            <a:r>
              <a:rPr lang="en-US" sz="900" dirty="0" err="1">
                <a:latin typeface="Consolas" panose="020B0609020204030204" pitchFamily="49" charset="0"/>
              </a:rPr>
              <a:t>rdtsc</a:t>
            </a:r>
            <a:r>
              <a:rPr lang="en-US" sz="9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return end - start;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}</a:t>
            </a:r>
          </a:p>
          <a:p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 err="1">
                <a:latin typeface="Consolas" panose="020B0609020204030204" pitchFamily="49" charset="0"/>
              </a:rPr>
              <a:t>size_t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 err="1">
                <a:latin typeface="Consolas" panose="020B0609020204030204" pitchFamily="49" charset="0"/>
              </a:rPr>
              <a:t>num_lines</a:t>
            </a:r>
            <a:r>
              <a:rPr lang="en-US" sz="900" dirty="0">
                <a:latin typeface="Consolas" panose="020B0609020204030204" pitchFamily="49" charset="0"/>
              </a:rPr>
              <a:t> = ARRAY_SIZE / CACHE_LINE_SIZE; // Number of cache lines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 err="1">
                <a:latin typeface="Consolas" panose="020B0609020204030204" pitchFamily="49" charset="0"/>
              </a:rPr>
              <a:t>size_t</a:t>
            </a:r>
            <a:r>
              <a:rPr lang="en-US" sz="900" dirty="0">
                <a:latin typeface="Consolas" panose="020B0609020204030204" pitchFamily="49" charset="0"/>
              </a:rPr>
              <a:t> step = CACHE_LINE_SIZE;                  // Step to next cache line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 err="1">
                <a:latin typeface="Consolas" panose="020B0609020204030204" pitchFamily="49" charset="0"/>
              </a:rPr>
              <a:t>size_t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 err="1">
                <a:latin typeface="Consolas" panose="020B0609020204030204" pitchFamily="49" charset="0"/>
              </a:rPr>
              <a:t>prime_set</a:t>
            </a:r>
            <a:r>
              <a:rPr lang="en-US" sz="900" dirty="0">
                <a:latin typeface="Consolas" panose="020B0609020204030204" pitchFamily="49" charset="0"/>
              </a:rPr>
              <a:t> = </a:t>
            </a:r>
            <a:r>
              <a:rPr lang="en-US" sz="900" dirty="0" err="1">
                <a:latin typeface="Consolas" panose="020B0609020204030204" pitchFamily="49" charset="0"/>
              </a:rPr>
              <a:t>num_lines</a:t>
            </a:r>
            <a:r>
              <a:rPr lang="en-US" sz="900" dirty="0">
                <a:latin typeface="Consolas" panose="020B0609020204030204" pitchFamily="49" charset="0"/>
              </a:rPr>
              <a:t> / 4;               // Subset to prime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uint64_t times[</a:t>
            </a:r>
            <a:r>
              <a:rPr lang="en-US" sz="900" dirty="0" err="1">
                <a:latin typeface="Consolas" panose="020B0609020204030204" pitchFamily="49" charset="0"/>
              </a:rPr>
              <a:t>num_lines</a:t>
            </a:r>
            <a:r>
              <a:rPr lang="en-US" sz="900" dirty="0">
                <a:latin typeface="Consolas" panose="020B0609020204030204" pitchFamily="49" charset="0"/>
              </a:rPr>
              <a:t>];                      // Store access times</a:t>
            </a:r>
          </a:p>
          <a:p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    // Open a CSV file for writing results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FILE *file = </a:t>
            </a:r>
            <a:r>
              <a:rPr lang="en-US" sz="900" dirty="0" err="1">
                <a:latin typeface="Consolas" panose="020B0609020204030204" pitchFamily="49" charset="0"/>
              </a:rPr>
              <a:t>fopen</a:t>
            </a:r>
            <a:r>
              <a:rPr lang="en-US" sz="900" dirty="0">
                <a:latin typeface="Consolas" panose="020B0609020204030204" pitchFamily="49" charset="0"/>
              </a:rPr>
              <a:t>("prime_probe_results.csv", "w");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if (file == NULL) {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latin typeface="Consolas" panose="020B0609020204030204" pitchFamily="49" charset="0"/>
              </a:rPr>
              <a:t>perror</a:t>
            </a:r>
            <a:r>
              <a:rPr lang="en-US" sz="900" dirty="0">
                <a:latin typeface="Consolas" panose="020B0609020204030204" pitchFamily="49" charset="0"/>
              </a:rPr>
              <a:t>("Error opening file");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    return 1;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}</a:t>
            </a:r>
          </a:p>
          <a:p>
            <a:endParaRPr lang="en-US" sz="90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    // Write the CSV header</a:t>
            </a:r>
          </a:p>
          <a:p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 err="1">
                <a:latin typeface="Consolas" panose="020B0609020204030204" pitchFamily="49" charset="0"/>
              </a:rPr>
              <a:t>fprintf</a:t>
            </a:r>
            <a:r>
              <a:rPr lang="en-US" sz="900" dirty="0">
                <a:latin typeface="Consolas" panose="020B0609020204030204" pitchFamily="49" charset="0"/>
              </a:rPr>
              <a:t>(file, "Cache </a:t>
            </a:r>
            <a:r>
              <a:rPr lang="en-US" sz="900" dirty="0" err="1">
                <a:latin typeface="Consolas" panose="020B0609020204030204" pitchFamily="49" charset="0"/>
              </a:rPr>
              <a:t>Line,Access</a:t>
            </a:r>
            <a:r>
              <a:rPr lang="en-US" sz="900" dirty="0">
                <a:latin typeface="Consolas" panose="020B0609020204030204" pitchFamily="49" charset="0"/>
              </a:rPr>
              <a:t> Time (cycles)\n");</a:t>
            </a:r>
          </a:p>
          <a:p>
            <a:endParaRPr lang="en-US" sz="9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7BEE3-B589-BF15-7429-F6C6B8006F41}"/>
              </a:ext>
            </a:extLst>
          </p:cNvPr>
          <p:cNvSpPr txBox="1"/>
          <p:nvPr/>
        </p:nvSpPr>
        <p:spPr>
          <a:xfrm>
            <a:off x="4541520" y="671691"/>
            <a:ext cx="7477760" cy="6032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 // Prime phase: Fill a subset of the cache</a:t>
            </a:r>
          </a:p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printf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("Priming cache...\n");</a:t>
            </a:r>
          </a:p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highlight>
                  <a:srgbClr val="FFFF00"/>
                </a:highlight>
                <a:latin typeface="Consolas" panose="020B0609020204030204" pitchFamily="49" charset="0"/>
              </a:rPr>
              <a:t>access_memory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(0, step, </a:t>
            </a:r>
            <a:r>
              <a:rPr lang="en-US" sz="1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prime_set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// Simulate victim access: Victim accesses random lines</a:t>
            </a: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printf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("Victim accessing cache lines...\n");</a:t>
            </a: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usleep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(50000); // Simulate time delay for victim process</a:t>
            </a: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for (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size_t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= 0;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&lt; 10;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++) {</a:t>
            </a: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   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size_t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victim_index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= (rand() % 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prime_set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) * step;</a:t>
            </a: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    volatile char temp = array[</a:t>
            </a:r>
            <a:r>
              <a:rPr lang="en-US" sz="1400" b="1" dirty="0" err="1">
                <a:highlight>
                  <a:srgbClr val="00FF00"/>
                </a:highlight>
                <a:latin typeface="Consolas" panose="020B0609020204030204" pitchFamily="49" charset="0"/>
              </a:rPr>
              <a:t>victim_index</a:t>
            </a:r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];</a:t>
            </a: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    (void)temp; // Prevent optimization</a:t>
            </a:r>
          </a:p>
          <a:p>
            <a:r>
              <a:rPr lang="en-US" sz="1400" b="1" dirty="0">
                <a:highlight>
                  <a:srgbClr val="00FF00"/>
                </a:highlight>
                <a:latin typeface="Consolas" panose="020B0609020204030204" pitchFamily="49" charset="0"/>
              </a:rPr>
              <a:t>    }</a:t>
            </a:r>
          </a:p>
          <a:p>
            <a:endParaRPr lang="en-US" sz="1400" dirty="0">
              <a:highlight>
                <a:srgbClr val="FF0000"/>
              </a:highlight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// Probe phase: Measure access time to the same lines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("Probing cache...\n");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for (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size_t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0;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prime_set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size_t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index =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* step;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times[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] =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measure_access_time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(&amp;array[index]);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fprintf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(file, "%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zu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,%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llu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\n",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, times[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]); // Write line and time to CSV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// Close the CSV file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fclose</a:t>
            </a:r>
            <a:r>
              <a:rPr lang="en-US" sz="1400" dirty="0">
                <a:latin typeface="Consolas" panose="020B0609020204030204" pitchFamily="49" charset="0"/>
              </a:rPr>
              <a:t>(file);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printf</a:t>
            </a:r>
            <a:r>
              <a:rPr lang="en-US" sz="1400" dirty="0">
                <a:latin typeface="Consolas" panose="020B0609020204030204" pitchFamily="49" charset="0"/>
              </a:rPr>
              <a:t>("Results stored in 'prime_probe_results.csv'.\n");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4032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76518-8E95-540F-93DE-74F3B816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E97DD0-396B-00FE-A083-9F65B8125298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Prime + Probe Cache Attack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9B91E-3392-8EA9-0563-C48886B19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935" y="876042"/>
            <a:ext cx="6246742" cy="566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19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7C36-E2DC-ADA2-C5DA-440217D1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26FEAD-B827-1705-1991-8225D39EE64C}"/>
              </a:ext>
            </a:extLst>
          </p:cNvPr>
          <p:cNvSpPr/>
          <p:nvPr/>
        </p:nvSpPr>
        <p:spPr>
          <a:xfrm>
            <a:off x="0" y="0"/>
            <a:ext cx="12192000" cy="5760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End</a:t>
            </a:r>
            <a:endParaRPr lang="en-US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3A4447-A96D-88C9-74D6-70ACA845E5F0}"/>
              </a:ext>
            </a:extLst>
          </p:cNvPr>
          <p:cNvSpPr/>
          <p:nvPr/>
        </p:nvSpPr>
        <p:spPr>
          <a:xfrm>
            <a:off x="1700540" y="1934287"/>
            <a:ext cx="8790923" cy="51123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Any Question?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B38AD8-AE41-F535-DA93-FB7928C1AD9C}"/>
              </a:ext>
            </a:extLst>
          </p:cNvPr>
          <p:cNvSpPr/>
          <p:nvPr/>
        </p:nvSpPr>
        <p:spPr>
          <a:xfrm>
            <a:off x="3605538" y="2714897"/>
            <a:ext cx="4980924" cy="1873751"/>
          </a:xfrm>
          <a:prstGeom prst="rect">
            <a:avLst/>
          </a:prstGeom>
          <a:solidFill>
            <a:srgbClr val="215F9A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ea typeface="+mn-lt"/>
                <a:cs typeface="+mn-lt"/>
              </a:rPr>
              <a:t>Tanvir Hossain</a:t>
            </a:r>
          </a:p>
          <a:p>
            <a:pPr algn="ctr"/>
            <a:r>
              <a:rPr lang="en-US" b="1" dirty="0">
                <a:effectLst/>
              </a:rPr>
              <a:t>Email: </a:t>
            </a:r>
            <a:r>
              <a:rPr lang="en-US" dirty="0">
                <a:effectLst/>
              </a:rPr>
              <a:t>tanvir@ku.edu (Preferred)</a:t>
            </a:r>
          </a:p>
          <a:p>
            <a:pPr algn="ctr"/>
            <a:r>
              <a:rPr lang="en-US" b="1" dirty="0">
                <a:effectLst/>
              </a:rPr>
              <a:t>Office: </a:t>
            </a:r>
            <a:r>
              <a:rPr lang="en-US" dirty="0">
                <a:effectLst/>
              </a:rPr>
              <a:t>Eaton 2045</a:t>
            </a:r>
          </a:p>
          <a:p>
            <a:pPr algn="ctr"/>
            <a:r>
              <a:rPr lang="en-US" b="1" dirty="0">
                <a:effectLst/>
              </a:rPr>
              <a:t>Office Hours</a:t>
            </a:r>
            <a:endParaRPr lang="en-US" dirty="0">
              <a:effectLst/>
            </a:endParaRPr>
          </a:p>
          <a:p>
            <a:pPr algn="ctr"/>
            <a:r>
              <a:rPr lang="en-US" dirty="0">
                <a:effectLst/>
              </a:rPr>
              <a:t>Wednesday, 11:15 am to 1:15 PM</a:t>
            </a:r>
          </a:p>
        </p:txBody>
      </p:sp>
    </p:spTree>
    <p:extLst>
      <p:ext uri="{BB962C8B-B14F-4D97-AF65-F5344CB8AC3E}">
        <p14:creationId xmlns:p14="http://schemas.microsoft.com/office/powerpoint/2010/main" val="204031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1384</Words>
  <Application>Microsoft Office PowerPoint</Application>
  <PresentationFormat>Widescreen</PresentationFormat>
  <Paragraphs>220</Paragraphs>
  <Slides>25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1_Office Theme</vt:lpstr>
      <vt:lpstr>  EECS 645:                                                               Computer Architecture, Fall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EECS 645:                                                               Computer Architecture, Fall 2024</dc:title>
  <dc:creator>Hossain, Tanvir</dc:creator>
  <cp:lastModifiedBy>Hossain, Tanvir</cp:lastModifiedBy>
  <cp:revision>2</cp:revision>
  <dcterms:created xsi:type="dcterms:W3CDTF">2024-10-31T00:49:47Z</dcterms:created>
  <dcterms:modified xsi:type="dcterms:W3CDTF">2024-12-05T16:12:21Z</dcterms:modified>
</cp:coreProperties>
</file>