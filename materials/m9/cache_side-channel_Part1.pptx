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38"/>
  </p:notesMasterIdLst>
  <p:sldIdLst>
    <p:sldId id="260" r:id="rId3"/>
    <p:sldId id="313" r:id="rId4"/>
    <p:sldId id="299" r:id="rId5"/>
    <p:sldId id="316" r:id="rId6"/>
    <p:sldId id="317" r:id="rId7"/>
    <p:sldId id="318" r:id="rId8"/>
    <p:sldId id="319" r:id="rId9"/>
    <p:sldId id="320" r:id="rId10"/>
    <p:sldId id="321" r:id="rId11"/>
    <p:sldId id="322" r:id="rId12"/>
    <p:sldId id="273" r:id="rId13"/>
    <p:sldId id="325" r:id="rId14"/>
    <p:sldId id="326" r:id="rId15"/>
    <p:sldId id="327" r:id="rId16"/>
    <p:sldId id="324" r:id="rId17"/>
    <p:sldId id="314" r:id="rId18"/>
    <p:sldId id="323" r:id="rId19"/>
    <p:sldId id="305" r:id="rId20"/>
    <p:sldId id="306" r:id="rId21"/>
    <p:sldId id="328" r:id="rId22"/>
    <p:sldId id="307" r:id="rId23"/>
    <p:sldId id="308" r:id="rId24"/>
    <p:sldId id="329" r:id="rId25"/>
    <p:sldId id="300" r:id="rId26"/>
    <p:sldId id="301" r:id="rId27"/>
    <p:sldId id="302" r:id="rId28"/>
    <p:sldId id="330" r:id="rId29"/>
    <p:sldId id="309" r:id="rId30"/>
    <p:sldId id="312" r:id="rId31"/>
    <p:sldId id="310" r:id="rId32"/>
    <p:sldId id="331" r:id="rId33"/>
    <p:sldId id="311" r:id="rId34"/>
    <p:sldId id="332" r:id="rId35"/>
    <p:sldId id="303" r:id="rId36"/>
    <p:sldId id="30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3108"/>
    <a:srgbClr val="215F9A"/>
    <a:srgbClr val="FF8F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DBE3-9A94-4720-8CF8-9A8134603AF5}" v="196" dt="2024-12-03T13:12:58.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24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ssain, Tanvir" userId="5379524b-2947-4ff6-93a6-0f4602028252" providerId="ADAL" clId="{6F9ADBE3-9A94-4720-8CF8-9A8134603AF5}"/>
    <pc:docChg chg="undo custSel addSld delSld modSld sldOrd">
      <pc:chgData name="Hossain, Tanvir" userId="5379524b-2947-4ff6-93a6-0f4602028252" providerId="ADAL" clId="{6F9ADBE3-9A94-4720-8CF8-9A8134603AF5}" dt="2024-12-03T13:12:58.992" v="3692"/>
      <pc:docMkLst>
        <pc:docMk/>
      </pc:docMkLst>
      <pc:sldChg chg="del">
        <pc:chgData name="Hossain, Tanvir" userId="5379524b-2947-4ff6-93a6-0f4602028252" providerId="ADAL" clId="{6F9ADBE3-9A94-4720-8CF8-9A8134603AF5}" dt="2024-12-02T14:43:07.728" v="21" actId="47"/>
        <pc:sldMkLst>
          <pc:docMk/>
          <pc:sldMk cId="4112756217" sldId="259"/>
        </pc:sldMkLst>
      </pc:sldChg>
      <pc:sldChg chg="delSp modSp mod">
        <pc:chgData name="Hossain, Tanvir" userId="5379524b-2947-4ff6-93a6-0f4602028252" providerId="ADAL" clId="{6F9ADBE3-9A94-4720-8CF8-9A8134603AF5}" dt="2024-12-03T13:09:39.531" v="3686" actId="1076"/>
        <pc:sldMkLst>
          <pc:docMk/>
          <pc:sldMk cId="1190987144" sldId="260"/>
        </pc:sldMkLst>
        <pc:spChg chg="mod">
          <ac:chgData name="Hossain, Tanvir" userId="5379524b-2947-4ff6-93a6-0f4602028252" providerId="ADAL" clId="{6F9ADBE3-9A94-4720-8CF8-9A8134603AF5}" dt="2024-12-03T13:09:39.531" v="3686" actId="1076"/>
          <ac:spMkLst>
            <pc:docMk/>
            <pc:sldMk cId="1190987144" sldId="260"/>
            <ac:spMk id="3" creationId="{E94E92C6-AD72-4BF7-8A91-DDA807C252EA}"/>
          </ac:spMkLst>
        </pc:spChg>
        <pc:spChg chg="mod">
          <ac:chgData name="Hossain, Tanvir" userId="5379524b-2947-4ff6-93a6-0f4602028252" providerId="ADAL" clId="{6F9ADBE3-9A94-4720-8CF8-9A8134603AF5}" dt="2024-12-03T13:09:35.474" v="3685" actId="20577"/>
          <ac:spMkLst>
            <pc:docMk/>
            <pc:sldMk cId="1190987144" sldId="260"/>
            <ac:spMk id="4" creationId="{9FFEC02B-5988-8F30-77A3-198C9CEE9E0F}"/>
          </ac:spMkLst>
        </pc:spChg>
        <pc:spChg chg="del">
          <ac:chgData name="Hossain, Tanvir" userId="5379524b-2947-4ff6-93a6-0f4602028252" providerId="ADAL" clId="{6F9ADBE3-9A94-4720-8CF8-9A8134603AF5}" dt="2024-12-02T14:42:40.420" v="8" actId="478"/>
          <ac:spMkLst>
            <pc:docMk/>
            <pc:sldMk cId="1190987144" sldId="260"/>
            <ac:spMk id="6" creationId="{30DD36A0-821D-D6A4-6374-07E74354C638}"/>
          </ac:spMkLst>
        </pc:spChg>
      </pc:sldChg>
      <pc:sldChg chg="del">
        <pc:chgData name="Hossain, Tanvir" userId="5379524b-2947-4ff6-93a6-0f4602028252" providerId="ADAL" clId="{6F9ADBE3-9A94-4720-8CF8-9A8134603AF5}" dt="2024-12-02T14:43:07.728" v="21" actId="47"/>
        <pc:sldMkLst>
          <pc:docMk/>
          <pc:sldMk cId="3032750187" sldId="261"/>
        </pc:sldMkLst>
      </pc:sldChg>
      <pc:sldChg chg="del">
        <pc:chgData name="Hossain, Tanvir" userId="5379524b-2947-4ff6-93a6-0f4602028252" providerId="ADAL" clId="{6F9ADBE3-9A94-4720-8CF8-9A8134603AF5}" dt="2024-12-02T14:43:07.728" v="21" actId="47"/>
        <pc:sldMkLst>
          <pc:docMk/>
          <pc:sldMk cId="4182141787" sldId="262"/>
        </pc:sldMkLst>
      </pc:sldChg>
      <pc:sldChg chg="del">
        <pc:chgData name="Hossain, Tanvir" userId="5379524b-2947-4ff6-93a6-0f4602028252" providerId="ADAL" clId="{6F9ADBE3-9A94-4720-8CF8-9A8134603AF5}" dt="2024-12-02T14:43:07.728" v="21" actId="47"/>
        <pc:sldMkLst>
          <pc:docMk/>
          <pc:sldMk cId="957865555" sldId="263"/>
        </pc:sldMkLst>
      </pc:sldChg>
      <pc:sldChg chg="del">
        <pc:chgData name="Hossain, Tanvir" userId="5379524b-2947-4ff6-93a6-0f4602028252" providerId="ADAL" clId="{6F9ADBE3-9A94-4720-8CF8-9A8134603AF5}" dt="2024-12-02T14:43:07.728" v="21" actId="47"/>
        <pc:sldMkLst>
          <pc:docMk/>
          <pc:sldMk cId="336614956" sldId="264"/>
        </pc:sldMkLst>
      </pc:sldChg>
      <pc:sldChg chg="del">
        <pc:chgData name="Hossain, Tanvir" userId="5379524b-2947-4ff6-93a6-0f4602028252" providerId="ADAL" clId="{6F9ADBE3-9A94-4720-8CF8-9A8134603AF5}" dt="2024-12-02T14:43:07.728" v="21" actId="47"/>
        <pc:sldMkLst>
          <pc:docMk/>
          <pc:sldMk cId="2965765115" sldId="265"/>
        </pc:sldMkLst>
      </pc:sldChg>
      <pc:sldChg chg="del">
        <pc:chgData name="Hossain, Tanvir" userId="5379524b-2947-4ff6-93a6-0f4602028252" providerId="ADAL" clId="{6F9ADBE3-9A94-4720-8CF8-9A8134603AF5}" dt="2024-12-02T14:43:07.728" v="21" actId="47"/>
        <pc:sldMkLst>
          <pc:docMk/>
          <pc:sldMk cId="2690411797" sldId="266"/>
        </pc:sldMkLst>
      </pc:sldChg>
      <pc:sldChg chg="del">
        <pc:chgData name="Hossain, Tanvir" userId="5379524b-2947-4ff6-93a6-0f4602028252" providerId="ADAL" clId="{6F9ADBE3-9A94-4720-8CF8-9A8134603AF5}" dt="2024-12-02T14:43:07.728" v="21" actId="47"/>
        <pc:sldMkLst>
          <pc:docMk/>
          <pc:sldMk cId="2848228927" sldId="270"/>
        </pc:sldMkLst>
      </pc:sldChg>
      <pc:sldChg chg="del">
        <pc:chgData name="Hossain, Tanvir" userId="5379524b-2947-4ff6-93a6-0f4602028252" providerId="ADAL" clId="{6F9ADBE3-9A94-4720-8CF8-9A8134603AF5}" dt="2024-12-02T14:43:07.728" v="21" actId="47"/>
        <pc:sldMkLst>
          <pc:docMk/>
          <pc:sldMk cId="829046201" sldId="271"/>
        </pc:sldMkLst>
      </pc:sldChg>
      <pc:sldChg chg="del">
        <pc:chgData name="Hossain, Tanvir" userId="5379524b-2947-4ff6-93a6-0f4602028252" providerId="ADAL" clId="{6F9ADBE3-9A94-4720-8CF8-9A8134603AF5}" dt="2024-12-02T14:43:07.728" v="21" actId="47"/>
        <pc:sldMkLst>
          <pc:docMk/>
          <pc:sldMk cId="2267475944" sldId="272"/>
        </pc:sldMkLst>
      </pc:sldChg>
      <pc:sldChg chg="addSp delSp modSp mod">
        <pc:chgData name="Hossain, Tanvir" userId="5379524b-2947-4ff6-93a6-0f4602028252" providerId="ADAL" clId="{6F9ADBE3-9A94-4720-8CF8-9A8134603AF5}" dt="2024-12-03T11:26:04.662" v="2443" actId="1076"/>
        <pc:sldMkLst>
          <pc:docMk/>
          <pc:sldMk cId="402523472" sldId="273"/>
        </pc:sldMkLst>
        <pc:spChg chg="add del mod">
          <ac:chgData name="Hossain, Tanvir" userId="5379524b-2947-4ff6-93a6-0f4602028252" providerId="ADAL" clId="{6F9ADBE3-9A94-4720-8CF8-9A8134603AF5}" dt="2024-12-03T11:17:36.291" v="2383" actId="478"/>
          <ac:spMkLst>
            <pc:docMk/>
            <pc:sldMk cId="402523472" sldId="273"/>
            <ac:spMk id="3" creationId="{80544D36-6168-99CE-0E8C-B4B837B830B8}"/>
          </ac:spMkLst>
        </pc:spChg>
        <pc:spChg chg="mod">
          <ac:chgData name="Hossain, Tanvir" userId="5379524b-2947-4ff6-93a6-0f4602028252" providerId="ADAL" clId="{6F9ADBE3-9A94-4720-8CF8-9A8134603AF5}" dt="2024-12-03T11:17:33.887" v="2382" actId="20577"/>
          <ac:spMkLst>
            <pc:docMk/>
            <pc:sldMk cId="402523472" sldId="273"/>
            <ac:spMk id="4" creationId="{F18F7527-B755-6C1C-C0A5-47DE673279AD}"/>
          </ac:spMkLst>
        </pc:spChg>
        <pc:spChg chg="add del mod">
          <ac:chgData name="Hossain, Tanvir" userId="5379524b-2947-4ff6-93a6-0f4602028252" providerId="ADAL" clId="{6F9ADBE3-9A94-4720-8CF8-9A8134603AF5}" dt="2024-12-03T11:17:38.608" v="2384" actId="478"/>
          <ac:spMkLst>
            <pc:docMk/>
            <pc:sldMk cId="402523472" sldId="273"/>
            <ac:spMk id="6" creationId="{6744C2EA-0ED2-A0B9-E511-54246EFA59A5}"/>
          </ac:spMkLst>
        </pc:spChg>
        <pc:spChg chg="add del mod">
          <ac:chgData name="Hossain, Tanvir" userId="5379524b-2947-4ff6-93a6-0f4602028252" providerId="ADAL" clId="{6F9ADBE3-9A94-4720-8CF8-9A8134603AF5}" dt="2024-12-02T14:53:24.607" v="126"/>
          <ac:spMkLst>
            <pc:docMk/>
            <pc:sldMk cId="402523472" sldId="273"/>
            <ac:spMk id="8" creationId="{73062D54-CA3B-288E-9047-655FC83E8B9A}"/>
          </ac:spMkLst>
        </pc:spChg>
        <pc:spChg chg="add del mod">
          <ac:chgData name="Hossain, Tanvir" userId="5379524b-2947-4ff6-93a6-0f4602028252" providerId="ADAL" clId="{6F9ADBE3-9A94-4720-8CF8-9A8134603AF5}" dt="2024-12-02T14:53:36.755" v="135"/>
          <ac:spMkLst>
            <pc:docMk/>
            <pc:sldMk cId="402523472" sldId="273"/>
            <ac:spMk id="10" creationId="{0D8717ED-0161-36BD-C730-B72FBA33FBFB}"/>
          </ac:spMkLst>
        </pc:spChg>
        <pc:spChg chg="add mod">
          <ac:chgData name="Hossain, Tanvir" userId="5379524b-2947-4ff6-93a6-0f4602028252" providerId="ADAL" clId="{6F9ADBE3-9A94-4720-8CF8-9A8134603AF5}" dt="2024-12-03T11:26:04.662" v="2443" actId="1076"/>
          <ac:spMkLst>
            <pc:docMk/>
            <pc:sldMk cId="402523472" sldId="273"/>
            <ac:spMk id="11" creationId="{3B5A971B-B763-60DB-9FEB-0863FD026BFC}"/>
          </ac:spMkLst>
        </pc:spChg>
        <pc:spChg chg="del">
          <ac:chgData name="Hossain, Tanvir" userId="5379524b-2947-4ff6-93a6-0f4602028252" providerId="ADAL" clId="{6F9ADBE3-9A94-4720-8CF8-9A8134603AF5}" dt="2024-12-02T14:43:25.486" v="49" actId="478"/>
          <ac:spMkLst>
            <pc:docMk/>
            <pc:sldMk cId="402523472" sldId="273"/>
            <ac:spMk id="13" creationId="{37D5170F-2347-FA26-B235-916424A6FDB6}"/>
          </ac:spMkLst>
        </pc:spChg>
        <pc:picChg chg="add del mod">
          <ac:chgData name="Hossain, Tanvir" userId="5379524b-2947-4ff6-93a6-0f4602028252" providerId="ADAL" clId="{6F9ADBE3-9A94-4720-8CF8-9A8134603AF5}" dt="2024-12-03T11:26:00.128" v="2442" actId="478"/>
          <ac:picMkLst>
            <pc:docMk/>
            <pc:sldMk cId="402523472" sldId="273"/>
            <ac:picMk id="12" creationId="{9A368BB5-EE6D-625E-81FC-34B13A987F8B}"/>
          </ac:picMkLst>
        </pc:picChg>
        <pc:cxnChg chg="add del">
          <ac:chgData name="Hossain, Tanvir" userId="5379524b-2947-4ff6-93a6-0f4602028252" providerId="ADAL" clId="{6F9ADBE3-9A94-4720-8CF8-9A8134603AF5}" dt="2024-12-03T11:26:00.128" v="2442" actId="478"/>
          <ac:cxnSpMkLst>
            <pc:docMk/>
            <pc:sldMk cId="402523472" sldId="273"/>
            <ac:cxnSpMk id="15" creationId="{AE6EE79D-094F-6F3F-8BCE-D8581B8519B9}"/>
          </ac:cxnSpMkLst>
        </pc:cxnChg>
        <pc:cxnChg chg="add del mod">
          <ac:chgData name="Hossain, Tanvir" userId="5379524b-2947-4ff6-93a6-0f4602028252" providerId="ADAL" clId="{6F9ADBE3-9A94-4720-8CF8-9A8134603AF5}" dt="2024-12-03T11:26:00.128" v="2442" actId="478"/>
          <ac:cxnSpMkLst>
            <pc:docMk/>
            <pc:sldMk cId="402523472" sldId="273"/>
            <ac:cxnSpMk id="17" creationId="{FA645D8C-85EF-34CA-99FF-26D664250454}"/>
          </ac:cxnSpMkLst>
        </pc:cxnChg>
      </pc:sldChg>
      <pc:sldChg chg="del">
        <pc:chgData name="Hossain, Tanvir" userId="5379524b-2947-4ff6-93a6-0f4602028252" providerId="ADAL" clId="{6F9ADBE3-9A94-4720-8CF8-9A8134603AF5}" dt="2024-12-02T14:43:07.728" v="21" actId="47"/>
        <pc:sldMkLst>
          <pc:docMk/>
          <pc:sldMk cId="4099982738" sldId="274"/>
        </pc:sldMkLst>
      </pc:sldChg>
      <pc:sldChg chg="del">
        <pc:chgData name="Hossain, Tanvir" userId="5379524b-2947-4ff6-93a6-0f4602028252" providerId="ADAL" clId="{6F9ADBE3-9A94-4720-8CF8-9A8134603AF5}" dt="2024-12-02T14:43:07.728" v="21" actId="47"/>
        <pc:sldMkLst>
          <pc:docMk/>
          <pc:sldMk cId="2152019468" sldId="275"/>
        </pc:sldMkLst>
      </pc:sldChg>
      <pc:sldChg chg="del">
        <pc:chgData name="Hossain, Tanvir" userId="5379524b-2947-4ff6-93a6-0f4602028252" providerId="ADAL" clId="{6F9ADBE3-9A94-4720-8CF8-9A8134603AF5}" dt="2024-12-02T14:43:07.728" v="21" actId="47"/>
        <pc:sldMkLst>
          <pc:docMk/>
          <pc:sldMk cId="3516600745" sldId="276"/>
        </pc:sldMkLst>
      </pc:sldChg>
      <pc:sldChg chg="del">
        <pc:chgData name="Hossain, Tanvir" userId="5379524b-2947-4ff6-93a6-0f4602028252" providerId="ADAL" clId="{6F9ADBE3-9A94-4720-8CF8-9A8134603AF5}" dt="2024-12-02T14:43:07.728" v="21" actId="47"/>
        <pc:sldMkLst>
          <pc:docMk/>
          <pc:sldMk cId="2994688288" sldId="277"/>
        </pc:sldMkLst>
      </pc:sldChg>
      <pc:sldChg chg="del">
        <pc:chgData name="Hossain, Tanvir" userId="5379524b-2947-4ff6-93a6-0f4602028252" providerId="ADAL" clId="{6F9ADBE3-9A94-4720-8CF8-9A8134603AF5}" dt="2024-12-02T14:43:07.728" v="21" actId="47"/>
        <pc:sldMkLst>
          <pc:docMk/>
          <pc:sldMk cId="3987652711" sldId="278"/>
        </pc:sldMkLst>
      </pc:sldChg>
      <pc:sldChg chg="del">
        <pc:chgData name="Hossain, Tanvir" userId="5379524b-2947-4ff6-93a6-0f4602028252" providerId="ADAL" clId="{6F9ADBE3-9A94-4720-8CF8-9A8134603AF5}" dt="2024-12-02T14:43:07.728" v="21" actId="47"/>
        <pc:sldMkLst>
          <pc:docMk/>
          <pc:sldMk cId="2495798332" sldId="279"/>
        </pc:sldMkLst>
      </pc:sldChg>
      <pc:sldChg chg="del">
        <pc:chgData name="Hossain, Tanvir" userId="5379524b-2947-4ff6-93a6-0f4602028252" providerId="ADAL" clId="{6F9ADBE3-9A94-4720-8CF8-9A8134603AF5}" dt="2024-12-02T14:43:07.728" v="21" actId="47"/>
        <pc:sldMkLst>
          <pc:docMk/>
          <pc:sldMk cId="3534527127" sldId="281"/>
        </pc:sldMkLst>
      </pc:sldChg>
      <pc:sldChg chg="del">
        <pc:chgData name="Hossain, Tanvir" userId="5379524b-2947-4ff6-93a6-0f4602028252" providerId="ADAL" clId="{6F9ADBE3-9A94-4720-8CF8-9A8134603AF5}" dt="2024-12-02T14:43:07.728" v="21" actId="47"/>
        <pc:sldMkLst>
          <pc:docMk/>
          <pc:sldMk cId="2155167852" sldId="282"/>
        </pc:sldMkLst>
      </pc:sldChg>
      <pc:sldChg chg="del">
        <pc:chgData name="Hossain, Tanvir" userId="5379524b-2947-4ff6-93a6-0f4602028252" providerId="ADAL" clId="{6F9ADBE3-9A94-4720-8CF8-9A8134603AF5}" dt="2024-12-02T14:43:07.728" v="21" actId="47"/>
        <pc:sldMkLst>
          <pc:docMk/>
          <pc:sldMk cId="1129539114" sldId="283"/>
        </pc:sldMkLst>
      </pc:sldChg>
      <pc:sldChg chg="del">
        <pc:chgData name="Hossain, Tanvir" userId="5379524b-2947-4ff6-93a6-0f4602028252" providerId="ADAL" clId="{6F9ADBE3-9A94-4720-8CF8-9A8134603AF5}" dt="2024-12-02T14:43:07.728" v="21" actId="47"/>
        <pc:sldMkLst>
          <pc:docMk/>
          <pc:sldMk cId="553502697" sldId="284"/>
        </pc:sldMkLst>
      </pc:sldChg>
      <pc:sldChg chg="del">
        <pc:chgData name="Hossain, Tanvir" userId="5379524b-2947-4ff6-93a6-0f4602028252" providerId="ADAL" clId="{6F9ADBE3-9A94-4720-8CF8-9A8134603AF5}" dt="2024-12-02T14:43:07.728" v="21" actId="47"/>
        <pc:sldMkLst>
          <pc:docMk/>
          <pc:sldMk cId="1022414557" sldId="285"/>
        </pc:sldMkLst>
      </pc:sldChg>
      <pc:sldChg chg="del">
        <pc:chgData name="Hossain, Tanvir" userId="5379524b-2947-4ff6-93a6-0f4602028252" providerId="ADAL" clId="{6F9ADBE3-9A94-4720-8CF8-9A8134603AF5}" dt="2024-12-02T14:43:07.728" v="21" actId="47"/>
        <pc:sldMkLst>
          <pc:docMk/>
          <pc:sldMk cId="1285730990" sldId="286"/>
        </pc:sldMkLst>
      </pc:sldChg>
      <pc:sldChg chg="del">
        <pc:chgData name="Hossain, Tanvir" userId="5379524b-2947-4ff6-93a6-0f4602028252" providerId="ADAL" clId="{6F9ADBE3-9A94-4720-8CF8-9A8134603AF5}" dt="2024-12-02T14:43:07.728" v="21" actId="47"/>
        <pc:sldMkLst>
          <pc:docMk/>
          <pc:sldMk cId="849401799" sldId="289"/>
        </pc:sldMkLst>
      </pc:sldChg>
      <pc:sldChg chg="del">
        <pc:chgData name="Hossain, Tanvir" userId="5379524b-2947-4ff6-93a6-0f4602028252" providerId="ADAL" clId="{6F9ADBE3-9A94-4720-8CF8-9A8134603AF5}" dt="2024-12-02T14:43:07.728" v="21" actId="47"/>
        <pc:sldMkLst>
          <pc:docMk/>
          <pc:sldMk cId="63227288" sldId="290"/>
        </pc:sldMkLst>
      </pc:sldChg>
      <pc:sldChg chg="del">
        <pc:chgData name="Hossain, Tanvir" userId="5379524b-2947-4ff6-93a6-0f4602028252" providerId="ADAL" clId="{6F9ADBE3-9A94-4720-8CF8-9A8134603AF5}" dt="2024-12-02T14:43:07.728" v="21" actId="47"/>
        <pc:sldMkLst>
          <pc:docMk/>
          <pc:sldMk cId="632185542" sldId="291"/>
        </pc:sldMkLst>
      </pc:sldChg>
      <pc:sldChg chg="del">
        <pc:chgData name="Hossain, Tanvir" userId="5379524b-2947-4ff6-93a6-0f4602028252" providerId="ADAL" clId="{6F9ADBE3-9A94-4720-8CF8-9A8134603AF5}" dt="2024-12-02T14:43:07.728" v="21" actId="47"/>
        <pc:sldMkLst>
          <pc:docMk/>
          <pc:sldMk cId="3316494164" sldId="292"/>
        </pc:sldMkLst>
      </pc:sldChg>
      <pc:sldChg chg="del">
        <pc:chgData name="Hossain, Tanvir" userId="5379524b-2947-4ff6-93a6-0f4602028252" providerId="ADAL" clId="{6F9ADBE3-9A94-4720-8CF8-9A8134603AF5}" dt="2024-12-02T14:43:07.728" v="21" actId="47"/>
        <pc:sldMkLst>
          <pc:docMk/>
          <pc:sldMk cId="4052571854" sldId="293"/>
        </pc:sldMkLst>
      </pc:sldChg>
      <pc:sldChg chg="del">
        <pc:chgData name="Hossain, Tanvir" userId="5379524b-2947-4ff6-93a6-0f4602028252" providerId="ADAL" clId="{6F9ADBE3-9A94-4720-8CF8-9A8134603AF5}" dt="2024-12-02T14:43:07.728" v="21" actId="47"/>
        <pc:sldMkLst>
          <pc:docMk/>
          <pc:sldMk cId="4110577989" sldId="294"/>
        </pc:sldMkLst>
      </pc:sldChg>
      <pc:sldChg chg="del">
        <pc:chgData name="Hossain, Tanvir" userId="5379524b-2947-4ff6-93a6-0f4602028252" providerId="ADAL" clId="{6F9ADBE3-9A94-4720-8CF8-9A8134603AF5}" dt="2024-12-02T14:43:07.728" v="21" actId="47"/>
        <pc:sldMkLst>
          <pc:docMk/>
          <pc:sldMk cId="1237928814" sldId="295"/>
        </pc:sldMkLst>
      </pc:sldChg>
      <pc:sldChg chg="del">
        <pc:chgData name="Hossain, Tanvir" userId="5379524b-2947-4ff6-93a6-0f4602028252" providerId="ADAL" clId="{6F9ADBE3-9A94-4720-8CF8-9A8134603AF5}" dt="2024-12-02T14:43:07.728" v="21" actId="47"/>
        <pc:sldMkLst>
          <pc:docMk/>
          <pc:sldMk cId="1830072399" sldId="296"/>
        </pc:sldMkLst>
      </pc:sldChg>
      <pc:sldChg chg="modSp del mod">
        <pc:chgData name="Hossain, Tanvir" userId="5379524b-2947-4ff6-93a6-0f4602028252" providerId="ADAL" clId="{6F9ADBE3-9A94-4720-8CF8-9A8134603AF5}" dt="2024-12-03T11:29:37.829" v="2569" actId="47"/>
        <pc:sldMkLst>
          <pc:docMk/>
          <pc:sldMk cId="141586046" sldId="298"/>
        </pc:sldMkLst>
        <pc:spChg chg="mod">
          <ac:chgData name="Hossain, Tanvir" userId="5379524b-2947-4ff6-93a6-0f4602028252" providerId="ADAL" clId="{6F9ADBE3-9A94-4720-8CF8-9A8134603AF5}" dt="2024-12-02T14:54:48.555" v="186" actId="20577"/>
          <ac:spMkLst>
            <pc:docMk/>
            <pc:sldMk cId="141586046" sldId="298"/>
            <ac:spMk id="3" creationId="{1FCCD421-7C4C-EE28-DF76-2E48A472C0D5}"/>
          </ac:spMkLst>
        </pc:spChg>
      </pc:sldChg>
      <pc:sldChg chg="addSp delSp modSp add mod ord modAnim">
        <pc:chgData name="Hossain, Tanvir" userId="5379524b-2947-4ff6-93a6-0f4602028252" providerId="ADAL" clId="{6F9ADBE3-9A94-4720-8CF8-9A8134603AF5}" dt="2024-12-03T13:10:25.086" v="3690"/>
        <pc:sldMkLst>
          <pc:docMk/>
          <pc:sldMk cId="459045771" sldId="299"/>
        </pc:sldMkLst>
        <pc:spChg chg="add mod">
          <ac:chgData name="Hossain, Tanvir" userId="5379524b-2947-4ff6-93a6-0f4602028252" providerId="ADAL" clId="{6F9ADBE3-9A94-4720-8CF8-9A8134603AF5}" dt="2024-12-03T03:01:56.496" v="1228" actId="20577"/>
          <ac:spMkLst>
            <pc:docMk/>
            <pc:sldMk cId="459045771" sldId="299"/>
            <ac:spMk id="2" creationId="{33D5A5EC-2C52-0EB7-4715-B8C119F2A1A0}"/>
          </ac:spMkLst>
        </pc:spChg>
        <pc:spChg chg="del">
          <ac:chgData name="Hossain, Tanvir" userId="5379524b-2947-4ff6-93a6-0f4602028252" providerId="ADAL" clId="{6F9ADBE3-9A94-4720-8CF8-9A8134603AF5}" dt="2024-12-02T14:55:13.101" v="222" actId="478"/>
          <ac:spMkLst>
            <pc:docMk/>
            <pc:sldMk cId="459045771" sldId="299"/>
            <ac:spMk id="3" creationId="{D717F658-784A-2656-FF1E-1962A349ED45}"/>
          </ac:spMkLst>
        </pc:spChg>
        <pc:spChg chg="mod">
          <ac:chgData name="Hossain, Tanvir" userId="5379524b-2947-4ff6-93a6-0f4602028252" providerId="ADAL" clId="{6F9ADBE3-9A94-4720-8CF8-9A8134603AF5}" dt="2024-12-02T14:55:10.037" v="221" actId="20577"/>
          <ac:spMkLst>
            <pc:docMk/>
            <pc:sldMk cId="459045771" sldId="299"/>
            <ac:spMk id="4" creationId="{59B2FE6D-1196-324D-479B-29265A9305F3}"/>
          </ac:spMkLst>
        </pc:spChg>
        <pc:spChg chg="add mod">
          <ac:chgData name="Hossain, Tanvir" userId="5379524b-2947-4ff6-93a6-0f4602028252" providerId="ADAL" clId="{6F9ADBE3-9A94-4720-8CF8-9A8134603AF5}" dt="2024-12-02T14:58:36.179" v="298" actId="207"/>
          <ac:spMkLst>
            <pc:docMk/>
            <pc:sldMk cId="459045771" sldId="299"/>
            <ac:spMk id="5" creationId="{DC311096-7060-632F-A880-1D294EDE7F7F}"/>
          </ac:spMkLst>
        </pc:spChg>
        <pc:spChg chg="add mod">
          <ac:chgData name="Hossain, Tanvir" userId="5379524b-2947-4ff6-93a6-0f4602028252" providerId="ADAL" clId="{6F9ADBE3-9A94-4720-8CF8-9A8134603AF5}" dt="2024-12-02T14:58:43.945" v="300" actId="113"/>
          <ac:spMkLst>
            <pc:docMk/>
            <pc:sldMk cId="459045771" sldId="299"/>
            <ac:spMk id="6" creationId="{C7CD1F45-74D6-01C1-9C91-2FFE09591877}"/>
          </ac:spMkLst>
        </pc:spChg>
        <pc:spChg chg="add mod">
          <ac:chgData name="Hossain, Tanvir" userId="5379524b-2947-4ff6-93a6-0f4602028252" providerId="ADAL" clId="{6F9ADBE3-9A94-4720-8CF8-9A8134603AF5}" dt="2024-12-03T03:02:25.027" v="1248" actId="20577"/>
          <ac:spMkLst>
            <pc:docMk/>
            <pc:sldMk cId="459045771" sldId="299"/>
            <ac:spMk id="7" creationId="{AB9E26E2-FAD0-75B8-93A9-CE9BC72A5604}"/>
          </ac:spMkLst>
        </pc:spChg>
        <pc:spChg chg="add mod">
          <ac:chgData name="Hossain, Tanvir" userId="5379524b-2947-4ff6-93a6-0f4602028252" providerId="ADAL" clId="{6F9ADBE3-9A94-4720-8CF8-9A8134603AF5}" dt="2024-12-02T15:00:13.791" v="325" actId="164"/>
          <ac:spMkLst>
            <pc:docMk/>
            <pc:sldMk cId="459045771" sldId="299"/>
            <ac:spMk id="8" creationId="{389F4DE2-9878-9D91-1EB9-B73462256831}"/>
          </ac:spMkLst>
        </pc:spChg>
        <pc:spChg chg="add mod">
          <ac:chgData name="Hossain, Tanvir" userId="5379524b-2947-4ff6-93a6-0f4602028252" providerId="ADAL" clId="{6F9ADBE3-9A94-4720-8CF8-9A8134603AF5}" dt="2024-12-02T15:00:13.791" v="325" actId="164"/>
          <ac:spMkLst>
            <pc:docMk/>
            <pc:sldMk cId="459045771" sldId="299"/>
            <ac:spMk id="9" creationId="{5DAD1837-190D-34A8-41AA-9A189F2B0301}"/>
          </ac:spMkLst>
        </pc:spChg>
        <pc:spChg chg="add mod">
          <ac:chgData name="Hossain, Tanvir" userId="5379524b-2947-4ff6-93a6-0f4602028252" providerId="ADAL" clId="{6F9ADBE3-9A94-4720-8CF8-9A8134603AF5}" dt="2024-12-02T15:00:13.791" v="325" actId="164"/>
          <ac:spMkLst>
            <pc:docMk/>
            <pc:sldMk cId="459045771" sldId="299"/>
            <ac:spMk id="10" creationId="{2BBB2A01-E3A0-1B14-EDE6-B416801E3CA8}"/>
          </ac:spMkLst>
        </pc:spChg>
        <pc:spChg chg="add mod">
          <ac:chgData name="Hossain, Tanvir" userId="5379524b-2947-4ff6-93a6-0f4602028252" providerId="ADAL" clId="{6F9ADBE3-9A94-4720-8CF8-9A8134603AF5}" dt="2024-12-02T15:00:13.791" v="325" actId="164"/>
          <ac:spMkLst>
            <pc:docMk/>
            <pc:sldMk cId="459045771" sldId="299"/>
            <ac:spMk id="11" creationId="{1B3323C3-43DD-5675-6154-F24B6B285A3D}"/>
          </ac:spMkLst>
        </pc:spChg>
        <pc:spChg chg="add mod">
          <ac:chgData name="Hossain, Tanvir" userId="5379524b-2947-4ff6-93a6-0f4602028252" providerId="ADAL" clId="{6F9ADBE3-9A94-4720-8CF8-9A8134603AF5}" dt="2024-12-03T03:02:18.750" v="1246" actId="207"/>
          <ac:spMkLst>
            <pc:docMk/>
            <pc:sldMk cId="459045771" sldId="299"/>
            <ac:spMk id="29" creationId="{548F3E65-DDFA-31EC-067E-C86F1A68A8B6}"/>
          </ac:spMkLst>
        </pc:spChg>
        <pc:spChg chg="add mod">
          <ac:chgData name="Hossain, Tanvir" userId="5379524b-2947-4ff6-93a6-0f4602028252" providerId="ADAL" clId="{6F9ADBE3-9A94-4720-8CF8-9A8134603AF5}" dt="2024-12-03T13:10:23.181" v="3689" actId="164"/>
          <ac:spMkLst>
            <pc:docMk/>
            <pc:sldMk cId="459045771" sldId="299"/>
            <ac:spMk id="30" creationId="{2ED8131F-17B0-4487-8A8F-1C38918A41B1}"/>
          </ac:spMkLst>
        </pc:spChg>
        <pc:grpChg chg="add mod">
          <ac:chgData name="Hossain, Tanvir" userId="5379524b-2947-4ff6-93a6-0f4602028252" providerId="ADAL" clId="{6F9ADBE3-9A94-4720-8CF8-9A8134603AF5}" dt="2024-12-03T13:10:23.181" v="3689" actId="164"/>
          <ac:grpSpMkLst>
            <pc:docMk/>
            <pc:sldMk cId="459045771" sldId="299"/>
            <ac:grpSpMk id="28" creationId="{C41CBD52-DDDB-0DB3-5CBF-AAC306A34EA2}"/>
          </ac:grpSpMkLst>
        </pc:grpChg>
        <pc:grpChg chg="add mod">
          <ac:chgData name="Hossain, Tanvir" userId="5379524b-2947-4ff6-93a6-0f4602028252" providerId="ADAL" clId="{6F9ADBE3-9A94-4720-8CF8-9A8134603AF5}" dt="2024-12-03T13:10:23.181" v="3689" actId="164"/>
          <ac:grpSpMkLst>
            <pc:docMk/>
            <pc:sldMk cId="459045771" sldId="299"/>
            <ac:grpSpMk id="31" creationId="{655AA52F-F0C3-8884-FBBA-15EE7B035F0A}"/>
          </ac:grpSpMkLst>
        </pc:grpChg>
        <pc:cxnChg chg="add">
          <ac:chgData name="Hossain, Tanvir" userId="5379524b-2947-4ff6-93a6-0f4602028252" providerId="ADAL" clId="{6F9ADBE3-9A94-4720-8CF8-9A8134603AF5}" dt="2024-12-02T14:57:28.395" v="279" actId="11529"/>
          <ac:cxnSpMkLst>
            <pc:docMk/>
            <pc:sldMk cId="459045771" sldId="299"/>
            <ac:cxnSpMk id="13" creationId="{83DC8AC6-D33E-37FF-C204-F2B3CD74C9FD}"/>
          </ac:cxnSpMkLst>
        </pc:cxnChg>
        <pc:cxnChg chg="add">
          <ac:chgData name="Hossain, Tanvir" userId="5379524b-2947-4ff6-93a6-0f4602028252" providerId="ADAL" clId="{6F9ADBE3-9A94-4720-8CF8-9A8134603AF5}" dt="2024-12-02T14:57:32.051" v="280" actId="11529"/>
          <ac:cxnSpMkLst>
            <pc:docMk/>
            <pc:sldMk cId="459045771" sldId="299"/>
            <ac:cxnSpMk id="15" creationId="{A01C56A6-AE67-57AF-2765-C91557D4E6A6}"/>
          </ac:cxnSpMkLst>
        </pc:cxnChg>
        <pc:cxnChg chg="add mod">
          <ac:chgData name="Hossain, Tanvir" userId="5379524b-2947-4ff6-93a6-0f4602028252" providerId="ADAL" clId="{6F9ADBE3-9A94-4720-8CF8-9A8134603AF5}" dt="2024-12-02T15:00:13.791" v="325" actId="164"/>
          <ac:cxnSpMkLst>
            <pc:docMk/>
            <pc:sldMk cId="459045771" sldId="299"/>
            <ac:cxnSpMk id="17" creationId="{E2ED030E-5BEB-5A09-C8FB-4724AC79B61A}"/>
          </ac:cxnSpMkLst>
        </pc:cxnChg>
        <pc:cxnChg chg="add mod">
          <ac:chgData name="Hossain, Tanvir" userId="5379524b-2947-4ff6-93a6-0f4602028252" providerId="ADAL" clId="{6F9ADBE3-9A94-4720-8CF8-9A8134603AF5}" dt="2024-12-02T15:00:13.791" v="325" actId="164"/>
          <ac:cxnSpMkLst>
            <pc:docMk/>
            <pc:sldMk cId="459045771" sldId="299"/>
            <ac:cxnSpMk id="19" creationId="{6D6CFB14-9C08-86E1-D89D-5EA15B08021D}"/>
          </ac:cxnSpMkLst>
        </pc:cxnChg>
        <pc:cxnChg chg="add mod">
          <ac:chgData name="Hossain, Tanvir" userId="5379524b-2947-4ff6-93a6-0f4602028252" providerId="ADAL" clId="{6F9ADBE3-9A94-4720-8CF8-9A8134603AF5}" dt="2024-12-02T15:00:13.791" v="325" actId="164"/>
          <ac:cxnSpMkLst>
            <pc:docMk/>
            <pc:sldMk cId="459045771" sldId="299"/>
            <ac:cxnSpMk id="21" creationId="{15F002D4-8040-09A0-6637-0D2EF0B4710A}"/>
          </ac:cxnSpMkLst>
        </pc:cxnChg>
        <pc:cxnChg chg="add mod">
          <ac:chgData name="Hossain, Tanvir" userId="5379524b-2947-4ff6-93a6-0f4602028252" providerId="ADAL" clId="{6F9ADBE3-9A94-4720-8CF8-9A8134603AF5}" dt="2024-12-02T15:00:13.791" v="325" actId="164"/>
          <ac:cxnSpMkLst>
            <pc:docMk/>
            <pc:sldMk cId="459045771" sldId="299"/>
            <ac:cxnSpMk id="23" creationId="{A2401047-8FCA-4DD0-FFE5-945E5759839E}"/>
          </ac:cxnSpMkLst>
        </pc:cxnChg>
      </pc:sldChg>
      <pc:sldChg chg="del">
        <pc:chgData name="Hossain, Tanvir" userId="5379524b-2947-4ff6-93a6-0f4602028252" providerId="ADAL" clId="{6F9ADBE3-9A94-4720-8CF8-9A8134603AF5}" dt="2024-12-02T14:43:07.728" v="21" actId="47"/>
        <pc:sldMkLst>
          <pc:docMk/>
          <pc:sldMk cId="650459462" sldId="299"/>
        </pc:sldMkLst>
      </pc:sldChg>
      <pc:sldChg chg="addSp delSp modSp add mod delAnim">
        <pc:chgData name="Hossain, Tanvir" userId="5379524b-2947-4ff6-93a6-0f4602028252" providerId="ADAL" clId="{6F9ADBE3-9A94-4720-8CF8-9A8134603AF5}" dt="2024-12-02T15:22:25.358" v="475" actId="208"/>
        <pc:sldMkLst>
          <pc:docMk/>
          <pc:sldMk cId="1013830793" sldId="300"/>
        </pc:sldMkLst>
        <pc:spChg chg="del">
          <ac:chgData name="Hossain, Tanvir" userId="5379524b-2947-4ff6-93a6-0f4602028252" providerId="ADAL" clId="{6F9ADBE3-9A94-4720-8CF8-9A8134603AF5}" dt="2024-12-02T15:07:00.929" v="328" actId="478"/>
          <ac:spMkLst>
            <pc:docMk/>
            <pc:sldMk cId="1013830793" sldId="300"/>
            <ac:spMk id="2" creationId="{511A36DE-F898-72E2-EC86-8E6343185ED5}"/>
          </ac:spMkLst>
        </pc:spChg>
        <pc:spChg chg="add del mod">
          <ac:chgData name="Hossain, Tanvir" userId="5379524b-2947-4ff6-93a6-0f4602028252" providerId="ADAL" clId="{6F9ADBE3-9A94-4720-8CF8-9A8134603AF5}" dt="2024-12-02T15:11:34.189" v="331" actId="478"/>
          <ac:spMkLst>
            <pc:docMk/>
            <pc:sldMk cId="1013830793" sldId="300"/>
            <ac:spMk id="3" creationId="{6D4C1D6C-87E6-57C5-884F-13936CC0B7E5}"/>
          </ac:spMkLst>
        </pc:spChg>
        <pc:spChg chg="mod">
          <ac:chgData name="Hossain, Tanvir" userId="5379524b-2947-4ff6-93a6-0f4602028252" providerId="ADAL" clId="{6F9ADBE3-9A94-4720-8CF8-9A8134603AF5}" dt="2024-12-02T15:19:24.128" v="391" actId="20577"/>
          <ac:spMkLst>
            <pc:docMk/>
            <pc:sldMk cId="1013830793" sldId="300"/>
            <ac:spMk id="4" creationId="{06F899B9-BA3E-55CA-5A60-E86BBA1A0581}"/>
          </ac:spMkLst>
        </pc:spChg>
        <pc:spChg chg="del">
          <ac:chgData name="Hossain, Tanvir" userId="5379524b-2947-4ff6-93a6-0f4602028252" providerId="ADAL" clId="{6F9ADBE3-9A94-4720-8CF8-9A8134603AF5}" dt="2024-12-02T15:07:00.929" v="328" actId="478"/>
          <ac:spMkLst>
            <pc:docMk/>
            <pc:sldMk cId="1013830793" sldId="300"/>
            <ac:spMk id="5" creationId="{1ED0EF93-C9B2-8B39-4BEF-632421A74BEE}"/>
          </ac:spMkLst>
        </pc:spChg>
        <pc:spChg chg="del">
          <ac:chgData name="Hossain, Tanvir" userId="5379524b-2947-4ff6-93a6-0f4602028252" providerId="ADAL" clId="{6F9ADBE3-9A94-4720-8CF8-9A8134603AF5}" dt="2024-12-02T15:07:00.929" v="328" actId="478"/>
          <ac:spMkLst>
            <pc:docMk/>
            <pc:sldMk cId="1013830793" sldId="300"/>
            <ac:spMk id="6" creationId="{DBA04609-D73E-226D-15B2-C80E5CE75E09}"/>
          </ac:spMkLst>
        </pc:spChg>
        <pc:spChg chg="add mod ord">
          <ac:chgData name="Hossain, Tanvir" userId="5379524b-2947-4ff6-93a6-0f4602028252" providerId="ADAL" clId="{6F9ADBE3-9A94-4720-8CF8-9A8134603AF5}" dt="2024-12-02T15:14:06.566" v="369" actId="1036"/>
          <ac:spMkLst>
            <pc:docMk/>
            <pc:sldMk cId="1013830793" sldId="300"/>
            <ac:spMk id="16" creationId="{AFBE6900-67E2-FE9D-EF8A-CB4E1BE6CB0F}"/>
          </ac:spMkLst>
        </pc:spChg>
        <pc:spChg chg="add mod">
          <ac:chgData name="Hossain, Tanvir" userId="5379524b-2947-4ff6-93a6-0f4602028252" providerId="ADAL" clId="{6F9ADBE3-9A94-4720-8CF8-9A8134603AF5}" dt="2024-12-02T15:21:04.153" v="460" actId="20577"/>
          <ac:spMkLst>
            <pc:docMk/>
            <pc:sldMk cId="1013830793" sldId="300"/>
            <ac:spMk id="18" creationId="{375219D7-CC54-FF26-486B-76A471FF3A27}"/>
          </ac:spMkLst>
        </pc:spChg>
        <pc:spChg chg="add mod">
          <ac:chgData name="Hossain, Tanvir" userId="5379524b-2947-4ff6-93a6-0f4602028252" providerId="ADAL" clId="{6F9ADBE3-9A94-4720-8CF8-9A8134603AF5}" dt="2024-12-02T15:21:09.552" v="466" actId="20577"/>
          <ac:spMkLst>
            <pc:docMk/>
            <pc:sldMk cId="1013830793" sldId="300"/>
            <ac:spMk id="20" creationId="{56320B8B-62AD-55C5-EBAD-4B706B3250A3}"/>
          </ac:spMkLst>
        </pc:spChg>
        <pc:grpChg chg="del">
          <ac:chgData name="Hossain, Tanvir" userId="5379524b-2947-4ff6-93a6-0f4602028252" providerId="ADAL" clId="{6F9ADBE3-9A94-4720-8CF8-9A8134603AF5}" dt="2024-12-02T15:07:00.929" v="328" actId="478"/>
          <ac:grpSpMkLst>
            <pc:docMk/>
            <pc:sldMk cId="1013830793" sldId="300"/>
            <ac:grpSpMk id="28" creationId="{959DEC2D-F600-78A2-6051-1D7F9807656E}"/>
          </ac:grpSpMkLst>
        </pc:grpChg>
        <pc:graphicFrameChg chg="add mod modGraphic">
          <ac:chgData name="Hossain, Tanvir" userId="5379524b-2947-4ff6-93a6-0f4602028252" providerId="ADAL" clId="{6F9ADBE3-9A94-4720-8CF8-9A8134603AF5}" dt="2024-12-02T15:19:50.532" v="412" actId="113"/>
          <ac:graphicFrameMkLst>
            <pc:docMk/>
            <pc:sldMk cId="1013830793" sldId="300"/>
            <ac:graphicFrameMk id="14" creationId="{903B4DFD-C1E0-D966-9887-D86F6815B02B}"/>
          </ac:graphicFrameMkLst>
        </pc:graphicFrameChg>
        <pc:picChg chg="add mod ord modCrop">
          <ac:chgData name="Hossain, Tanvir" userId="5379524b-2947-4ff6-93a6-0f4602028252" providerId="ADAL" clId="{6F9ADBE3-9A94-4720-8CF8-9A8134603AF5}" dt="2024-12-02T15:13:40.642" v="358" actId="167"/>
          <ac:picMkLst>
            <pc:docMk/>
            <pc:sldMk cId="1013830793" sldId="300"/>
            <ac:picMk id="12" creationId="{B4CDADA9-F942-9B78-D9FE-EEE64AB457BB}"/>
          </ac:picMkLst>
        </pc:picChg>
        <pc:cxnChg chg="del mod">
          <ac:chgData name="Hossain, Tanvir" userId="5379524b-2947-4ff6-93a6-0f4602028252" providerId="ADAL" clId="{6F9ADBE3-9A94-4720-8CF8-9A8134603AF5}" dt="2024-12-02T15:07:00.929" v="328" actId="478"/>
          <ac:cxnSpMkLst>
            <pc:docMk/>
            <pc:sldMk cId="1013830793" sldId="300"/>
            <ac:cxnSpMk id="13" creationId="{68E9F088-CACB-0AA0-759B-52336CFE0876}"/>
          </ac:cxnSpMkLst>
        </pc:cxnChg>
        <pc:cxnChg chg="del mod">
          <ac:chgData name="Hossain, Tanvir" userId="5379524b-2947-4ff6-93a6-0f4602028252" providerId="ADAL" clId="{6F9ADBE3-9A94-4720-8CF8-9A8134603AF5}" dt="2024-12-02T15:07:00.929" v="328" actId="478"/>
          <ac:cxnSpMkLst>
            <pc:docMk/>
            <pc:sldMk cId="1013830793" sldId="300"/>
            <ac:cxnSpMk id="15" creationId="{290DE738-CF96-F23A-782A-CCAA461D37AB}"/>
          </ac:cxnSpMkLst>
        </pc:cxnChg>
        <pc:cxnChg chg="mod">
          <ac:chgData name="Hossain, Tanvir" userId="5379524b-2947-4ff6-93a6-0f4602028252" providerId="ADAL" clId="{6F9ADBE3-9A94-4720-8CF8-9A8134603AF5}" dt="2024-12-02T15:07:00.929" v="328" actId="478"/>
          <ac:cxnSpMkLst>
            <pc:docMk/>
            <pc:sldMk cId="1013830793" sldId="300"/>
            <ac:cxnSpMk id="17" creationId="{91A7BE9E-CB5F-3BEE-D572-23ECDD984E87}"/>
          </ac:cxnSpMkLst>
        </pc:cxnChg>
        <pc:cxnChg chg="mod">
          <ac:chgData name="Hossain, Tanvir" userId="5379524b-2947-4ff6-93a6-0f4602028252" providerId="ADAL" clId="{6F9ADBE3-9A94-4720-8CF8-9A8134603AF5}" dt="2024-12-02T15:07:00.929" v="328" actId="478"/>
          <ac:cxnSpMkLst>
            <pc:docMk/>
            <pc:sldMk cId="1013830793" sldId="300"/>
            <ac:cxnSpMk id="19" creationId="{390DB217-86DD-89A4-EBE7-76DC4EFE5D30}"/>
          </ac:cxnSpMkLst>
        </pc:cxnChg>
        <pc:cxnChg chg="mod">
          <ac:chgData name="Hossain, Tanvir" userId="5379524b-2947-4ff6-93a6-0f4602028252" providerId="ADAL" clId="{6F9ADBE3-9A94-4720-8CF8-9A8134603AF5}" dt="2024-12-02T15:07:00.929" v="328" actId="478"/>
          <ac:cxnSpMkLst>
            <pc:docMk/>
            <pc:sldMk cId="1013830793" sldId="300"/>
            <ac:cxnSpMk id="21" creationId="{412FC861-D0AE-B0A4-1FF0-F558661D5919}"/>
          </ac:cxnSpMkLst>
        </pc:cxnChg>
        <pc:cxnChg chg="mod">
          <ac:chgData name="Hossain, Tanvir" userId="5379524b-2947-4ff6-93a6-0f4602028252" providerId="ADAL" clId="{6F9ADBE3-9A94-4720-8CF8-9A8134603AF5}" dt="2024-12-02T15:07:00.929" v="328" actId="478"/>
          <ac:cxnSpMkLst>
            <pc:docMk/>
            <pc:sldMk cId="1013830793" sldId="300"/>
            <ac:cxnSpMk id="23" creationId="{B6861A48-3239-E195-D757-57054AEF6CAC}"/>
          </ac:cxnSpMkLst>
        </pc:cxnChg>
        <pc:cxnChg chg="add mod">
          <ac:chgData name="Hossain, Tanvir" userId="5379524b-2947-4ff6-93a6-0f4602028252" providerId="ADAL" clId="{6F9ADBE3-9A94-4720-8CF8-9A8134603AF5}" dt="2024-12-02T15:22:19.681" v="474" actId="208"/>
          <ac:cxnSpMkLst>
            <pc:docMk/>
            <pc:sldMk cId="1013830793" sldId="300"/>
            <ac:cxnSpMk id="24" creationId="{173E3E72-0944-CAE2-55B8-F36BC5B0B5CE}"/>
          </ac:cxnSpMkLst>
        </pc:cxnChg>
        <pc:cxnChg chg="add mod">
          <ac:chgData name="Hossain, Tanvir" userId="5379524b-2947-4ff6-93a6-0f4602028252" providerId="ADAL" clId="{6F9ADBE3-9A94-4720-8CF8-9A8134603AF5}" dt="2024-12-02T15:22:25.358" v="475" actId="208"/>
          <ac:cxnSpMkLst>
            <pc:docMk/>
            <pc:sldMk cId="1013830793" sldId="300"/>
            <ac:cxnSpMk id="26" creationId="{33E850F2-53EE-8A06-7F8E-7FE351689E0B}"/>
          </ac:cxnSpMkLst>
        </pc:cxnChg>
      </pc:sldChg>
      <pc:sldChg chg="del">
        <pc:chgData name="Hossain, Tanvir" userId="5379524b-2947-4ff6-93a6-0f4602028252" providerId="ADAL" clId="{6F9ADBE3-9A94-4720-8CF8-9A8134603AF5}" dt="2024-12-02T14:43:07.728" v="21" actId="47"/>
        <pc:sldMkLst>
          <pc:docMk/>
          <pc:sldMk cId="1144816729" sldId="300"/>
        </pc:sldMkLst>
      </pc:sldChg>
      <pc:sldChg chg="addSp modSp add mod modAnim">
        <pc:chgData name="Hossain, Tanvir" userId="5379524b-2947-4ff6-93a6-0f4602028252" providerId="ADAL" clId="{6F9ADBE3-9A94-4720-8CF8-9A8134603AF5}" dt="2024-12-02T15:24:33.561" v="498"/>
        <pc:sldMkLst>
          <pc:docMk/>
          <pc:sldMk cId="2539239816" sldId="301"/>
        </pc:sldMkLst>
        <pc:spChg chg="mod">
          <ac:chgData name="Hossain, Tanvir" userId="5379524b-2947-4ff6-93a6-0f4602028252" providerId="ADAL" clId="{6F9ADBE3-9A94-4720-8CF8-9A8134603AF5}" dt="2024-12-02T15:22:40.751" v="482" actId="207"/>
          <ac:spMkLst>
            <pc:docMk/>
            <pc:sldMk cId="2539239816" sldId="301"/>
            <ac:spMk id="18" creationId="{4C50983C-72F3-EE74-7798-C78325E8420D}"/>
          </ac:spMkLst>
        </pc:spChg>
        <pc:cxnChg chg="add mod">
          <ac:chgData name="Hossain, Tanvir" userId="5379524b-2947-4ff6-93a6-0f4602028252" providerId="ADAL" clId="{6F9ADBE3-9A94-4720-8CF8-9A8134603AF5}" dt="2024-12-02T15:23:04.876" v="485" actId="1582"/>
          <ac:cxnSpMkLst>
            <pc:docMk/>
            <pc:sldMk cId="2539239816" sldId="301"/>
            <ac:cxnSpMk id="3" creationId="{17A0F3CF-7BD2-8CD2-2C72-CE9B5F859F50}"/>
          </ac:cxnSpMkLst>
        </pc:cxnChg>
      </pc:sldChg>
      <pc:sldChg chg="del">
        <pc:chgData name="Hossain, Tanvir" userId="5379524b-2947-4ff6-93a6-0f4602028252" providerId="ADAL" clId="{6F9ADBE3-9A94-4720-8CF8-9A8134603AF5}" dt="2024-12-02T14:43:07.728" v="21" actId="47"/>
        <pc:sldMkLst>
          <pc:docMk/>
          <pc:sldMk cId="3555926565" sldId="301"/>
        </pc:sldMkLst>
      </pc:sldChg>
      <pc:sldChg chg="del">
        <pc:chgData name="Hossain, Tanvir" userId="5379524b-2947-4ff6-93a6-0f4602028252" providerId="ADAL" clId="{6F9ADBE3-9A94-4720-8CF8-9A8134603AF5}" dt="2024-12-02T14:43:07.728" v="21" actId="47"/>
        <pc:sldMkLst>
          <pc:docMk/>
          <pc:sldMk cId="636468752" sldId="302"/>
        </pc:sldMkLst>
      </pc:sldChg>
      <pc:sldChg chg="modSp add mod">
        <pc:chgData name="Hossain, Tanvir" userId="5379524b-2947-4ff6-93a6-0f4602028252" providerId="ADAL" clId="{6F9ADBE3-9A94-4720-8CF8-9A8134603AF5}" dt="2024-12-02T15:24:57.175" v="501" actId="207"/>
        <pc:sldMkLst>
          <pc:docMk/>
          <pc:sldMk cId="4108107038" sldId="302"/>
        </pc:sldMkLst>
        <pc:graphicFrameChg chg="modGraphic">
          <ac:chgData name="Hossain, Tanvir" userId="5379524b-2947-4ff6-93a6-0f4602028252" providerId="ADAL" clId="{6F9ADBE3-9A94-4720-8CF8-9A8134603AF5}" dt="2024-12-02T15:24:57.175" v="501" actId="207"/>
          <ac:graphicFrameMkLst>
            <pc:docMk/>
            <pc:sldMk cId="4108107038" sldId="302"/>
            <ac:graphicFrameMk id="14" creationId="{67AF6B58-F559-7B80-FFAF-21DEE556D3C2}"/>
          </ac:graphicFrameMkLst>
        </pc:graphicFrameChg>
      </pc:sldChg>
      <pc:sldChg chg="addSp delSp modSp add mod delAnim modShow">
        <pc:chgData name="Hossain, Tanvir" userId="5379524b-2947-4ff6-93a6-0f4602028252" providerId="ADAL" clId="{6F9ADBE3-9A94-4720-8CF8-9A8134603AF5}" dt="2024-12-03T12:44:26.214" v="3278" actId="729"/>
        <pc:sldMkLst>
          <pc:docMk/>
          <pc:sldMk cId="1545831695" sldId="303"/>
        </pc:sldMkLst>
        <pc:spChg chg="mod">
          <ac:chgData name="Hossain, Tanvir" userId="5379524b-2947-4ff6-93a6-0f4602028252" providerId="ADAL" clId="{6F9ADBE3-9A94-4720-8CF8-9A8134603AF5}" dt="2024-12-02T15:27:39.161" v="516" actId="20577"/>
          <ac:spMkLst>
            <pc:docMk/>
            <pc:sldMk cId="1545831695" sldId="303"/>
            <ac:spMk id="4" creationId="{5D1EB12B-730E-ADC1-DF3F-A4EBABF92EE1}"/>
          </ac:spMkLst>
        </pc:spChg>
        <pc:spChg chg="add mod">
          <ac:chgData name="Hossain, Tanvir" userId="5379524b-2947-4ff6-93a6-0f4602028252" providerId="ADAL" clId="{6F9ADBE3-9A94-4720-8CF8-9A8134603AF5}" dt="2024-12-02T15:40:03.069" v="908" actId="1035"/>
          <ac:spMkLst>
            <pc:docMk/>
            <pc:sldMk cId="1545831695" sldId="303"/>
            <ac:spMk id="7" creationId="{0D3E825A-E130-8201-83F2-DE26F39207FD}"/>
          </ac:spMkLst>
        </pc:spChg>
        <pc:spChg chg="add mod">
          <ac:chgData name="Hossain, Tanvir" userId="5379524b-2947-4ff6-93a6-0f4602028252" providerId="ADAL" clId="{6F9ADBE3-9A94-4720-8CF8-9A8134603AF5}" dt="2024-12-02T15:36:30.323" v="821" actId="1035"/>
          <ac:spMkLst>
            <pc:docMk/>
            <pc:sldMk cId="1545831695" sldId="303"/>
            <ac:spMk id="8" creationId="{4EC9FCD7-C709-F664-427F-4BE07B080051}"/>
          </ac:spMkLst>
        </pc:spChg>
        <pc:spChg chg="add del mod">
          <ac:chgData name="Hossain, Tanvir" userId="5379524b-2947-4ff6-93a6-0f4602028252" providerId="ADAL" clId="{6F9ADBE3-9A94-4720-8CF8-9A8134603AF5}" dt="2024-12-02T15:29:09.139" v="542" actId="478"/>
          <ac:spMkLst>
            <pc:docMk/>
            <pc:sldMk cId="1545831695" sldId="303"/>
            <ac:spMk id="9" creationId="{2320C098-6446-CEEB-F985-15911C5D9CD9}"/>
          </ac:spMkLst>
        </pc:spChg>
        <pc:spChg chg="add del mod">
          <ac:chgData name="Hossain, Tanvir" userId="5379524b-2947-4ff6-93a6-0f4602028252" providerId="ADAL" clId="{6F9ADBE3-9A94-4720-8CF8-9A8134603AF5}" dt="2024-12-02T15:29:10.607" v="543" actId="478"/>
          <ac:spMkLst>
            <pc:docMk/>
            <pc:sldMk cId="1545831695" sldId="303"/>
            <ac:spMk id="10" creationId="{FC13F453-BBE0-816F-A85B-A996BA7F580F}"/>
          </ac:spMkLst>
        </pc:spChg>
        <pc:spChg chg="add mod">
          <ac:chgData name="Hossain, Tanvir" userId="5379524b-2947-4ff6-93a6-0f4602028252" providerId="ADAL" clId="{6F9ADBE3-9A94-4720-8CF8-9A8134603AF5}" dt="2024-12-02T15:36:36.608" v="829" actId="1036"/>
          <ac:spMkLst>
            <pc:docMk/>
            <pc:sldMk cId="1545831695" sldId="303"/>
            <ac:spMk id="11" creationId="{6395AA89-54D5-C2E0-312A-2D2A55BA311D}"/>
          </ac:spMkLst>
        </pc:spChg>
        <pc:spChg chg="add mod">
          <ac:chgData name="Hossain, Tanvir" userId="5379524b-2947-4ff6-93a6-0f4602028252" providerId="ADAL" clId="{6F9ADBE3-9A94-4720-8CF8-9A8134603AF5}" dt="2024-12-02T15:33:42.450" v="691" actId="20577"/>
          <ac:spMkLst>
            <pc:docMk/>
            <pc:sldMk cId="1545831695" sldId="303"/>
            <ac:spMk id="13" creationId="{DD77C83D-A222-3DF8-ABB5-B81B16E10BD0}"/>
          </ac:spMkLst>
        </pc:spChg>
        <pc:spChg chg="add mod">
          <ac:chgData name="Hossain, Tanvir" userId="5379524b-2947-4ff6-93a6-0f4602028252" providerId="ADAL" clId="{6F9ADBE3-9A94-4720-8CF8-9A8134603AF5}" dt="2024-12-02T15:36:30.323" v="821" actId="1035"/>
          <ac:spMkLst>
            <pc:docMk/>
            <pc:sldMk cId="1545831695" sldId="303"/>
            <ac:spMk id="15" creationId="{A60FBF56-E72F-C8ED-7908-12C0B8505C0D}"/>
          </ac:spMkLst>
        </pc:spChg>
        <pc:spChg chg="del">
          <ac:chgData name="Hossain, Tanvir" userId="5379524b-2947-4ff6-93a6-0f4602028252" providerId="ADAL" clId="{6F9ADBE3-9A94-4720-8CF8-9A8134603AF5}" dt="2024-12-02T15:27:30.304" v="503" actId="478"/>
          <ac:spMkLst>
            <pc:docMk/>
            <pc:sldMk cId="1545831695" sldId="303"/>
            <ac:spMk id="16" creationId="{5118DB5F-EED3-6113-6375-1D14F9AE1421}"/>
          </ac:spMkLst>
        </pc:spChg>
        <pc:spChg chg="add mod">
          <ac:chgData name="Hossain, Tanvir" userId="5379524b-2947-4ff6-93a6-0f4602028252" providerId="ADAL" clId="{6F9ADBE3-9A94-4720-8CF8-9A8134603AF5}" dt="2024-12-02T15:36:36.608" v="829" actId="1036"/>
          <ac:spMkLst>
            <pc:docMk/>
            <pc:sldMk cId="1545831695" sldId="303"/>
            <ac:spMk id="17" creationId="{ED0E96F2-EEBC-A320-2F4C-C208D88BA5BA}"/>
          </ac:spMkLst>
        </pc:spChg>
        <pc:spChg chg="del">
          <ac:chgData name="Hossain, Tanvir" userId="5379524b-2947-4ff6-93a6-0f4602028252" providerId="ADAL" clId="{6F9ADBE3-9A94-4720-8CF8-9A8134603AF5}" dt="2024-12-02T15:27:30.304" v="503" actId="478"/>
          <ac:spMkLst>
            <pc:docMk/>
            <pc:sldMk cId="1545831695" sldId="303"/>
            <ac:spMk id="18" creationId="{2EEA3173-85C8-E97B-B7E5-5B7474FBCE2F}"/>
          </ac:spMkLst>
        </pc:spChg>
        <pc:spChg chg="add mod">
          <ac:chgData name="Hossain, Tanvir" userId="5379524b-2947-4ff6-93a6-0f4602028252" providerId="ADAL" clId="{6F9ADBE3-9A94-4720-8CF8-9A8134603AF5}" dt="2024-12-02T15:34:20.242" v="698" actId="1076"/>
          <ac:spMkLst>
            <pc:docMk/>
            <pc:sldMk cId="1545831695" sldId="303"/>
            <ac:spMk id="19" creationId="{799B82CB-22CD-77CB-D1A7-010F7E7E66D8}"/>
          </ac:spMkLst>
        </pc:spChg>
        <pc:spChg chg="del">
          <ac:chgData name="Hossain, Tanvir" userId="5379524b-2947-4ff6-93a6-0f4602028252" providerId="ADAL" clId="{6F9ADBE3-9A94-4720-8CF8-9A8134603AF5}" dt="2024-12-02T15:27:30.304" v="503" actId="478"/>
          <ac:spMkLst>
            <pc:docMk/>
            <pc:sldMk cId="1545831695" sldId="303"/>
            <ac:spMk id="20" creationId="{E345A40F-BEAC-CD98-B7DE-DC8540C669CF}"/>
          </ac:spMkLst>
        </pc:spChg>
        <pc:spChg chg="add mod">
          <ac:chgData name="Hossain, Tanvir" userId="5379524b-2947-4ff6-93a6-0f4602028252" providerId="ADAL" clId="{6F9ADBE3-9A94-4720-8CF8-9A8134603AF5}" dt="2024-12-02T15:36:30.323" v="821" actId="1035"/>
          <ac:spMkLst>
            <pc:docMk/>
            <pc:sldMk cId="1545831695" sldId="303"/>
            <ac:spMk id="21" creationId="{D3A1D1CA-4362-9DBF-31CF-1DCBA3A37A29}"/>
          </ac:spMkLst>
        </pc:spChg>
        <pc:spChg chg="add mod">
          <ac:chgData name="Hossain, Tanvir" userId="5379524b-2947-4ff6-93a6-0f4602028252" providerId="ADAL" clId="{6F9ADBE3-9A94-4720-8CF8-9A8134603AF5}" dt="2024-12-02T15:36:36.608" v="829" actId="1036"/>
          <ac:spMkLst>
            <pc:docMk/>
            <pc:sldMk cId="1545831695" sldId="303"/>
            <ac:spMk id="22" creationId="{498CB329-1FBB-562C-1957-6500B6571BB5}"/>
          </ac:spMkLst>
        </pc:spChg>
        <pc:spChg chg="add mod">
          <ac:chgData name="Hossain, Tanvir" userId="5379524b-2947-4ff6-93a6-0f4602028252" providerId="ADAL" clId="{6F9ADBE3-9A94-4720-8CF8-9A8134603AF5}" dt="2024-12-02T15:35:09.654" v="734" actId="20577"/>
          <ac:spMkLst>
            <pc:docMk/>
            <pc:sldMk cId="1545831695" sldId="303"/>
            <ac:spMk id="23" creationId="{96E56E1D-5232-C34A-8DB6-3A619BD92C1C}"/>
          </ac:spMkLst>
        </pc:spChg>
        <pc:spChg chg="add mod">
          <ac:chgData name="Hossain, Tanvir" userId="5379524b-2947-4ff6-93a6-0f4602028252" providerId="ADAL" clId="{6F9ADBE3-9A94-4720-8CF8-9A8134603AF5}" dt="2024-12-02T15:36:30.323" v="821" actId="1035"/>
          <ac:spMkLst>
            <pc:docMk/>
            <pc:sldMk cId="1545831695" sldId="303"/>
            <ac:spMk id="25" creationId="{0B24198F-9BFD-CC4C-B14C-741380F4DEB9}"/>
          </ac:spMkLst>
        </pc:spChg>
        <pc:spChg chg="add mod">
          <ac:chgData name="Hossain, Tanvir" userId="5379524b-2947-4ff6-93a6-0f4602028252" providerId="ADAL" clId="{6F9ADBE3-9A94-4720-8CF8-9A8134603AF5}" dt="2024-12-02T15:36:36.608" v="829" actId="1036"/>
          <ac:spMkLst>
            <pc:docMk/>
            <pc:sldMk cId="1545831695" sldId="303"/>
            <ac:spMk id="27" creationId="{504E8552-3B28-BAE0-DD58-C2855A7E41A4}"/>
          </ac:spMkLst>
        </pc:spChg>
        <pc:spChg chg="add mod">
          <ac:chgData name="Hossain, Tanvir" userId="5379524b-2947-4ff6-93a6-0f4602028252" providerId="ADAL" clId="{6F9ADBE3-9A94-4720-8CF8-9A8134603AF5}" dt="2024-12-02T15:35:50.128" v="744" actId="1076"/>
          <ac:spMkLst>
            <pc:docMk/>
            <pc:sldMk cId="1545831695" sldId="303"/>
            <ac:spMk id="28" creationId="{A13A6575-38CE-9963-B1E2-62BB8F0416D1}"/>
          </ac:spMkLst>
        </pc:spChg>
        <pc:spChg chg="add mod">
          <ac:chgData name="Hossain, Tanvir" userId="5379524b-2947-4ff6-93a6-0f4602028252" providerId="ADAL" clId="{6F9ADBE3-9A94-4720-8CF8-9A8134603AF5}" dt="2024-12-02T15:37:04.822" v="839" actId="1076"/>
          <ac:spMkLst>
            <pc:docMk/>
            <pc:sldMk cId="1545831695" sldId="303"/>
            <ac:spMk id="29" creationId="{C5151CA2-C72E-0FE3-F10A-C08506B18165}"/>
          </ac:spMkLst>
        </pc:spChg>
        <pc:spChg chg="add mod">
          <ac:chgData name="Hossain, Tanvir" userId="5379524b-2947-4ff6-93a6-0f4602028252" providerId="ADAL" clId="{6F9ADBE3-9A94-4720-8CF8-9A8134603AF5}" dt="2024-12-02T15:37:17.761" v="844" actId="20577"/>
          <ac:spMkLst>
            <pc:docMk/>
            <pc:sldMk cId="1545831695" sldId="303"/>
            <ac:spMk id="30" creationId="{DA423380-B151-06FC-6D59-C28C55EE67B5}"/>
          </ac:spMkLst>
        </pc:spChg>
        <pc:spChg chg="add mod">
          <ac:chgData name="Hossain, Tanvir" userId="5379524b-2947-4ff6-93a6-0f4602028252" providerId="ADAL" clId="{6F9ADBE3-9A94-4720-8CF8-9A8134603AF5}" dt="2024-12-02T15:37:33.806" v="847" actId="14100"/>
          <ac:spMkLst>
            <pc:docMk/>
            <pc:sldMk cId="1545831695" sldId="303"/>
            <ac:spMk id="31" creationId="{D95A6342-3B76-D406-C657-5560B520C9D1}"/>
          </ac:spMkLst>
        </pc:spChg>
        <pc:spChg chg="add mod">
          <ac:chgData name="Hossain, Tanvir" userId="5379524b-2947-4ff6-93a6-0f4602028252" providerId="ADAL" clId="{6F9ADBE3-9A94-4720-8CF8-9A8134603AF5}" dt="2024-12-02T15:39:34.167" v="886" actId="1076"/>
          <ac:spMkLst>
            <pc:docMk/>
            <pc:sldMk cId="1545831695" sldId="303"/>
            <ac:spMk id="32" creationId="{114F3631-4CE1-852F-9237-E291A8F7F09E}"/>
          </ac:spMkLst>
        </pc:spChg>
        <pc:spChg chg="add mod">
          <ac:chgData name="Hossain, Tanvir" userId="5379524b-2947-4ff6-93a6-0f4602028252" providerId="ADAL" clId="{6F9ADBE3-9A94-4720-8CF8-9A8134603AF5}" dt="2024-12-02T15:39:56.919" v="899" actId="1035"/>
          <ac:spMkLst>
            <pc:docMk/>
            <pc:sldMk cId="1545831695" sldId="303"/>
            <ac:spMk id="33" creationId="{60FBE193-A1DA-265D-1E71-3BE145C5370F}"/>
          </ac:spMkLst>
        </pc:spChg>
        <pc:spChg chg="add mod">
          <ac:chgData name="Hossain, Tanvir" userId="5379524b-2947-4ff6-93a6-0f4602028252" providerId="ADAL" clId="{6F9ADBE3-9A94-4720-8CF8-9A8134603AF5}" dt="2024-12-02T15:39:59.462" v="903" actId="1035"/>
          <ac:spMkLst>
            <pc:docMk/>
            <pc:sldMk cId="1545831695" sldId="303"/>
            <ac:spMk id="34" creationId="{2411BFC4-DE3C-EFED-1283-84464E4499A9}"/>
          </ac:spMkLst>
        </pc:spChg>
        <pc:spChg chg="add mod">
          <ac:chgData name="Hossain, Tanvir" userId="5379524b-2947-4ff6-93a6-0f4602028252" providerId="ADAL" clId="{6F9ADBE3-9A94-4720-8CF8-9A8134603AF5}" dt="2024-12-02T15:42:42.468" v="932" actId="20577"/>
          <ac:spMkLst>
            <pc:docMk/>
            <pc:sldMk cId="1545831695" sldId="303"/>
            <ac:spMk id="50" creationId="{CDA76D28-DB12-56D6-FFDA-0442DEF7EB0B}"/>
          </ac:spMkLst>
        </pc:spChg>
        <pc:graphicFrameChg chg="add mod modGraphic">
          <ac:chgData name="Hossain, Tanvir" userId="5379524b-2947-4ff6-93a6-0f4602028252" providerId="ADAL" clId="{6F9ADBE3-9A94-4720-8CF8-9A8134603AF5}" dt="2024-12-02T15:39:00.189" v="880" actId="207"/>
          <ac:graphicFrameMkLst>
            <pc:docMk/>
            <pc:sldMk cId="1545831695" sldId="303"/>
            <ac:graphicFrameMk id="2" creationId="{EC06C7B6-19FE-F217-F273-52439A653DBB}"/>
          </ac:graphicFrameMkLst>
        </pc:graphicFrameChg>
        <pc:graphicFrameChg chg="add mod modGraphic">
          <ac:chgData name="Hossain, Tanvir" userId="5379524b-2947-4ff6-93a6-0f4602028252" providerId="ADAL" clId="{6F9ADBE3-9A94-4720-8CF8-9A8134603AF5}" dt="2024-12-02T15:39:01.879" v="881" actId="207"/>
          <ac:graphicFrameMkLst>
            <pc:docMk/>
            <pc:sldMk cId="1545831695" sldId="303"/>
            <ac:graphicFrameMk id="5" creationId="{1E6FDE0E-CF3F-277F-1766-00FF1146A5BB}"/>
          </ac:graphicFrameMkLst>
        </pc:graphicFrameChg>
        <pc:graphicFrameChg chg="add mod modGraphic">
          <ac:chgData name="Hossain, Tanvir" userId="5379524b-2947-4ff6-93a6-0f4602028252" providerId="ADAL" clId="{6F9ADBE3-9A94-4720-8CF8-9A8134603AF5}" dt="2024-12-02T15:39:03.687" v="882" actId="207"/>
          <ac:graphicFrameMkLst>
            <pc:docMk/>
            <pc:sldMk cId="1545831695" sldId="303"/>
            <ac:graphicFrameMk id="6" creationId="{7E01A0B0-6155-A37E-D79F-CE9EC12DE330}"/>
          </ac:graphicFrameMkLst>
        </pc:graphicFrameChg>
        <pc:graphicFrameChg chg="del">
          <ac:chgData name="Hossain, Tanvir" userId="5379524b-2947-4ff6-93a6-0f4602028252" providerId="ADAL" clId="{6F9ADBE3-9A94-4720-8CF8-9A8134603AF5}" dt="2024-12-02T15:27:30.304" v="503" actId="478"/>
          <ac:graphicFrameMkLst>
            <pc:docMk/>
            <pc:sldMk cId="1545831695" sldId="303"/>
            <ac:graphicFrameMk id="14" creationId="{2E9403FD-D655-EC5B-CE98-3292AD75C37D}"/>
          </ac:graphicFrameMkLst>
        </pc:graphicFrameChg>
        <pc:picChg chg="del">
          <ac:chgData name="Hossain, Tanvir" userId="5379524b-2947-4ff6-93a6-0f4602028252" providerId="ADAL" clId="{6F9ADBE3-9A94-4720-8CF8-9A8134603AF5}" dt="2024-12-02T15:27:30.304" v="503" actId="478"/>
          <ac:picMkLst>
            <pc:docMk/>
            <pc:sldMk cId="1545831695" sldId="303"/>
            <ac:picMk id="12" creationId="{B7C043B8-9F76-2D01-FD84-D5D291C2E72E}"/>
          </ac:picMkLst>
        </pc:picChg>
        <pc:cxnChg chg="del">
          <ac:chgData name="Hossain, Tanvir" userId="5379524b-2947-4ff6-93a6-0f4602028252" providerId="ADAL" clId="{6F9ADBE3-9A94-4720-8CF8-9A8134603AF5}" dt="2024-12-02T15:27:30.304" v="503" actId="478"/>
          <ac:cxnSpMkLst>
            <pc:docMk/>
            <pc:sldMk cId="1545831695" sldId="303"/>
            <ac:cxnSpMk id="3" creationId="{748E14DA-F973-DF05-C81A-4E334FE37F34}"/>
          </ac:cxnSpMkLst>
        </pc:cxnChg>
        <pc:cxnChg chg="del">
          <ac:chgData name="Hossain, Tanvir" userId="5379524b-2947-4ff6-93a6-0f4602028252" providerId="ADAL" clId="{6F9ADBE3-9A94-4720-8CF8-9A8134603AF5}" dt="2024-12-02T15:27:30.304" v="503" actId="478"/>
          <ac:cxnSpMkLst>
            <pc:docMk/>
            <pc:sldMk cId="1545831695" sldId="303"/>
            <ac:cxnSpMk id="24" creationId="{42100F17-A2FE-6E36-8B27-A4F386C3231C}"/>
          </ac:cxnSpMkLst>
        </pc:cxnChg>
        <pc:cxnChg chg="del">
          <ac:chgData name="Hossain, Tanvir" userId="5379524b-2947-4ff6-93a6-0f4602028252" providerId="ADAL" clId="{6F9ADBE3-9A94-4720-8CF8-9A8134603AF5}" dt="2024-12-02T15:27:30.304" v="503" actId="478"/>
          <ac:cxnSpMkLst>
            <pc:docMk/>
            <pc:sldMk cId="1545831695" sldId="303"/>
            <ac:cxnSpMk id="26" creationId="{CD2F475C-84EB-B97F-7E23-EC5D1FC23F8A}"/>
          </ac:cxnSpMkLst>
        </pc:cxnChg>
        <pc:cxnChg chg="add mod">
          <ac:chgData name="Hossain, Tanvir" userId="5379524b-2947-4ff6-93a6-0f4602028252" providerId="ADAL" clId="{6F9ADBE3-9A94-4720-8CF8-9A8134603AF5}" dt="2024-12-02T15:42:12.229" v="922" actId="208"/>
          <ac:cxnSpMkLst>
            <pc:docMk/>
            <pc:sldMk cId="1545831695" sldId="303"/>
            <ac:cxnSpMk id="36" creationId="{88158F53-BE19-F33E-8E7A-B2DA010BA5A4}"/>
          </ac:cxnSpMkLst>
        </pc:cxnChg>
        <pc:cxnChg chg="add mod">
          <ac:chgData name="Hossain, Tanvir" userId="5379524b-2947-4ff6-93a6-0f4602028252" providerId="ADAL" clId="{6F9ADBE3-9A94-4720-8CF8-9A8134603AF5}" dt="2024-12-02T15:42:12.229" v="922" actId="208"/>
          <ac:cxnSpMkLst>
            <pc:docMk/>
            <pc:sldMk cId="1545831695" sldId="303"/>
            <ac:cxnSpMk id="38" creationId="{669AA636-5C0B-0782-E6DA-DB20DCCAC6AA}"/>
          </ac:cxnSpMkLst>
        </pc:cxnChg>
        <pc:cxnChg chg="add mod">
          <ac:chgData name="Hossain, Tanvir" userId="5379524b-2947-4ff6-93a6-0f4602028252" providerId="ADAL" clId="{6F9ADBE3-9A94-4720-8CF8-9A8134603AF5}" dt="2024-12-02T15:42:12.229" v="922" actId="208"/>
          <ac:cxnSpMkLst>
            <pc:docMk/>
            <pc:sldMk cId="1545831695" sldId="303"/>
            <ac:cxnSpMk id="40" creationId="{E921B26D-3C78-6BE6-3751-DF022F9CF2EE}"/>
          </ac:cxnSpMkLst>
        </pc:cxnChg>
        <pc:cxnChg chg="add mod">
          <ac:chgData name="Hossain, Tanvir" userId="5379524b-2947-4ff6-93a6-0f4602028252" providerId="ADAL" clId="{6F9ADBE3-9A94-4720-8CF8-9A8134603AF5}" dt="2024-12-02T15:41:55.396" v="921" actId="1582"/>
          <ac:cxnSpMkLst>
            <pc:docMk/>
            <pc:sldMk cId="1545831695" sldId="303"/>
            <ac:cxnSpMk id="42" creationId="{D040F7C6-F00A-A021-F8F3-861266D6A145}"/>
          </ac:cxnSpMkLst>
        </pc:cxnChg>
        <pc:cxnChg chg="add mod">
          <ac:chgData name="Hossain, Tanvir" userId="5379524b-2947-4ff6-93a6-0f4602028252" providerId="ADAL" clId="{6F9ADBE3-9A94-4720-8CF8-9A8134603AF5}" dt="2024-12-02T15:42:12.229" v="922" actId="208"/>
          <ac:cxnSpMkLst>
            <pc:docMk/>
            <pc:sldMk cId="1545831695" sldId="303"/>
            <ac:cxnSpMk id="44" creationId="{5FD8C134-C5EF-9E93-0E9D-857C921AAACE}"/>
          </ac:cxnSpMkLst>
        </pc:cxnChg>
        <pc:cxnChg chg="add mod">
          <ac:chgData name="Hossain, Tanvir" userId="5379524b-2947-4ff6-93a6-0f4602028252" providerId="ADAL" clId="{6F9ADBE3-9A94-4720-8CF8-9A8134603AF5}" dt="2024-12-02T15:42:12.229" v="922" actId="208"/>
          <ac:cxnSpMkLst>
            <pc:docMk/>
            <pc:sldMk cId="1545831695" sldId="303"/>
            <ac:cxnSpMk id="46" creationId="{11F54491-4E9B-EB20-5DAF-5CB9556B4796}"/>
          </ac:cxnSpMkLst>
        </pc:cxnChg>
        <pc:cxnChg chg="add mod">
          <ac:chgData name="Hossain, Tanvir" userId="5379524b-2947-4ff6-93a6-0f4602028252" providerId="ADAL" clId="{6F9ADBE3-9A94-4720-8CF8-9A8134603AF5}" dt="2024-12-02T15:42:20.629" v="923" actId="208"/>
          <ac:cxnSpMkLst>
            <pc:docMk/>
            <pc:sldMk cId="1545831695" sldId="303"/>
            <ac:cxnSpMk id="49" creationId="{FDB3BCF0-F2FB-8527-EDC2-B8D67F4743F7}"/>
          </ac:cxnSpMkLst>
        </pc:cxnChg>
      </pc:sldChg>
      <pc:sldChg chg="del">
        <pc:chgData name="Hossain, Tanvir" userId="5379524b-2947-4ff6-93a6-0f4602028252" providerId="ADAL" clId="{6F9ADBE3-9A94-4720-8CF8-9A8134603AF5}" dt="2024-12-02T14:43:07.728" v="21" actId="47"/>
        <pc:sldMkLst>
          <pc:docMk/>
          <pc:sldMk cId="3943910798" sldId="303"/>
        </pc:sldMkLst>
      </pc:sldChg>
      <pc:sldChg chg="addSp delSp modSp add mod">
        <pc:chgData name="Hossain, Tanvir" userId="5379524b-2947-4ff6-93a6-0f4602028252" providerId="ADAL" clId="{6F9ADBE3-9A94-4720-8CF8-9A8134603AF5}" dt="2024-12-03T13:09:23.943" v="3677" actId="313"/>
        <pc:sldMkLst>
          <pc:docMk/>
          <pc:sldMk cId="2040314980" sldId="304"/>
        </pc:sldMkLst>
        <pc:spChg chg="add del mod">
          <ac:chgData name="Hossain, Tanvir" userId="5379524b-2947-4ff6-93a6-0f4602028252" providerId="ADAL" clId="{6F9ADBE3-9A94-4720-8CF8-9A8134603AF5}" dt="2024-12-03T13:08:26.863" v="3637"/>
          <ac:spMkLst>
            <pc:docMk/>
            <pc:sldMk cId="2040314980" sldId="304"/>
            <ac:spMk id="3" creationId="{1A64ADE5-3C0F-F325-A5DB-9DEEEC53765E}"/>
          </ac:spMkLst>
        </pc:spChg>
        <pc:spChg chg="mod">
          <ac:chgData name="Hossain, Tanvir" userId="5379524b-2947-4ff6-93a6-0f4602028252" providerId="ADAL" clId="{6F9ADBE3-9A94-4720-8CF8-9A8134603AF5}" dt="2024-12-03T13:08:15.666" v="3632" actId="20577"/>
          <ac:spMkLst>
            <pc:docMk/>
            <pc:sldMk cId="2040314980" sldId="304"/>
            <ac:spMk id="4" creationId="{BC26FEAD-B827-1705-1991-8225D39EE64C}"/>
          </ac:spMkLst>
        </pc:spChg>
        <pc:spChg chg="del">
          <ac:chgData name="Hossain, Tanvir" userId="5379524b-2947-4ff6-93a6-0f4602028252" providerId="ADAL" clId="{6F9ADBE3-9A94-4720-8CF8-9A8134603AF5}" dt="2024-12-02T16:01:08.201" v="934" actId="478"/>
          <ac:spMkLst>
            <pc:docMk/>
            <pc:sldMk cId="2040314980" sldId="304"/>
            <ac:spMk id="7" creationId="{D049E2BD-7D66-4C5A-14BB-F3294B5202AC}"/>
          </ac:spMkLst>
        </pc:spChg>
        <pc:spChg chg="del">
          <ac:chgData name="Hossain, Tanvir" userId="5379524b-2947-4ff6-93a6-0f4602028252" providerId="ADAL" clId="{6F9ADBE3-9A94-4720-8CF8-9A8134603AF5}" dt="2024-12-02T16:01:08.201" v="934" actId="478"/>
          <ac:spMkLst>
            <pc:docMk/>
            <pc:sldMk cId="2040314980" sldId="304"/>
            <ac:spMk id="8" creationId="{92D2E5E9-08BB-0344-11B8-61DBF92A3B05}"/>
          </ac:spMkLst>
        </pc:spChg>
        <pc:spChg chg="add mod">
          <ac:chgData name="Hossain, Tanvir" userId="5379524b-2947-4ff6-93a6-0f4602028252" providerId="ADAL" clId="{6F9ADBE3-9A94-4720-8CF8-9A8134603AF5}" dt="2024-12-03T13:09:15.053" v="3668" actId="1076"/>
          <ac:spMkLst>
            <pc:docMk/>
            <pc:sldMk cId="2040314980" sldId="304"/>
            <ac:spMk id="10" creationId="{DD3A4447-A96D-88C9-74D6-70ACA845E5F0}"/>
          </ac:spMkLst>
        </pc:spChg>
        <pc:spChg chg="del">
          <ac:chgData name="Hossain, Tanvir" userId="5379524b-2947-4ff6-93a6-0f4602028252" providerId="ADAL" clId="{6F9ADBE3-9A94-4720-8CF8-9A8134603AF5}" dt="2024-12-02T16:01:08.201" v="934" actId="478"/>
          <ac:spMkLst>
            <pc:docMk/>
            <pc:sldMk cId="2040314980" sldId="304"/>
            <ac:spMk id="11" creationId="{71D9DF79-C44B-3818-1D25-1DE2D71DAF8B}"/>
          </ac:spMkLst>
        </pc:spChg>
        <pc:spChg chg="add mod">
          <ac:chgData name="Hossain, Tanvir" userId="5379524b-2947-4ff6-93a6-0f4602028252" providerId="ADAL" clId="{6F9ADBE3-9A94-4720-8CF8-9A8134603AF5}" dt="2024-12-03T13:09:23.943" v="3677" actId="313"/>
          <ac:spMkLst>
            <pc:docMk/>
            <pc:sldMk cId="2040314980" sldId="304"/>
            <ac:spMk id="12" creationId="{29B38AD8-AE41-F535-DA93-FB7928C1AD9C}"/>
          </ac:spMkLst>
        </pc:spChg>
        <pc:spChg chg="del">
          <ac:chgData name="Hossain, Tanvir" userId="5379524b-2947-4ff6-93a6-0f4602028252" providerId="ADAL" clId="{6F9ADBE3-9A94-4720-8CF8-9A8134603AF5}" dt="2024-12-02T16:01:08.201" v="934" actId="478"/>
          <ac:spMkLst>
            <pc:docMk/>
            <pc:sldMk cId="2040314980" sldId="304"/>
            <ac:spMk id="13" creationId="{7F2F788B-7760-5D98-7AE0-7BD5F452CC71}"/>
          </ac:spMkLst>
        </pc:spChg>
        <pc:spChg chg="del">
          <ac:chgData name="Hossain, Tanvir" userId="5379524b-2947-4ff6-93a6-0f4602028252" providerId="ADAL" clId="{6F9ADBE3-9A94-4720-8CF8-9A8134603AF5}" dt="2024-12-02T16:01:08.201" v="934" actId="478"/>
          <ac:spMkLst>
            <pc:docMk/>
            <pc:sldMk cId="2040314980" sldId="304"/>
            <ac:spMk id="15" creationId="{84144FCB-F070-7B6D-8258-3D28D8BBED1C}"/>
          </ac:spMkLst>
        </pc:spChg>
        <pc:spChg chg="del">
          <ac:chgData name="Hossain, Tanvir" userId="5379524b-2947-4ff6-93a6-0f4602028252" providerId="ADAL" clId="{6F9ADBE3-9A94-4720-8CF8-9A8134603AF5}" dt="2024-12-02T16:01:08.201" v="934" actId="478"/>
          <ac:spMkLst>
            <pc:docMk/>
            <pc:sldMk cId="2040314980" sldId="304"/>
            <ac:spMk id="17" creationId="{5CF40A8F-60C3-906D-E8E3-79BFD6A4BA52}"/>
          </ac:spMkLst>
        </pc:spChg>
        <pc:spChg chg="del">
          <ac:chgData name="Hossain, Tanvir" userId="5379524b-2947-4ff6-93a6-0f4602028252" providerId="ADAL" clId="{6F9ADBE3-9A94-4720-8CF8-9A8134603AF5}" dt="2024-12-02T16:01:08.201" v="934" actId="478"/>
          <ac:spMkLst>
            <pc:docMk/>
            <pc:sldMk cId="2040314980" sldId="304"/>
            <ac:spMk id="19" creationId="{5D323B5A-B83F-8CE9-1A24-272F84688938}"/>
          </ac:spMkLst>
        </pc:spChg>
        <pc:spChg chg="del">
          <ac:chgData name="Hossain, Tanvir" userId="5379524b-2947-4ff6-93a6-0f4602028252" providerId="ADAL" clId="{6F9ADBE3-9A94-4720-8CF8-9A8134603AF5}" dt="2024-12-02T16:01:08.201" v="934" actId="478"/>
          <ac:spMkLst>
            <pc:docMk/>
            <pc:sldMk cId="2040314980" sldId="304"/>
            <ac:spMk id="21" creationId="{C359CBD5-A819-155B-9597-4251617CBD4A}"/>
          </ac:spMkLst>
        </pc:spChg>
        <pc:spChg chg="del">
          <ac:chgData name="Hossain, Tanvir" userId="5379524b-2947-4ff6-93a6-0f4602028252" providerId="ADAL" clId="{6F9ADBE3-9A94-4720-8CF8-9A8134603AF5}" dt="2024-12-02T16:01:08.201" v="934" actId="478"/>
          <ac:spMkLst>
            <pc:docMk/>
            <pc:sldMk cId="2040314980" sldId="304"/>
            <ac:spMk id="22" creationId="{9B6AE67F-3A34-C7D4-A5F1-ABFEEC922632}"/>
          </ac:spMkLst>
        </pc:spChg>
        <pc:spChg chg="del">
          <ac:chgData name="Hossain, Tanvir" userId="5379524b-2947-4ff6-93a6-0f4602028252" providerId="ADAL" clId="{6F9ADBE3-9A94-4720-8CF8-9A8134603AF5}" dt="2024-12-02T16:01:08.201" v="934" actId="478"/>
          <ac:spMkLst>
            <pc:docMk/>
            <pc:sldMk cId="2040314980" sldId="304"/>
            <ac:spMk id="23" creationId="{EC815A96-84CF-7715-E9BC-B21E6E2EFA87}"/>
          </ac:spMkLst>
        </pc:spChg>
        <pc:spChg chg="del">
          <ac:chgData name="Hossain, Tanvir" userId="5379524b-2947-4ff6-93a6-0f4602028252" providerId="ADAL" clId="{6F9ADBE3-9A94-4720-8CF8-9A8134603AF5}" dt="2024-12-02T16:01:08.201" v="934" actId="478"/>
          <ac:spMkLst>
            <pc:docMk/>
            <pc:sldMk cId="2040314980" sldId="304"/>
            <ac:spMk id="25" creationId="{25346270-8617-FF69-FA77-B90F78574AFC}"/>
          </ac:spMkLst>
        </pc:spChg>
        <pc:spChg chg="del">
          <ac:chgData name="Hossain, Tanvir" userId="5379524b-2947-4ff6-93a6-0f4602028252" providerId="ADAL" clId="{6F9ADBE3-9A94-4720-8CF8-9A8134603AF5}" dt="2024-12-02T16:01:08.201" v="934" actId="478"/>
          <ac:spMkLst>
            <pc:docMk/>
            <pc:sldMk cId="2040314980" sldId="304"/>
            <ac:spMk id="27" creationId="{6AD7F8ED-DDA6-6966-3716-6278FF2B71F8}"/>
          </ac:spMkLst>
        </pc:spChg>
        <pc:spChg chg="del">
          <ac:chgData name="Hossain, Tanvir" userId="5379524b-2947-4ff6-93a6-0f4602028252" providerId="ADAL" clId="{6F9ADBE3-9A94-4720-8CF8-9A8134603AF5}" dt="2024-12-02T16:01:08.201" v="934" actId="478"/>
          <ac:spMkLst>
            <pc:docMk/>
            <pc:sldMk cId="2040314980" sldId="304"/>
            <ac:spMk id="28" creationId="{84EA5C0C-A36F-FC29-77F2-DFC4D8C01EE4}"/>
          </ac:spMkLst>
        </pc:spChg>
        <pc:spChg chg="del">
          <ac:chgData name="Hossain, Tanvir" userId="5379524b-2947-4ff6-93a6-0f4602028252" providerId="ADAL" clId="{6F9ADBE3-9A94-4720-8CF8-9A8134603AF5}" dt="2024-12-02T16:01:08.201" v="934" actId="478"/>
          <ac:spMkLst>
            <pc:docMk/>
            <pc:sldMk cId="2040314980" sldId="304"/>
            <ac:spMk id="29" creationId="{BEEDFFEA-5D13-91D3-D213-6CB16E2049CF}"/>
          </ac:spMkLst>
        </pc:spChg>
        <pc:spChg chg="del">
          <ac:chgData name="Hossain, Tanvir" userId="5379524b-2947-4ff6-93a6-0f4602028252" providerId="ADAL" clId="{6F9ADBE3-9A94-4720-8CF8-9A8134603AF5}" dt="2024-12-02T16:01:08.201" v="934" actId="478"/>
          <ac:spMkLst>
            <pc:docMk/>
            <pc:sldMk cId="2040314980" sldId="304"/>
            <ac:spMk id="30" creationId="{964A9C2F-5784-133D-1963-99D48378A1D8}"/>
          </ac:spMkLst>
        </pc:spChg>
        <pc:spChg chg="del">
          <ac:chgData name="Hossain, Tanvir" userId="5379524b-2947-4ff6-93a6-0f4602028252" providerId="ADAL" clId="{6F9ADBE3-9A94-4720-8CF8-9A8134603AF5}" dt="2024-12-02T16:01:08.201" v="934" actId="478"/>
          <ac:spMkLst>
            <pc:docMk/>
            <pc:sldMk cId="2040314980" sldId="304"/>
            <ac:spMk id="31" creationId="{D50C7A50-A2A6-9EE1-789D-2D086701FF5C}"/>
          </ac:spMkLst>
        </pc:spChg>
        <pc:spChg chg="del">
          <ac:chgData name="Hossain, Tanvir" userId="5379524b-2947-4ff6-93a6-0f4602028252" providerId="ADAL" clId="{6F9ADBE3-9A94-4720-8CF8-9A8134603AF5}" dt="2024-12-02T16:01:08.201" v="934" actId="478"/>
          <ac:spMkLst>
            <pc:docMk/>
            <pc:sldMk cId="2040314980" sldId="304"/>
            <ac:spMk id="32" creationId="{1E412785-6D5E-0EBA-A42D-1C2AD7ABAC3A}"/>
          </ac:spMkLst>
        </pc:spChg>
        <pc:spChg chg="del">
          <ac:chgData name="Hossain, Tanvir" userId="5379524b-2947-4ff6-93a6-0f4602028252" providerId="ADAL" clId="{6F9ADBE3-9A94-4720-8CF8-9A8134603AF5}" dt="2024-12-02T16:01:08.201" v="934" actId="478"/>
          <ac:spMkLst>
            <pc:docMk/>
            <pc:sldMk cId="2040314980" sldId="304"/>
            <ac:spMk id="33" creationId="{D077CC28-E99A-9FD5-8D11-68E8BE3BC793}"/>
          </ac:spMkLst>
        </pc:spChg>
        <pc:spChg chg="del">
          <ac:chgData name="Hossain, Tanvir" userId="5379524b-2947-4ff6-93a6-0f4602028252" providerId="ADAL" clId="{6F9ADBE3-9A94-4720-8CF8-9A8134603AF5}" dt="2024-12-02T16:01:08.201" v="934" actId="478"/>
          <ac:spMkLst>
            <pc:docMk/>
            <pc:sldMk cId="2040314980" sldId="304"/>
            <ac:spMk id="34" creationId="{AD7D7A60-0F05-68F5-1763-FD716CBDA687}"/>
          </ac:spMkLst>
        </pc:spChg>
        <pc:spChg chg="del">
          <ac:chgData name="Hossain, Tanvir" userId="5379524b-2947-4ff6-93a6-0f4602028252" providerId="ADAL" clId="{6F9ADBE3-9A94-4720-8CF8-9A8134603AF5}" dt="2024-12-02T16:01:08.201" v="934" actId="478"/>
          <ac:spMkLst>
            <pc:docMk/>
            <pc:sldMk cId="2040314980" sldId="304"/>
            <ac:spMk id="50" creationId="{C1EFAA2B-6A84-E9D2-CB0E-366622A52438}"/>
          </ac:spMkLst>
        </pc:spChg>
        <pc:graphicFrameChg chg="del">
          <ac:chgData name="Hossain, Tanvir" userId="5379524b-2947-4ff6-93a6-0f4602028252" providerId="ADAL" clId="{6F9ADBE3-9A94-4720-8CF8-9A8134603AF5}" dt="2024-12-02T16:01:08.201" v="934" actId="478"/>
          <ac:graphicFrameMkLst>
            <pc:docMk/>
            <pc:sldMk cId="2040314980" sldId="304"/>
            <ac:graphicFrameMk id="2" creationId="{021C5C1E-41D9-B02B-DEDD-BDF778440E56}"/>
          </ac:graphicFrameMkLst>
        </pc:graphicFrameChg>
        <pc:graphicFrameChg chg="del">
          <ac:chgData name="Hossain, Tanvir" userId="5379524b-2947-4ff6-93a6-0f4602028252" providerId="ADAL" clId="{6F9ADBE3-9A94-4720-8CF8-9A8134603AF5}" dt="2024-12-02T16:01:08.201" v="934" actId="478"/>
          <ac:graphicFrameMkLst>
            <pc:docMk/>
            <pc:sldMk cId="2040314980" sldId="304"/>
            <ac:graphicFrameMk id="5" creationId="{74B4271F-ADB4-4192-CE93-4C6B5EBC6560}"/>
          </ac:graphicFrameMkLst>
        </pc:graphicFrameChg>
        <pc:graphicFrameChg chg="del">
          <ac:chgData name="Hossain, Tanvir" userId="5379524b-2947-4ff6-93a6-0f4602028252" providerId="ADAL" clId="{6F9ADBE3-9A94-4720-8CF8-9A8134603AF5}" dt="2024-12-02T16:01:08.201" v="934" actId="478"/>
          <ac:graphicFrameMkLst>
            <pc:docMk/>
            <pc:sldMk cId="2040314980" sldId="304"/>
            <ac:graphicFrameMk id="6" creationId="{8307A1FF-E115-8CA1-C37B-87ABE3970C31}"/>
          </ac:graphicFrameMkLst>
        </pc:graphicFrameChg>
        <pc:picChg chg="add">
          <ac:chgData name="Hossain, Tanvir" userId="5379524b-2947-4ff6-93a6-0f4602028252" providerId="ADAL" clId="{6F9ADBE3-9A94-4720-8CF8-9A8134603AF5}" dt="2024-12-03T13:08:49.028" v="3638"/>
          <ac:picMkLst>
            <pc:docMk/>
            <pc:sldMk cId="2040314980" sldId="304"/>
            <ac:picMk id="9" creationId="{CC3F109C-8518-A8FA-7F51-97FF33154244}"/>
          </ac:picMkLst>
        </pc:picChg>
        <pc:cxnChg chg="del">
          <ac:chgData name="Hossain, Tanvir" userId="5379524b-2947-4ff6-93a6-0f4602028252" providerId="ADAL" clId="{6F9ADBE3-9A94-4720-8CF8-9A8134603AF5}" dt="2024-12-02T16:01:08.201" v="934" actId="478"/>
          <ac:cxnSpMkLst>
            <pc:docMk/>
            <pc:sldMk cId="2040314980" sldId="304"/>
            <ac:cxnSpMk id="36" creationId="{AB34E886-0D96-2167-D175-79BD381B0E00}"/>
          </ac:cxnSpMkLst>
        </pc:cxnChg>
        <pc:cxnChg chg="del">
          <ac:chgData name="Hossain, Tanvir" userId="5379524b-2947-4ff6-93a6-0f4602028252" providerId="ADAL" clId="{6F9ADBE3-9A94-4720-8CF8-9A8134603AF5}" dt="2024-12-02T16:01:08.201" v="934" actId="478"/>
          <ac:cxnSpMkLst>
            <pc:docMk/>
            <pc:sldMk cId="2040314980" sldId="304"/>
            <ac:cxnSpMk id="38" creationId="{18F0F721-2908-4151-C3F3-ABCD36F75C18}"/>
          </ac:cxnSpMkLst>
        </pc:cxnChg>
        <pc:cxnChg chg="del mod">
          <ac:chgData name="Hossain, Tanvir" userId="5379524b-2947-4ff6-93a6-0f4602028252" providerId="ADAL" clId="{6F9ADBE3-9A94-4720-8CF8-9A8134603AF5}" dt="2024-12-02T16:01:08.201" v="934" actId="478"/>
          <ac:cxnSpMkLst>
            <pc:docMk/>
            <pc:sldMk cId="2040314980" sldId="304"/>
            <ac:cxnSpMk id="40" creationId="{706F29CB-94FD-7747-76DE-9E7E744A263D}"/>
          </ac:cxnSpMkLst>
        </pc:cxnChg>
        <pc:cxnChg chg="del">
          <ac:chgData name="Hossain, Tanvir" userId="5379524b-2947-4ff6-93a6-0f4602028252" providerId="ADAL" clId="{6F9ADBE3-9A94-4720-8CF8-9A8134603AF5}" dt="2024-12-02T16:01:08.201" v="934" actId="478"/>
          <ac:cxnSpMkLst>
            <pc:docMk/>
            <pc:sldMk cId="2040314980" sldId="304"/>
            <ac:cxnSpMk id="42" creationId="{123856A2-1C81-C5A0-20BC-20851C27FEFF}"/>
          </ac:cxnSpMkLst>
        </pc:cxnChg>
        <pc:cxnChg chg="del">
          <ac:chgData name="Hossain, Tanvir" userId="5379524b-2947-4ff6-93a6-0f4602028252" providerId="ADAL" clId="{6F9ADBE3-9A94-4720-8CF8-9A8134603AF5}" dt="2024-12-02T16:01:08.201" v="934" actId="478"/>
          <ac:cxnSpMkLst>
            <pc:docMk/>
            <pc:sldMk cId="2040314980" sldId="304"/>
            <ac:cxnSpMk id="44" creationId="{3C5FD563-45D5-71CD-9202-F921233911FB}"/>
          </ac:cxnSpMkLst>
        </pc:cxnChg>
        <pc:cxnChg chg="del mod">
          <ac:chgData name="Hossain, Tanvir" userId="5379524b-2947-4ff6-93a6-0f4602028252" providerId="ADAL" clId="{6F9ADBE3-9A94-4720-8CF8-9A8134603AF5}" dt="2024-12-02T16:01:08.201" v="934" actId="478"/>
          <ac:cxnSpMkLst>
            <pc:docMk/>
            <pc:sldMk cId="2040314980" sldId="304"/>
            <ac:cxnSpMk id="46" creationId="{623C8CF7-EEF6-6307-3CDB-EF7F099A4209}"/>
          </ac:cxnSpMkLst>
        </pc:cxnChg>
        <pc:cxnChg chg="del">
          <ac:chgData name="Hossain, Tanvir" userId="5379524b-2947-4ff6-93a6-0f4602028252" providerId="ADAL" clId="{6F9ADBE3-9A94-4720-8CF8-9A8134603AF5}" dt="2024-12-02T16:01:08.201" v="934" actId="478"/>
          <ac:cxnSpMkLst>
            <pc:docMk/>
            <pc:sldMk cId="2040314980" sldId="304"/>
            <ac:cxnSpMk id="49" creationId="{5E796FDF-CD34-6A31-6C4A-0984665FFDC9}"/>
          </ac:cxnSpMkLst>
        </pc:cxnChg>
      </pc:sldChg>
      <pc:sldChg chg="del">
        <pc:chgData name="Hossain, Tanvir" userId="5379524b-2947-4ff6-93a6-0f4602028252" providerId="ADAL" clId="{6F9ADBE3-9A94-4720-8CF8-9A8134603AF5}" dt="2024-12-02T14:43:07.728" v="21" actId="47"/>
        <pc:sldMkLst>
          <pc:docMk/>
          <pc:sldMk cId="3986137191" sldId="304"/>
        </pc:sldMkLst>
      </pc:sldChg>
      <pc:sldChg chg="addSp delSp modSp add mod ord delAnim">
        <pc:chgData name="Hossain, Tanvir" userId="5379524b-2947-4ff6-93a6-0f4602028252" providerId="ADAL" clId="{6F9ADBE3-9A94-4720-8CF8-9A8134603AF5}" dt="2024-12-03T11:29:49.075" v="2570" actId="20577"/>
        <pc:sldMkLst>
          <pc:docMk/>
          <pc:sldMk cId="1151232805" sldId="305"/>
        </pc:sldMkLst>
        <pc:spChg chg="add del mod">
          <ac:chgData name="Hossain, Tanvir" userId="5379524b-2947-4ff6-93a6-0f4602028252" providerId="ADAL" clId="{6F9ADBE3-9A94-4720-8CF8-9A8134603AF5}" dt="2024-12-02T17:22:54.364" v="1036" actId="478"/>
          <ac:spMkLst>
            <pc:docMk/>
            <pc:sldMk cId="1151232805" sldId="305"/>
            <ac:spMk id="2" creationId="{E8BFCE23-478C-D250-CF5A-C2EFF00DAFE5}"/>
          </ac:spMkLst>
        </pc:spChg>
        <pc:spChg chg="mod">
          <ac:chgData name="Hossain, Tanvir" userId="5379524b-2947-4ff6-93a6-0f4602028252" providerId="ADAL" clId="{6F9ADBE3-9A94-4720-8CF8-9A8134603AF5}" dt="2024-12-03T11:29:49.075" v="2570" actId="20577"/>
          <ac:spMkLst>
            <pc:docMk/>
            <pc:sldMk cId="1151232805" sldId="305"/>
            <ac:spMk id="4" creationId="{72D1060C-F9D4-3BBC-7F3F-2ED18B5B85B3}"/>
          </ac:spMkLst>
        </pc:spChg>
        <pc:spChg chg="add mod">
          <ac:chgData name="Hossain, Tanvir" userId="5379524b-2947-4ff6-93a6-0f4602028252" providerId="ADAL" clId="{6F9ADBE3-9A94-4720-8CF8-9A8134603AF5}" dt="2024-12-02T18:42:31.445" v="1124" actId="1076"/>
          <ac:spMkLst>
            <pc:docMk/>
            <pc:sldMk cId="1151232805" sldId="305"/>
            <ac:spMk id="5" creationId="{06DE18CC-BA9A-06E6-AAA6-405744CFE61B}"/>
          </ac:spMkLst>
        </pc:spChg>
        <pc:spChg chg="add">
          <ac:chgData name="Hossain, Tanvir" userId="5379524b-2947-4ff6-93a6-0f4602028252" providerId="ADAL" clId="{6F9ADBE3-9A94-4720-8CF8-9A8134603AF5}" dt="2024-12-02T18:42:05.450" v="1118"/>
          <ac:spMkLst>
            <pc:docMk/>
            <pc:sldMk cId="1151232805" sldId="305"/>
            <ac:spMk id="6" creationId="{CDA30ECE-04B8-8EB6-EEA8-7AE2D6D07F1C}"/>
          </ac:spMkLst>
        </pc:spChg>
        <pc:spChg chg="add mod">
          <ac:chgData name="Hossain, Tanvir" userId="5379524b-2947-4ff6-93a6-0f4602028252" providerId="ADAL" clId="{6F9ADBE3-9A94-4720-8CF8-9A8134603AF5}" dt="2024-12-02T18:43:57.930" v="1148" actId="1076"/>
          <ac:spMkLst>
            <pc:docMk/>
            <pc:sldMk cId="1151232805" sldId="305"/>
            <ac:spMk id="7" creationId="{BD11A6CC-AE6E-6987-B3A6-FA2221F853E8}"/>
          </ac:spMkLst>
        </pc:spChg>
        <pc:spChg chg="del">
          <ac:chgData name="Hossain, Tanvir" userId="5379524b-2947-4ff6-93a6-0f4602028252" providerId="ADAL" clId="{6F9ADBE3-9A94-4720-8CF8-9A8134603AF5}" dt="2024-12-02T17:21:30.319" v="962" actId="478"/>
          <ac:spMkLst>
            <pc:docMk/>
            <pc:sldMk cId="1151232805" sldId="305"/>
            <ac:spMk id="16" creationId="{9941D577-C236-1B49-4506-776041DA40EC}"/>
          </ac:spMkLst>
        </pc:spChg>
        <pc:spChg chg="del">
          <ac:chgData name="Hossain, Tanvir" userId="5379524b-2947-4ff6-93a6-0f4602028252" providerId="ADAL" clId="{6F9ADBE3-9A94-4720-8CF8-9A8134603AF5}" dt="2024-12-02T17:21:30.319" v="962" actId="478"/>
          <ac:spMkLst>
            <pc:docMk/>
            <pc:sldMk cId="1151232805" sldId="305"/>
            <ac:spMk id="18" creationId="{D378E4BC-18A9-2284-A3B2-CDB32B1B980E}"/>
          </ac:spMkLst>
        </pc:spChg>
        <pc:spChg chg="del">
          <ac:chgData name="Hossain, Tanvir" userId="5379524b-2947-4ff6-93a6-0f4602028252" providerId="ADAL" clId="{6F9ADBE3-9A94-4720-8CF8-9A8134603AF5}" dt="2024-12-02T17:21:30.319" v="962" actId="478"/>
          <ac:spMkLst>
            <pc:docMk/>
            <pc:sldMk cId="1151232805" sldId="305"/>
            <ac:spMk id="20" creationId="{7F25702B-A0E0-C717-6040-45CFBEE15FA3}"/>
          </ac:spMkLst>
        </pc:spChg>
        <pc:graphicFrameChg chg="del">
          <ac:chgData name="Hossain, Tanvir" userId="5379524b-2947-4ff6-93a6-0f4602028252" providerId="ADAL" clId="{6F9ADBE3-9A94-4720-8CF8-9A8134603AF5}" dt="2024-12-02T17:21:30.319" v="962" actId="478"/>
          <ac:graphicFrameMkLst>
            <pc:docMk/>
            <pc:sldMk cId="1151232805" sldId="305"/>
            <ac:graphicFrameMk id="14" creationId="{ED054B03-3CB6-9BC4-D015-011E6FE9A475}"/>
          </ac:graphicFrameMkLst>
        </pc:graphicFrameChg>
        <pc:picChg chg="del">
          <ac:chgData name="Hossain, Tanvir" userId="5379524b-2947-4ff6-93a6-0f4602028252" providerId="ADAL" clId="{6F9ADBE3-9A94-4720-8CF8-9A8134603AF5}" dt="2024-12-02T17:21:30.319" v="962" actId="478"/>
          <ac:picMkLst>
            <pc:docMk/>
            <pc:sldMk cId="1151232805" sldId="305"/>
            <ac:picMk id="12" creationId="{0AC84D6C-CE98-8D94-3A81-BBD157EB4903}"/>
          </ac:picMkLst>
        </pc:picChg>
        <pc:cxnChg chg="del">
          <ac:chgData name="Hossain, Tanvir" userId="5379524b-2947-4ff6-93a6-0f4602028252" providerId="ADAL" clId="{6F9ADBE3-9A94-4720-8CF8-9A8134603AF5}" dt="2024-12-02T17:21:30.319" v="962" actId="478"/>
          <ac:cxnSpMkLst>
            <pc:docMk/>
            <pc:sldMk cId="1151232805" sldId="305"/>
            <ac:cxnSpMk id="3" creationId="{27EA30CD-769F-E612-34D9-152D77CE5133}"/>
          </ac:cxnSpMkLst>
        </pc:cxnChg>
        <pc:cxnChg chg="del">
          <ac:chgData name="Hossain, Tanvir" userId="5379524b-2947-4ff6-93a6-0f4602028252" providerId="ADAL" clId="{6F9ADBE3-9A94-4720-8CF8-9A8134603AF5}" dt="2024-12-02T17:21:30.319" v="962" actId="478"/>
          <ac:cxnSpMkLst>
            <pc:docMk/>
            <pc:sldMk cId="1151232805" sldId="305"/>
            <ac:cxnSpMk id="24" creationId="{2C15AC66-9DA9-B470-06D0-15D9B007B72D}"/>
          </ac:cxnSpMkLst>
        </pc:cxnChg>
        <pc:cxnChg chg="del">
          <ac:chgData name="Hossain, Tanvir" userId="5379524b-2947-4ff6-93a6-0f4602028252" providerId="ADAL" clId="{6F9ADBE3-9A94-4720-8CF8-9A8134603AF5}" dt="2024-12-02T17:21:30.319" v="962" actId="478"/>
          <ac:cxnSpMkLst>
            <pc:docMk/>
            <pc:sldMk cId="1151232805" sldId="305"/>
            <ac:cxnSpMk id="26" creationId="{C6BD009D-E14B-D61A-E844-7FB6FB06B5CD}"/>
          </ac:cxnSpMkLst>
        </pc:cxnChg>
      </pc:sldChg>
      <pc:sldChg chg="del">
        <pc:chgData name="Hossain, Tanvir" userId="5379524b-2947-4ff6-93a6-0f4602028252" providerId="ADAL" clId="{6F9ADBE3-9A94-4720-8CF8-9A8134603AF5}" dt="2024-12-02T14:43:07.728" v="21" actId="47"/>
        <pc:sldMkLst>
          <pc:docMk/>
          <pc:sldMk cId="1764565755" sldId="305"/>
        </pc:sldMkLst>
      </pc:sldChg>
      <pc:sldChg chg="del">
        <pc:chgData name="Hossain, Tanvir" userId="5379524b-2947-4ff6-93a6-0f4602028252" providerId="ADAL" clId="{6F9ADBE3-9A94-4720-8CF8-9A8134603AF5}" dt="2024-12-02T14:43:07.728" v="21" actId="47"/>
        <pc:sldMkLst>
          <pc:docMk/>
          <pc:sldMk cId="449240283" sldId="306"/>
        </pc:sldMkLst>
      </pc:sldChg>
      <pc:sldChg chg="addSp modSp add mod ord">
        <pc:chgData name="Hossain, Tanvir" userId="5379524b-2947-4ff6-93a6-0f4602028252" providerId="ADAL" clId="{6F9ADBE3-9A94-4720-8CF8-9A8134603AF5}" dt="2024-12-03T11:39:47.682" v="2690"/>
        <pc:sldMkLst>
          <pc:docMk/>
          <pc:sldMk cId="2530776127" sldId="306"/>
        </pc:sldMkLst>
        <pc:spChg chg="mod">
          <ac:chgData name="Hossain, Tanvir" userId="5379524b-2947-4ff6-93a6-0f4602028252" providerId="ADAL" clId="{6F9ADBE3-9A94-4720-8CF8-9A8134603AF5}" dt="2024-12-03T04:28:29.388" v="1433" actId="113"/>
          <ac:spMkLst>
            <pc:docMk/>
            <pc:sldMk cId="2530776127" sldId="306"/>
            <ac:spMk id="5" creationId="{7A8FB681-781D-AFEE-DE45-FA47BE58248F}"/>
          </ac:spMkLst>
        </pc:spChg>
        <pc:spChg chg="add mod">
          <ac:chgData name="Hossain, Tanvir" userId="5379524b-2947-4ff6-93a6-0f4602028252" providerId="ADAL" clId="{6F9ADBE3-9A94-4720-8CF8-9A8134603AF5}" dt="2024-12-03T11:39:47.682" v="2690"/>
          <ac:spMkLst>
            <pc:docMk/>
            <pc:sldMk cId="2530776127" sldId="306"/>
            <ac:spMk id="6" creationId="{51214485-A111-232A-6B4B-117EDA19AC8D}"/>
          </ac:spMkLst>
        </pc:spChg>
        <pc:picChg chg="add mod">
          <ac:chgData name="Hossain, Tanvir" userId="5379524b-2947-4ff6-93a6-0f4602028252" providerId="ADAL" clId="{6F9ADBE3-9A94-4720-8CF8-9A8134603AF5}" dt="2024-12-03T11:38:12.407" v="2589" actId="1076"/>
          <ac:picMkLst>
            <pc:docMk/>
            <pc:sldMk cId="2530776127" sldId="306"/>
            <ac:picMk id="3" creationId="{77764777-F723-2C47-866E-8F2AFC5D95BC}"/>
          </ac:picMkLst>
        </pc:picChg>
      </pc:sldChg>
      <pc:sldChg chg="del">
        <pc:chgData name="Hossain, Tanvir" userId="5379524b-2947-4ff6-93a6-0f4602028252" providerId="ADAL" clId="{6F9ADBE3-9A94-4720-8CF8-9A8134603AF5}" dt="2024-12-02T14:43:07.728" v="21" actId="47"/>
        <pc:sldMkLst>
          <pc:docMk/>
          <pc:sldMk cId="1435318450" sldId="307"/>
        </pc:sldMkLst>
      </pc:sldChg>
      <pc:sldChg chg="addSp modSp add mod ord">
        <pc:chgData name="Hossain, Tanvir" userId="5379524b-2947-4ff6-93a6-0f4602028252" providerId="ADAL" clId="{6F9ADBE3-9A94-4720-8CF8-9A8134603AF5}" dt="2024-12-03T11:39:44.967" v="2689" actId="1076"/>
        <pc:sldMkLst>
          <pc:docMk/>
          <pc:sldMk cId="1834215198" sldId="307"/>
        </pc:sldMkLst>
        <pc:spChg chg="mod">
          <ac:chgData name="Hossain, Tanvir" userId="5379524b-2947-4ff6-93a6-0f4602028252" providerId="ADAL" clId="{6F9ADBE3-9A94-4720-8CF8-9A8134603AF5}" dt="2024-12-03T04:29:03.527" v="1440" actId="113"/>
          <ac:spMkLst>
            <pc:docMk/>
            <pc:sldMk cId="1834215198" sldId="307"/>
            <ac:spMk id="5" creationId="{8639A160-DBF7-031B-D120-A91454C39657}"/>
          </ac:spMkLst>
        </pc:spChg>
        <pc:spChg chg="add mod">
          <ac:chgData name="Hossain, Tanvir" userId="5379524b-2947-4ff6-93a6-0f4602028252" providerId="ADAL" clId="{6F9ADBE3-9A94-4720-8CF8-9A8134603AF5}" dt="2024-12-03T11:39:44.967" v="2689" actId="1076"/>
          <ac:spMkLst>
            <pc:docMk/>
            <pc:sldMk cId="1834215198" sldId="307"/>
            <ac:spMk id="7" creationId="{6E278EEC-1E21-6B1F-78CF-9AAC66E1D959}"/>
          </ac:spMkLst>
        </pc:spChg>
        <pc:picChg chg="add mod">
          <ac:chgData name="Hossain, Tanvir" userId="5379524b-2947-4ff6-93a6-0f4602028252" providerId="ADAL" clId="{6F9ADBE3-9A94-4720-8CF8-9A8134603AF5}" dt="2024-12-03T11:38:15.662" v="2590" actId="1076"/>
          <ac:picMkLst>
            <pc:docMk/>
            <pc:sldMk cId="1834215198" sldId="307"/>
            <ac:picMk id="3" creationId="{45993E74-28B9-B9CB-CDE5-017B42D9828A}"/>
          </ac:picMkLst>
        </pc:picChg>
      </pc:sldChg>
      <pc:sldChg chg="del">
        <pc:chgData name="Hossain, Tanvir" userId="5379524b-2947-4ff6-93a6-0f4602028252" providerId="ADAL" clId="{6F9ADBE3-9A94-4720-8CF8-9A8134603AF5}" dt="2024-12-02T14:43:07.728" v="21" actId="47"/>
        <pc:sldMkLst>
          <pc:docMk/>
          <pc:sldMk cId="1443839606" sldId="308"/>
        </pc:sldMkLst>
      </pc:sldChg>
      <pc:sldChg chg="addSp delSp modSp add mod">
        <pc:chgData name="Hossain, Tanvir" userId="5379524b-2947-4ff6-93a6-0f4602028252" providerId="ADAL" clId="{6F9ADBE3-9A94-4720-8CF8-9A8134603AF5}" dt="2024-12-03T12:05:05.397" v="2928" actId="20577"/>
        <pc:sldMkLst>
          <pc:docMk/>
          <pc:sldMk cId="2184869192" sldId="308"/>
        </pc:sldMkLst>
        <pc:spChg chg="add mod">
          <ac:chgData name="Hossain, Tanvir" userId="5379524b-2947-4ff6-93a6-0f4602028252" providerId="ADAL" clId="{6F9ADBE3-9A94-4720-8CF8-9A8134603AF5}" dt="2024-12-03T12:03:32.296" v="2902" actId="207"/>
          <ac:spMkLst>
            <pc:docMk/>
            <pc:sldMk cId="2184869192" sldId="308"/>
            <ac:spMk id="3" creationId="{BD82CD8C-B668-B887-660D-86C923288799}"/>
          </ac:spMkLst>
        </pc:spChg>
        <pc:spChg chg="mod">
          <ac:chgData name="Hossain, Tanvir" userId="5379524b-2947-4ff6-93a6-0f4602028252" providerId="ADAL" clId="{6F9ADBE3-9A94-4720-8CF8-9A8134603AF5}" dt="2024-12-03T11:48:24.246" v="2852" actId="20577"/>
          <ac:spMkLst>
            <pc:docMk/>
            <pc:sldMk cId="2184869192" sldId="308"/>
            <ac:spMk id="4" creationId="{0E66CEBF-4076-1156-3D69-F8CF3DE93DA7}"/>
          </ac:spMkLst>
        </pc:spChg>
        <pc:spChg chg="del mod">
          <ac:chgData name="Hossain, Tanvir" userId="5379524b-2947-4ff6-93a6-0f4602028252" providerId="ADAL" clId="{6F9ADBE3-9A94-4720-8CF8-9A8134603AF5}" dt="2024-12-03T11:48:27.751" v="2853" actId="478"/>
          <ac:spMkLst>
            <pc:docMk/>
            <pc:sldMk cId="2184869192" sldId="308"/>
            <ac:spMk id="5" creationId="{EFD673F6-DDC3-7798-1DD4-6213D67E51E3}"/>
          </ac:spMkLst>
        </pc:spChg>
        <pc:spChg chg="add mod">
          <ac:chgData name="Hossain, Tanvir" userId="5379524b-2947-4ff6-93a6-0f4602028252" providerId="ADAL" clId="{6F9ADBE3-9A94-4720-8CF8-9A8134603AF5}" dt="2024-12-03T12:03:38.670" v="2904" actId="1076"/>
          <ac:spMkLst>
            <pc:docMk/>
            <pc:sldMk cId="2184869192" sldId="308"/>
            <ac:spMk id="6" creationId="{07A2EAA5-3A71-3E62-6CB2-0139CEED2961}"/>
          </ac:spMkLst>
        </pc:spChg>
        <pc:spChg chg="add mod">
          <ac:chgData name="Hossain, Tanvir" userId="5379524b-2947-4ff6-93a6-0f4602028252" providerId="ADAL" clId="{6F9ADBE3-9A94-4720-8CF8-9A8134603AF5}" dt="2024-12-03T12:04:18.694" v="2912" actId="14100"/>
          <ac:spMkLst>
            <pc:docMk/>
            <pc:sldMk cId="2184869192" sldId="308"/>
            <ac:spMk id="9" creationId="{703A4B93-9443-745E-90B3-C84FF19C0B7E}"/>
          </ac:spMkLst>
        </pc:spChg>
        <pc:spChg chg="add mod">
          <ac:chgData name="Hossain, Tanvir" userId="5379524b-2947-4ff6-93a6-0f4602028252" providerId="ADAL" clId="{6F9ADBE3-9A94-4720-8CF8-9A8134603AF5}" dt="2024-12-03T12:05:05.397" v="2928" actId="20577"/>
          <ac:spMkLst>
            <pc:docMk/>
            <pc:sldMk cId="2184869192" sldId="308"/>
            <ac:spMk id="15" creationId="{7D778BB4-8AE1-02C1-AE44-24D54A41DDB5}"/>
          </ac:spMkLst>
        </pc:spChg>
        <pc:picChg chg="add mod">
          <ac:chgData name="Hossain, Tanvir" userId="5379524b-2947-4ff6-93a6-0f4602028252" providerId="ADAL" clId="{6F9ADBE3-9A94-4720-8CF8-9A8134603AF5}" dt="2024-12-03T12:04:53.311" v="2919" actId="1076"/>
          <ac:picMkLst>
            <pc:docMk/>
            <pc:sldMk cId="2184869192" sldId="308"/>
            <ac:picMk id="14" creationId="{7B4DC9B7-A806-448A-F3EA-CC35668D0006}"/>
          </ac:picMkLst>
        </pc:picChg>
        <pc:cxnChg chg="add">
          <ac:chgData name="Hossain, Tanvir" userId="5379524b-2947-4ff6-93a6-0f4602028252" providerId="ADAL" clId="{6F9ADBE3-9A94-4720-8CF8-9A8134603AF5}" dt="2024-12-03T12:03:48.689" v="2905" actId="11529"/>
          <ac:cxnSpMkLst>
            <pc:docMk/>
            <pc:sldMk cId="2184869192" sldId="308"/>
            <ac:cxnSpMk id="8" creationId="{CFB9DDA4-FCCC-4BE7-703B-8FDC78ACB205}"/>
          </ac:cxnSpMkLst>
        </pc:cxnChg>
        <pc:cxnChg chg="add mod">
          <ac:chgData name="Hossain, Tanvir" userId="5379524b-2947-4ff6-93a6-0f4602028252" providerId="ADAL" clId="{6F9ADBE3-9A94-4720-8CF8-9A8134603AF5}" dt="2024-12-03T12:04:18.694" v="2912" actId="14100"/>
          <ac:cxnSpMkLst>
            <pc:docMk/>
            <pc:sldMk cId="2184869192" sldId="308"/>
            <ac:cxnSpMk id="10" creationId="{627FAD12-5545-2B62-E7B7-FC44A1418B0B}"/>
          </ac:cxnSpMkLst>
        </pc:cxnChg>
      </pc:sldChg>
      <pc:sldChg chg="addSp delSp modSp add mod ord">
        <pc:chgData name="Hossain, Tanvir" userId="5379524b-2947-4ff6-93a6-0f4602028252" providerId="ADAL" clId="{6F9ADBE3-9A94-4720-8CF8-9A8134603AF5}" dt="2024-12-03T12:26:22.828" v="3110"/>
        <pc:sldMkLst>
          <pc:docMk/>
          <pc:sldMk cId="1746156560" sldId="309"/>
        </pc:sldMkLst>
        <pc:spChg chg="add mod">
          <ac:chgData name="Hossain, Tanvir" userId="5379524b-2947-4ff6-93a6-0f4602028252" providerId="ADAL" clId="{6F9ADBE3-9A94-4720-8CF8-9A8134603AF5}" dt="2024-12-03T12:17:13.295" v="2959" actId="1076"/>
          <ac:spMkLst>
            <pc:docMk/>
            <pc:sldMk cId="1746156560" sldId="309"/>
            <ac:spMk id="3" creationId="{5A6616CA-D5D0-68D8-076C-7617EB9CAB18}"/>
          </ac:spMkLst>
        </pc:spChg>
        <pc:spChg chg="del mod">
          <ac:chgData name="Hossain, Tanvir" userId="5379524b-2947-4ff6-93a6-0f4602028252" providerId="ADAL" clId="{6F9ADBE3-9A94-4720-8CF8-9A8134603AF5}" dt="2024-12-03T12:16:06.434" v="2944" actId="478"/>
          <ac:spMkLst>
            <pc:docMk/>
            <pc:sldMk cId="1746156560" sldId="309"/>
            <ac:spMk id="5" creationId="{E611D767-239C-5F45-FCDD-AE97DD65C08E}"/>
          </ac:spMkLst>
        </pc:spChg>
        <pc:spChg chg="add mod">
          <ac:chgData name="Hossain, Tanvir" userId="5379524b-2947-4ff6-93a6-0f4602028252" providerId="ADAL" clId="{6F9ADBE3-9A94-4720-8CF8-9A8134603AF5}" dt="2024-12-03T12:21:34.238" v="3069" actId="1076"/>
          <ac:spMkLst>
            <pc:docMk/>
            <pc:sldMk cId="1746156560" sldId="309"/>
            <ac:spMk id="9" creationId="{CD1EB904-FCC5-B209-FAEC-3DC43EFB2217}"/>
          </ac:spMkLst>
        </pc:spChg>
        <pc:spChg chg="add mod">
          <ac:chgData name="Hossain, Tanvir" userId="5379524b-2947-4ff6-93a6-0f4602028252" providerId="ADAL" clId="{6F9ADBE3-9A94-4720-8CF8-9A8134603AF5}" dt="2024-12-03T12:22:34.287" v="3084" actId="208"/>
          <ac:spMkLst>
            <pc:docMk/>
            <pc:sldMk cId="1746156560" sldId="309"/>
            <ac:spMk id="13" creationId="{27D42854-F9F6-9B23-91CB-8AB166B79E86}"/>
          </ac:spMkLst>
        </pc:spChg>
        <pc:spChg chg="add del mod">
          <ac:chgData name="Hossain, Tanvir" userId="5379524b-2947-4ff6-93a6-0f4602028252" providerId="ADAL" clId="{6F9ADBE3-9A94-4720-8CF8-9A8134603AF5}" dt="2024-12-03T12:24:10.733" v="3103" actId="478"/>
          <ac:spMkLst>
            <pc:docMk/>
            <pc:sldMk cId="1746156560" sldId="309"/>
            <ac:spMk id="14" creationId="{5C551337-F2DC-4E3E-70F8-45DD29F5AD75}"/>
          </ac:spMkLst>
        </pc:spChg>
        <pc:spChg chg="add mod">
          <ac:chgData name="Hossain, Tanvir" userId="5379524b-2947-4ff6-93a6-0f4602028252" providerId="ADAL" clId="{6F9ADBE3-9A94-4720-8CF8-9A8134603AF5}" dt="2024-12-03T12:23:19.485" v="3092" actId="1076"/>
          <ac:spMkLst>
            <pc:docMk/>
            <pc:sldMk cId="1746156560" sldId="309"/>
            <ac:spMk id="15" creationId="{B72D28CD-1E6D-C912-84CF-A52325641504}"/>
          </ac:spMkLst>
        </pc:spChg>
        <pc:spChg chg="add mod">
          <ac:chgData name="Hossain, Tanvir" userId="5379524b-2947-4ff6-93a6-0f4602028252" providerId="ADAL" clId="{6F9ADBE3-9A94-4720-8CF8-9A8134603AF5}" dt="2024-12-03T12:23:48.851" v="3098" actId="113"/>
          <ac:spMkLst>
            <pc:docMk/>
            <pc:sldMk cId="1746156560" sldId="309"/>
            <ac:spMk id="16" creationId="{C92831BB-5216-5436-2966-E5295DAD2938}"/>
          </ac:spMkLst>
        </pc:spChg>
        <pc:picChg chg="add del mod">
          <ac:chgData name="Hossain, Tanvir" userId="5379524b-2947-4ff6-93a6-0f4602028252" providerId="ADAL" clId="{6F9ADBE3-9A94-4720-8CF8-9A8134603AF5}" dt="2024-12-03T12:20:38.895" v="3006" actId="478"/>
          <ac:picMkLst>
            <pc:docMk/>
            <pc:sldMk cId="1746156560" sldId="309"/>
            <ac:picMk id="7" creationId="{96B7CBE7-1168-0421-28EA-77449D3BD603}"/>
          </ac:picMkLst>
        </pc:picChg>
        <pc:picChg chg="add mod">
          <ac:chgData name="Hossain, Tanvir" userId="5379524b-2947-4ff6-93a6-0f4602028252" providerId="ADAL" clId="{6F9ADBE3-9A94-4720-8CF8-9A8134603AF5}" dt="2024-12-03T12:21:32.528" v="3068" actId="1076"/>
          <ac:picMkLst>
            <pc:docMk/>
            <pc:sldMk cId="1746156560" sldId="309"/>
            <ac:picMk id="11" creationId="{5E8A34DD-94F6-6290-2A5C-6DE828BAEC44}"/>
          </ac:picMkLst>
        </pc:picChg>
        <pc:cxnChg chg="add">
          <ac:chgData name="Hossain, Tanvir" userId="5379524b-2947-4ff6-93a6-0f4602028252" providerId="ADAL" clId="{6F9ADBE3-9A94-4720-8CF8-9A8134603AF5}" dt="2024-12-03T12:23:58.343" v="3099" actId="11529"/>
          <ac:cxnSpMkLst>
            <pc:docMk/>
            <pc:sldMk cId="1746156560" sldId="309"/>
            <ac:cxnSpMk id="18" creationId="{A3575203-938D-427F-71DD-1125BCF8614B}"/>
          </ac:cxnSpMkLst>
        </pc:cxnChg>
        <pc:cxnChg chg="add">
          <ac:chgData name="Hossain, Tanvir" userId="5379524b-2947-4ff6-93a6-0f4602028252" providerId="ADAL" clId="{6F9ADBE3-9A94-4720-8CF8-9A8134603AF5}" dt="2024-12-03T12:24:02.654" v="3100" actId="11529"/>
          <ac:cxnSpMkLst>
            <pc:docMk/>
            <pc:sldMk cId="1746156560" sldId="309"/>
            <ac:cxnSpMk id="20" creationId="{B2C09601-8E78-E414-8FD4-480C565493A9}"/>
          </ac:cxnSpMkLst>
        </pc:cxnChg>
        <pc:cxnChg chg="add">
          <ac:chgData name="Hossain, Tanvir" userId="5379524b-2947-4ff6-93a6-0f4602028252" providerId="ADAL" clId="{6F9ADBE3-9A94-4720-8CF8-9A8134603AF5}" dt="2024-12-03T12:24:06.598" v="3101" actId="11529"/>
          <ac:cxnSpMkLst>
            <pc:docMk/>
            <pc:sldMk cId="1746156560" sldId="309"/>
            <ac:cxnSpMk id="22" creationId="{D83D2060-C331-3688-B2A1-2901EC599A17}"/>
          </ac:cxnSpMkLst>
        </pc:cxnChg>
      </pc:sldChg>
      <pc:sldChg chg="addSp modSp add mod modAnim">
        <pc:chgData name="Hossain, Tanvir" userId="5379524b-2947-4ff6-93a6-0f4602028252" providerId="ADAL" clId="{6F9ADBE3-9A94-4720-8CF8-9A8134603AF5}" dt="2024-12-03T13:12:56.012" v="3691"/>
        <pc:sldMkLst>
          <pc:docMk/>
          <pc:sldMk cId="2769541821" sldId="310"/>
        </pc:sldMkLst>
        <pc:spChg chg="add mod">
          <ac:chgData name="Hossain, Tanvir" userId="5379524b-2947-4ff6-93a6-0f4602028252" providerId="ADAL" clId="{6F9ADBE3-9A94-4720-8CF8-9A8134603AF5}" dt="2024-12-03T12:54:22.416" v="3378" actId="113"/>
          <ac:spMkLst>
            <pc:docMk/>
            <pc:sldMk cId="2769541821" sldId="310"/>
            <ac:spMk id="3" creationId="{F85548BF-7092-8F08-EFAB-AD2439EA84C1}"/>
          </ac:spMkLst>
        </pc:spChg>
        <pc:spChg chg="mod">
          <ac:chgData name="Hossain, Tanvir" userId="5379524b-2947-4ff6-93a6-0f4602028252" providerId="ADAL" clId="{6F9ADBE3-9A94-4720-8CF8-9A8134603AF5}" dt="2024-12-03T12:53:48.803" v="3362" actId="20577"/>
          <ac:spMkLst>
            <pc:docMk/>
            <pc:sldMk cId="2769541821" sldId="310"/>
            <ac:spMk id="5" creationId="{8CC0CECE-88F2-67D6-70FF-1A7C708D9C38}"/>
          </ac:spMkLst>
        </pc:spChg>
        <pc:spChg chg="add mod">
          <ac:chgData name="Hossain, Tanvir" userId="5379524b-2947-4ff6-93a6-0f4602028252" providerId="ADAL" clId="{6F9ADBE3-9A94-4720-8CF8-9A8134603AF5}" dt="2024-12-03T12:55:46.736" v="3398" actId="403"/>
          <ac:spMkLst>
            <pc:docMk/>
            <pc:sldMk cId="2769541821" sldId="310"/>
            <ac:spMk id="7" creationId="{C0D93322-DFA6-BDFD-6E10-E0F8B7AA5C29}"/>
          </ac:spMkLst>
        </pc:spChg>
      </pc:sldChg>
      <pc:sldChg chg="addSp delSp modSp add mod">
        <pc:chgData name="Hossain, Tanvir" userId="5379524b-2947-4ff6-93a6-0f4602028252" providerId="ADAL" clId="{6F9ADBE3-9A94-4720-8CF8-9A8134603AF5}" dt="2024-12-03T13:05:20.899" v="3561" actId="1076"/>
        <pc:sldMkLst>
          <pc:docMk/>
          <pc:sldMk cId="804479514" sldId="311"/>
        </pc:sldMkLst>
        <pc:spChg chg="add del mod">
          <ac:chgData name="Hossain, Tanvir" userId="5379524b-2947-4ff6-93a6-0f4602028252" providerId="ADAL" clId="{6F9ADBE3-9A94-4720-8CF8-9A8134603AF5}" dt="2024-12-03T13:04:25.465" v="3540" actId="478"/>
          <ac:spMkLst>
            <pc:docMk/>
            <pc:sldMk cId="804479514" sldId="311"/>
            <ac:spMk id="2" creationId="{84E0A6C8-9895-B711-0A36-7B9208EE542E}"/>
          </ac:spMkLst>
        </pc:spChg>
        <pc:spChg chg="mod">
          <ac:chgData name="Hossain, Tanvir" userId="5379524b-2947-4ff6-93a6-0f4602028252" providerId="ADAL" clId="{6F9ADBE3-9A94-4720-8CF8-9A8134603AF5}" dt="2024-12-03T13:01:28.291" v="3514" actId="20577"/>
          <ac:spMkLst>
            <pc:docMk/>
            <pc:sldMk cId="804479514" sldId="311"/>
            <ac:spMk id="4" creationId="{457E7505-C379-9BC2-2534-E48B20959CA6}"/>
          </ac:spMkLst>
        </pc:spChg>
        <pc:spChg chg="mod">
          <ac:chgData name="Hossain, Tanvir" userId="5379524b-2947-4ff6-93a6-0f4602028252" providerId="ADAL" clId="{6F9ADBE3-9A94-4720-8CF8-9A8134603AF5}" dt="2024-12-03T13:01:42.683" v="3532" actId="1076"/>
          <ac:spMkLst>
            <pc:docMk/>
            <pc:sldMk cId="804479514" sldId="311"/>
            <ac:spMk id="5" creationId="{2D2EDD18-7579-EA08-C635-3600CC6C2AEB}"/>
          </ac:spMkLst>
        </pc:spChg>
        <pc:spChg chg="add mod">
          <ac:chgData name="Hossain, Tanvir" userId="5379524b-2947-4ff6-93a6-0f4602028252" providerId="ADAL" clId="{6F9ADBE3-9A94-4720-8CF8-9A8134603AF5}" dt="2024-12-03T13:05:20.899" v="3561" actId="1076"/>
          <ac:spMkLst>
            <pc:docMk/>
            <pc:sldMk cId="804479514" sldId="311"/>
            <ac:spMk id="8" creationId="{71FB45FF-AD23-B75C-C584-513283090EBA}"/>
          </ac:spMkLst>
        </pc:spChg>
        <pc:picChg chg="add mod modCrop">
          <ac:chgData name="Hossain, Tanvir" userId="5379524b-2947-4ff6-93a6-0f4602028252" providerId="ADAL" clId="{6F9ADBE3-9A94-4720-8CF8-9A8134603AF5}" dt="2024-12-03T13:04:41.787" v="3547" actId="1076"/>
          <ac:picMkLst>
            <pc:docMk/>
            <pc:sldMk cId="804479514" sldId="311"/>
            <ac:picMk id="6" creationId="{5EF6437F-96CE-98C9-954E-4A7C85A84800}"/>
          </ac:picMkLst>
        </pc:picChg>
      </pc:sldChg>
      <pc:sldChg chg="addSp delSp modSp add mod modAnim">
        <pc:chgData name="Hossain, Tanvir" userId="5379524b-2947-4ff6-93a6-0f4602028252" providerId="ADAL" clId="{6F9ADBE3-9A94-4720-8CF8-9A8134603AF5}" dt="2024-12-03T12:51:59.681" v="3337"/>
        <pc:sldMkLst>
          <pc:docMk/>
          <pc:sldMk cId="3135438744" sldId="312"/>
        </pc:sldMkLst>
        <pc:spChg chg="add del mod">
          <ac:chgData name="Hossain, Tanvir" userId="5379524b-2947-4ff6-93a6-0f4602028252" providerId="ADAL" clId="{6F9ADBE3-9A94-4720-8CF8-9A8134603AF5}" dt="2024-12-03T12:49:30.627" v="3293" actId="478"/>
          <ac:spMkLst>
            <pc:docMk/>
            <pc:sldMk cId="3135438744" sldId="312"/>
            <ac:spMk id="2" creationId="{A9950216-945B-8F4D-27C5-A2E2A010269F}"/>
          </ac:spMkLst>
        </pc:spChg>
        <pc:spChg chg="add mod">
          <ac:chgData name="Hossain, Tanvir" userId="5379524b-2947-4ff6-93a6-0f4602028252" providerId="ADAL" clId="{6F9ADBE3-9A94-4720-8CF8-9A8134603AF5}" dt="2024-12-03T12:51:36.589" v="3336" actId="113"/>
          <ac:spMkLst>
            <pc:docMk/>
            <pc:sldMk cId="3135438744" sldId="312"/>
            <ac:spMk id="3" creationId="{E688CCAC-82F0-B4FD-9387-608A77D79A53}"/>
          </ac:spMkLst>
        </pc:spChg>
        <pc:spChg chg="mod">
          <ac:chgData name="Hossain, Tanvir" userId="5379524b-2947-4ff6-93a6-0f4602028252" providerId="ADAL" clId="{6F9ADBE3-9A94-4720-8CF8-9A8134603AF5}" dt="2024-12-03T12:45:50.426" v="3290" actId="404"/>
          <ac:spMkLst>
            <pc:docMk/>
            <pc:sldMk cId="3135438744" sldId="312"/>
            <ac:spMk id="5" creationId="{93ADC1CA-59AD-2282-F3DD-1B9615D5799C}"/>
          </ac:spMkLst>
        </pc:spChg>
        <pc:spChg chg="add">
          <ac:chgData name="Hossain, Tanvir" userId="5379524b-2947-4ff6-93a6-0f4602028252" providerId="ADAL" clId="{6F9ADBE3-9A94-4720-8CF8-9A8134603AF5}" dt="2024-12-03T12:50:22.596" v="3315"/>
          <ac:spMkLst>
            <pc:docMk/>
            <pc:sldMk cId="3135438744" sldId="312"/>
            <ac:spMk id="6" creationId="{63138F29-FD5E-53C5-2AAD-346F8F2DF227}"/>
          </ac:spMkLst>
        </pc:spChg>
      </pc:sldChg>
      <pc:sldChg chg="addSp delSp modSp add mod ord modAnim">
        <pc:chgData name="Hossain, Tanvir" userId="5379524b-2947-4ff6-93a6-0f4602028252" providerId="ADAL" clId="{6F9ADBE3-9A94-4720-8CF8-9A8134603AF5}" dt="2024-12-03T02:58:22.969" v="1225"/>
        <pc:sldMkLst>
          <pc:docMk/>
          <pc:sldMk cId="3558878580" sldId="313"/>
        </pc:sldMkLst>
        <pc:spChg chg="del">
          <ac:chgData name="Hossain, Tanvir" userId="5379524b-2947-4ff6-93a6-0f4602028252" providerId="ADAL" clId="{6F9ADBE3-9A94-4720-8CF8-9A8134603AF5}" dt="2024-12-03T02:54:22.567" v="1221" actId="478"/>
          <ac:spMkLst>
            <pc:docMk/>
            <pc:sldMk cId="3558878580" sldId="313"/>
            <ac:spMk id="3" creationId="{E94D981F-7B10-9AFF-8BD3-048317C80D72}"/>
          </ac:spMkLst>
        </pc:spChg>
        <pc:spChg chg="mod">
          <ac:chgData name="Hossain, Tanvir" userId="5379524b-2947-4ff6-93a6-0f4602028252" providerId="ADAL" clId="{6F9ADBE3-9A94-4720-8CF8-9A8134603AF5}" dt="2024-12-03T02:55:55.239" v="1224" actId="20577"/>
          <ac:spMkLst>
            <pc:docMk/>
            <pc:sldMk cId="3558878580" sldId="313"/>
            <ac:spMk id="4" creationId="{97A22EA2-E261-4BBC-D3A4-7D0C8528AA2F}"/>
          </ac:spMkLst>
        </pc:spChg>
        <pc:spChg chg="del">
          <ac:chgData name="Hossain, Tanvir" userId="5379524b-2947-4ff6-93a6-0f4602028252" providerId="ADAL" clId="{6F9ADBE3-9A94-4720-8CF8-9A8134603AF5}" dt="2024-12-03T02:54:24.666" v="1222" actId="478"/>
          <ac:spMkLst>
            <pc:docMk/>
            <pc:sldMk cId="3558878580" sldId="313"/>
            <ac:spMk id="6" creationId="{68056D80-D718-593B-1381-B8ABC42F5458}"/>
          </ac:spMkLst>
        </pc:spChg>
        <pc:picChg chg="add">
          <ac:chgData name="Hossain, Tanvir" userId="5379524b-2947-4ff6-93a6-0f4602028252" providerId="ADAL" clId="{6F9ADBE3-9A94-4720-8CF8-9A8134603AF5}" dt="2024-12-03T02:55:15.077" v="1223"/>
          <ac:picMkLst>
            <pc:docMk/>
            <pc:sldMk cId="3558878580" sldId="313"/>
            <ac:picMk id="2" creationId="{2D1B17EE-063E-B767-7E2E-FB28D7D42FD7}"/>
          </ac:picMkLst>
        </pc:picChg>
      </pc:sldChg>
      <pc:sldChg chg="addSp delSp modSp add mod ord">
        <pc:chgData name="Hossain, Tanvir" userId="5379524b-2947-4ff6-93a6-0f4602028252" providerId="ADAL" clId="{6F9ADBE3-9A94-4720-8CF8-9A8134603AF5}" dt="2024-12-03T11:29:12.179" v="2566"/>
        <pc:sldMkLst>
          <pc:docMk/>
          <pc:sldMk cId="3549013933" sldId="314"/>
        </pc:sldMkLst>
        <pc:spChg chg="mod">
          <ac:chgData name="Hossain, Tanvir" userId="5379524b-2947-4ff6-93a6-0f4602028252" providerId="ADAL" clId="{6F9ADBE3-9A94-4720-8CF8-9A8134603AF5}" dt="2024-12-03T03:26:36.883" v="1423" actId="207"/>
          <ac:spMkLst>
            <pc:docMk/>
            <pc:sldMk cId="3549013933" sldId="314"/>
            <ac:spMk id="3" creationId="{8FC755F9-CA70-088D-42A6-A9782FB76BC9}"/>
          </ac:spMkLst>
        </pc:spChg>
        <pc:spChg chg="del">
          <ac:chgData name="Hossain, Tanvir" userId="5379524b-2947-4ff6-93a6-0f4602028252" providerId="ADAL" clId="{6F9ADBE3-9A94-4720-8CF8-9A8134603AF5}" dt="2024-12-03T03:19:37.169" v="1253" actId="478"/>
          <ac:spMkLst>
            <pc:docMk/>
            <pc:sldMk cId="3549013933" sldId="314"/>
            <ac:spMk id="6" creationId="{C3DF368B-29E3-D0DC-C28C-497E646A79CA}"/>
          </ac:spMkLst>
        </pc:spChg>
        <pc:picChg chg="add mod">
          <ac:chgData name="Hossain, Tanvir" userId="5379524b-2947-4ff6-93a6-0f4602028252" providerId="ADAL" clId="{6F9ADBE3-9A94-4720-8CF8-9A8134603AF5}" dt="2024-12-03T03:29:13.157" v="1425" actId="1076"/>
          <ac:picMkLst>
            <pc:docMk/>
            <pc:sldMk cId="3549013933" sldId="314"/>
            <ac:picMk id="2" creationId="{687F7E38-044F-B736-C17F-D5CDE4851D6C}"/>
          </ac:picMkLst>
        </pc:picChg>
      </pc:sldChg>
      <pc:sldChg chg="modSp add del mod">
        <pc:chgData name="Hossain, Tanvir" userId="5379524b-2947-4ff6-93a6-0f4602028252" providerId="ADAL" clId="{6F9ADBE3-9A94-4720-8CF8-9A8134603AF5}" dt="2024-12-03T11:39:57.366" v="2691" actId="47"/>
        <pc:sldMkLst>
          <pc:docMk/>
          <pc:sldMk cId="1006149851" sldId="315"/>
        </pc:sldMkLst>
        <pc:spChg chg="mod">
          <ac:chgData name="Hossain, Tanvir" userId="5379524b-2947-4ff6-93a6-0f4602028252" providerId="ADAL" clId="{6F9ADBE3-9A94-4720-8CF8-9A8134603AF5}" dt="2024-12-03T04:31:05.364" v="1442"/>
          <ac:spMkLst>
            <pc:docMk/>
            <pc:sldMk cId="1006149851" sldId="315"/>
            <ac:spMk id="4" creationId="{EEB8EC89-785B-5D29-0922-4C857EB963D1}"/>
          </ac:spMkLst>
        </pc:spChg>
        <pc:spChg chg="mod">
          <ac:chgData name="Hossain, Tanvir" userId="5379524b-2947-4ff6-93a6-0f4602028252" providerId="ADAL" clId="{6F9ADBE3-9A94-4720-8CF8-9A8134603AF5}" dt="2024-12-03T04:31:30.066" v="1444" actId="20577"/>
          <ac:spMkLst>
            <pc:docMk/>
            <pc:sldMk cId="1006149851" sldId="315"/>
            <ac:spMk id="5" creationId="{C8E585B9-8839-5F5E-5725-8A48C5626861}"/>
          </ac:spMkLst>
        </pc:spChg>
      </pc:sldChg>
      <pc:sldChg chg="addSp delSp modSp add mod modAnim">
        <pc:chgData name="Hossain, Tanvir" userId="5379524b-2947-4ff6-93a6-0f4602028252" providerId="ADAL" clId="{6F9ADBE3-9A94-4720-8CF8-9A8134603AF5}" dt="2024-12-03T09:59:47.175" v="1571" actId="20577"/>
        <pc:sldMkLst>
          <pc:docMk/>
          <pc:sldMk cId="1674310437" sldId="316"/>
        </pc:sldMkLst>
        <pc:spChg chg="del">
          <ac:chgData name="Hossain, Tanvir" userId="5379524b-2947-4ff6-93a6-0f4602028252" providerId="ADAL" clId="{6F9ADBE3-9A94-4720-8CF8-9A8134603AF5}" dt="2024-12-03T09:51:56.972" v="1446" actId="478"/>
          <ac:spMkLst>
            <pc:docMk/>
            <pc:sldMk cId="1674310437" sldId="316"/>
            <ac:spMk id="2" creationId="{65E12B76-E072-9910-29BC-64DC462AAA36}"/>
          </ac:spMkLst>
        </pc:spChg>
        <pc:spChg chg="del">
          <ac:chgData name="Hossain, Tanvir" userId="5379524b-2947-4ff6-93a6-0f4602028252" providerId="ADAL" clId="{6F9ADBE3-9A94-4720-8CF8-9A8134603AF5}" dt="2024-12-03T09:51:56.972" v="1446" actId="478"/>
          <ac:spMkLst>
            <pc:docMk/>
            <pc:sldMk cId="1674310437" sldId="316"/>
            <ac:spMk id="5" creationId="{64244648-FE17-3A75-80A7-78BF8DB4C7B3}"/>
          </ac:spMkLst>
        </pc:spChg>
        <pc:spChg chg="del">
          <ac:chgData name="Hossain, Tanvir" userId="5379524b-2947-4ff6-93a6-0f4602028252" providerId="ADAL" clId="{6F9ADBE3-9A94-4720-8CF8-9A8134603AF5}" dt="2024-12-03T09:51:56.972" v="1446" actId="478"/>
          <ac:spMkLst>
            <pc:docMk/>
            <pc:sldMk cId="1674310437" sldId="316"/>
            <ac:spMk id="6" creationId="{1C6455A3-3427-ACB2-598A-5BF847B256A4}"/>
          </ac:spMkLst>
        </pc:spChg>
        <pc:spChg chg="mod topLvl">
          <ac:chgData name="Hossain, Tanvir" userId="5379524b-2947-4ff6-93a6-0f4602028252" providerId="ADAL" clId="{6F9ADBE3-9A94-4720-8CF8-9A8134603AF5}" dt="2024-12-03T09:58:53.253" v="1561" actId="1076"/>
          <ac:spMkLst>
            <pc:docMk/>
            <pc:sldMk cId="1674310437" sldId="316"/>
            <ac:spMk id="7" creationId="{FD9B6312-4248-8777-1505-E8F0D6269F54}"/>
          </ac:spMkLst>
        </pc:spChg>
        <pc:spChg chg="mod topLvl">
          <ac:chgData name="Hossain, Tanvir" userId="5379524b-2947-4ff6-93a6-0f4602028252" providerId="ADAL" clId="{6F9ADBE3-9A94-4720-8CF8-9A8134603AF5}" dt="2024-12-03T09:59:47.175" v="1571" actId="20577"/>
          <ac:spMkLst>
            <pc:docMk/>
            <pc:sldMk cId="1674310437" sldId="316"/>
            <ac:spMk id="8" creationId="{D5214279-1B88-2A58-43A6-FC76435E2EAA}"/>
          </ac:spMkLst>
        </pc:spChg>
        <pc:spChg chg="mod topLvl">
          <ac:chgData name="Hossain, Tanvir" userId="5379524b-2947-4ff6-93a6-0f4602028252" providerId="ADAL" clId="{6F9ADBE3-9A94-4720-8CF8-9A8134603AF5}" dt="2024-12-03T09:59:18.645" v="1566" actId="1076"/>
          <ac:spMkLst>
            <pc:docMk/>
            <pc:sldMk cId="1674310437" sldId="316"/>
            <ac:spMk id="9" creationId="{4D125A64-9299-2DB6-E6B9-61BA81830618}"/>
          </ac:spMkLst>
        </pc:spChg>
        <pc:spChg chg="mod topLvl">
          <ac:chgData name="Hossain, Tanvir" userId="5379524b-2947-4ff6-93a6-0f4602028252" providerId="ADAL" clId="{6F9ADBE3-9A94-4720-8CF8-9A8134603AF5}" dt="2024-12-03T09:58:34.453" v="1557" actId="14100"/>
          <ac:spMkLst>
            <pc:docMk/>
            <pc:sldMk cId="1674310437" sldId="316"/>
            <ac:spMk id="10" creationId="{1DDD8BC1-0C49-5D39-E250-C5C8D68D31CB}"/>
          </ac:spMkLst>
        </pc:spChg>
        <pc:spChg chg="mod topLvl">
          <ac:chgData name="Hossain, Tanvir" userId="5379524b-2947-4ff6-93a6-0f4602028252" providerId="ADAL" clId="{6F9ADBE3-9A94-4720-8CF8-9A8134603AF5}" dt="2024-12-03T09:59:09.372" v="1564" actId="1076"/>
          <ac:spMkLst>
            <pc:docMk/>
            <pc:sldMk cId="1674310437" sldId="316"/>
            <ac:spMk id="11" creationId="{8E0F588A-BEFD-B0B0-48E9-8D84FAF74C64}"/>
          </ac:spMkLst>
        </pc:spChg>
        <pc:spChg chg="del">
          <ac:chgData name="Hossain, Tanvir" userId="5379524b-2947-4ff6-93a6-0f4602028252" providerId="ADAL" clId="{6F9ADBE3-9A94-4720-8CF8-9A8134603AF5}" dt="2024-12-03T09:51:56.972" v="1446" actId="478"/>
          <ac:spMkLst>
            <pc:docMk/>
            <pc:sldMk cId="1674310437" sldId="316"/>
            <ac:spMk id="29" creationId="{C6F7F3F6-789D-267C-62B4-709B8A4FCC70}"/>
          </ac:spMkLst>
        </pc:spChg>
        <pc:spChg chg="mod">
          <ac:chgData name="Hossain, Tanvir" userId="5379524b-2947-4ff6-93a6-0f4602028252" providerId="ADAL" clId="{6F9ADBE3-9A94-4720-8CF8-9A8134603AF5}" dt="2024-12-03T09:52:48.351" v="1465" actId="1038"/>
          <ac:spMkLst>
            <pc:docMk/>
            <pc:sldMk cId="1674310437" sldId="316"/>
            <ac:spMk id="30" creationId="{63040D03-5338-C637-33CA-67501BFB3B30}"/>
          </ac:spMkLst>
        </pc:spChg>
        <pc:grpChg chg="del mod">
          <ac:chgData name="Hossain, Tanvir" userId="5379524b-2947-4ff6-93a6-0f4602028252" providerId="ADAL" clId="{6F9ADBE3-9A94-4720-8CF8-9A8134603AF5}" dt="2024-12-03T09:52:12.195" v="1451" actId="165"/>
          <ac:grpSpMkLst>
            <pc:docMk/>
            <pc:sldMk cId="1674310437" sldId="316"/>
            <ac:grpSpMk id="28" creationId="{BE6229F0-4E97-3601-758A-45AF0D9CB38C}"/>
          </ac:grpSpMkLst>
        </pc:grpChg>
        <pc:cxnChg chg="add mod">
          <ac:chgData name="Hossain, Tanvir" userId="5379524b-2947-4ff6-93a6-0f4602028252" providerId="ADAL" clId="{6F9ADBE3-9A94-4720-8CF8-9A8134603AF5}" dt="2024-12-03T09:59:31.484" v="1568" actId="208"/>
          <ac:cxnSpMkLst>
            <pc:docMk/>
            <pc:sldMk cId="1674310437" sldId="316"/>
            <ac:cxnSpMk id="12" creationId="{C0CD37DF-0A22-1D3D-E3AA-C2FCD0408ABC}"/>
          </ac:cxnSpMkLst>
        </pc:cxnChg>
        <pc:cxnChg chg="del mod">
          <ac:chgData name="Hossain, Tanvir" userId="5379524b-2947-4ff6-93a6-0f4602028252" providerId="ADAL" clId="{6F9ADBE3-9A94-4720-8CF8-9A8134603AF5}" dt="2024-12-03T09:51:56.972" v="1446" actId="478"/>
          <ac:cxnSpMkLst>
            <pc:docMk/>
            <pc:sldMk cId="1674310437" sldId="316"/>
            <ac:cxnSpMk id="13" creationId="{6941C19A-9462-101C-64FE-4FF9BF84FB29}"/>
          </ac:cxnSpMkLst>
        </pc:cxnChg>
        <pc:cxnChg chg="del mod">
          <ac:chgData name="Hossain, Tanvir" userId="5379524b-2947-4ff6-93a6-0f4602028252" providerId="ADAL" clId="{6F9ADBE3-9A94-4720-8CF8-9A8134603AF5}" dt="2024-12-03T09:51:56.972" v="1446" actId="478"/>
          <ac:cxnSpMkLst>
            <pc:docMk/>
            <pc:sldMk cId="1674310437" sldId="316"/>
            <ac:cxnSpMk id="15" creationId="{56466607-DEC5-45A0-B731-29AB41A3A718}"/>
          </ac:cxnSpMkLst>
        </pc:cxnChg>
        <pc:cxnChg chg="del mod topLvl">
          <ac:chgData name="Hossain, Tanvir" userId="5379524b-2947-4ff6-93a6-0f4602028252" providerId="ADAL" clId="{6F9ADBE3-9A94-4720-8CF8-9A8134603AF5}" dt="2024-12-03T09:52:15.351" v="1452" actId="478"/>
          <ac:cxnSpMkLst>
            <pc:docMk/>
            <pc:sldMk cId="1674310437" sldId="316"/>
            <ac:cxnSpMk id="17" creationId="{65A070DF-4C32-DC20-8892-D2793C7089BC}"/>
          </ac:cxnSpMkLst>
        </pc:cxnChg>
        <pc:cxnChg chg="add mod">
          <ac:chgData name="Hossain, Tanvir" userId="5379524b-2947-4ff6-93a6-0f4602028252" providerId="ADAL" clId="{6F9ADBE3-9A94-4720-8CF8-9A8134603AF5}" dt="2024-12-03T09:59:31.484" v="1568" actId="208"/>
          <ac:cxnSpMkLst>
            <pc:docMk/>
            <pc:sldMk cId="1674310437" sldId="316"/>
            <ac:cxnSpMk id="18" creationId="{729BA2ED-1F62-A3C8-C0D4-3F2A229EF2A6}"/>
          </ac:cxnSpMkLst>
        </pc:cxnChg>
        <pc:cxnChg chg="del mod topLvl">
          <ac:chgData name="Hossain, Tanvir" userId="5379524b-2947-4ff6-93a6-0f4602028252" providerId="ADAL" clId="{6F9ADBE3-9A94-4720-8CF8-9A8134603AF5}" dt="2024-12-03T09:52:17.888" v="1453" actId="478"/>
          <ac:cxnSpMkLst>
            <pc:docMk/>
            <pc:sldMk cId="1674310437" sldId="316"/>
            <ac:cxnSpMk id="19" creationId="{7270CB29-D725-5EC6-5E09-6323F52B9096}"/>
          </ac:cxnSpMkLst>
        </pc:cxnChg>
        <pc:cxnChg chg="del mod topLvl">
          <ac:chgData name="Hossain, Tanvir" userId="5379524b-2947-4ff6-93a6-0f4602028252" providerId="ADAL" clId="{6F9ADBE3-9A94-4720-8CF8-9A8134603AF5}" dt="2024-12-03T09:52:19.223" v="1454" actId="478"/>
          <ac:cxnSpMkLst>
            <pc:docMk/>
            <pc:sldMk cId="1674310437" sldId="316"/>
            <ac:cxnSpMk id="21" creationId="{5B950F81-C3C5-1FF1-913B-2E504EC32DC2}"/>
          </ac:cxnSpMkLst>
        </pc:cxnChg>
        <pc:cxnChg chg="add mod">
          <ac:chgData name="Hossain, Tanvir" userId="5379524b-2947-4ff6-93a6-0f4602028252" providerId="ADAL" clId="{6F9ADBE3-9A94-4720-8CF8-9A8134603AF5}" dt="2024-12-03T09:59:31.484" v="1568" actId="208"/>
          <ac:cxnSpMkLst>
            <pc:docMk/>
            <pc:sldMk cId="1674310437" sldId="316"/>
            <ac:cxnSpMk id="22" creationId="{D247F085-58AA-18C1-65F2-6E621AF830CA}"/>
          </ac:cxnSpMkLst>
        </pc:cxnChg>
        <pc:cxnChg chg="del mod topLvl">
          <ac:chgData name="Hossain, Tanvir" userId="5379524b-2947-4ff6-93a6-0f4602028252" providerId="ADAL" clId="{6F9ADBE3-9A94-4720-8CF8-9A8134603AF5}" dt="2024-12-03T09:52:21.824" v="1455" actId="478"/>
          <ac:cxnSpMkLst>
            <pc:docMk/>
            <pc:sldMk cId="1674310437" sldId="316"/>
            <ac:cxnSpMk id="23" creationId="{0BBC22E2-2A4F-C751-C1E1-FABF9819B8AD}"/>
          </ac:cxnSpMkLst>
        </pc:cxnChg>
        <pc:cxnChg chg="add mod">
          <ac:chgData name="Hossain, Tanvir" userId="5379524b-2947-4ff6-93a6-0f4602028252" providerId="ADAL" clId="{6F9ADBE3-9A94-4720-8CF8-9A8134603AF5}" dt="2024-12-03T09:59:31.484" v="1568" actId="208"/>
          <ac:cxnSpMkLst>
            <pc:docMk/>
            <pc:sldMk cId="1674310437" sldId="316"/>
            <ac:cxnSpMk id="26" creationId="{D18C0901-74EF-E91B-EBBE-ABEC10244E99}"/>
          </ac:cxnSpMkLst>
        </pc:cxnChg>
      </pc:sldChg>
      <pc:sldChg chg="addSp delSp modSp add mod">
        <pc:chgData name="Hossain, Tanvir" userId="5379524b-2947-4ff6-93a6-0f4602028252" providerId="ADAL" clId="{6F9ADBE3-9A94-4720-8CF8-9A8134603AF5}" dt="2024-12-03T10:00:55.325" v="1588" actId="403"/>
        <pc:sldMkLst>
          <pc:docMk/>
          <pc:sldMk cId="2801828600" sldId="317"/>
        </pc:sldMkLst>
        <pc:spChg chg="add mod">
          <ac:chgData name="Hossain, Tanvir" userId="5379524b-2947-4ff6-93a6-0f4602028252" providerId="ADAL" clId="{6F9ADBE3-9A94-4720-8CF8-9A8134603AF5}" dt="2024-12-03T10:00:55.325" v="1588" actId="403"/>
          <ac:spMkLst>
            <pc:docMk/>
            <pc:sldMk cId="2801828600" sldId="317"/>
            <ac:spMk id="3" creationId="{0AADB867-4875-EB61-9B59-4D7A4FD82D7A}"/>
          </ac:spMkLst>
        </pc:spChg>
        <pc:spChg chg="mod">
          <ac:chgData name="Hossain, Tanvir" userId="5379524b-2947-4ff6-93a6-0f4602028252" providerId="ADAL" clId="{6F9ADBE3-9A94-4720-8CF8-9A8134603AF5}" dt="2024-12-03T10:00:21.255" v="1574"/>
          <ac:spMkLst>
            <pc:docMk/>
            <pc:sldMk cId="2801828600" sldId="317"/>
            <ac:spMk id="4" creationId="{C2AB3863-E62A-C653-7C11-CAD70BF61AB5}"/>
          </ac:spMkLst>
        </pc:spChg>
        <pc:spChg chg="del">
          <ac:chgData name="Hossain, Tanvir" userId="5379524b-2947-4ff6-93a6-0f4602028252" providerId="ADAL" clId="{6F9ADBE3-9A94-4720-8CF8-9A8134603AF5}" dt="2024-12-03T10:00:13.955" v="1573" actId="478"/>
          <ac:spMkLst>
            <pc:docMk/>
            <pc:sldMk cId="2801828600" sldId="317"/>
            <ac:spMk id="7" creationId="{B38C30BE-3265-E413-E4C5-3F665DAF2388}"/>
          </ac:spMkLst>
        </pc:spChg>
        <pc:spChg chg="del">
          <ac:chgData name="Hossain, Tanvir" userId="5379524b-2947-4ff6-93a6-0f4602028252" providerId="ADAL" clId="{6F9ADBE3-9A94-4720-8CF8-9A8134603AF5}" dt="2024-12-03T10:00:13.955" v="1573" actId="478"/>
          <ac:spMkLst>
            <pc:docMk/>
            <pc:sldMk cId="2801828600" sldId="317"/>
            <ac:spMk id="8" creationId="{C9D7AF8E-4133-7CD6-75AF-49E6594AC311}"/>
          </ac:spMkLst>
        </pc:spChg>
        <pc:spChg chg="del">
          <ac:chgData name="Hossain, Tanvir" userId="5379524b-2947-4ff6-93a6-0f4602028252" providerId="ADAL" clId="{6F9ADBE3-9A94-4720-8CF8-9A8134603AF5}" dt="2024-12-03T10:00:13.955" v="1573" actId="478"/>
          <ac:spMkLst>
            <pc:docMk/>
            <pc:sldMk cId="2801828600" sldId="317"/>
            <ac:spMk id="9" creationId="{C7089752-E105-18B8-A8C7-87C1BB22A5C5}"/>
          </ac:spMkLst>
        </pc:spChg>
        <pc:spChg chg="del">
          <ac:chgData name="Hossain, Tanvir" userId="5379524b-2947-4ff6-93a6-0f4602028252" providerId="ADAL" clId="{6F9ADBE3-9A94-4720-8CF8-9A8134603AF5}" dt="2024-12-03T10:00:13.955" v="1573" actId="478"/>
          <ac:spMkLst>
            <pc:docMk/>
            <pc:sldMk cId="2801828600" sldId="317"/>
            <ac:spMk id="10" creationId="{6A4C80C0-030E-2CF2-5DE5-63B733DF8039}"/>
          </ac:spMkLst>
        </pc:spChg>
        <pc:spChg chg="del">
          <ac:chgData name="Hossain, Tanvir" userId="5379524b-2947-4ff6-93a6-0f4602028252" providerId="ADAL" clId="{6F9ADBE3-9A94-4720-8CF8-9A8134603AF5}" dt="2024-12-03T10:00:13.955" v="1573" actId="478"/>
          <ac:spMkLst>
            <pc:docMk/>
            <pc:sldMk cId="2801828600" sldId="317"/>
            <ac:spMk id="11" creationId="{643FDDAC-306C-543A-DECD-F4E2BD8A27B1}"/>
          </ac:spMkLst>
        </pc:spChg>
        <pc:spChg chg="del">
          <ac:chgData name="Hossain, Tanvir" userId="5379524b-2947-4ff6-93a6-0f4602028252" providerId="ADAL" clId="{6F9ADBE3-9A94-4720-8CF8-9A8134603AF5}" dt="2024-12-03T10:00:13.955" v="1573" actId="478"/>
          <ac:spMkLst>
            <pc:docMk/>
            <pc:sldMk cId="2801828600" sldId="317"/>
            <ac:spMk id="30" creationId="{74980E25-831B-B8B7-DD12-292C080C519F}"/>
          </ac:spMkLst>
        </pc:spChg>
        <pc:cxnChg chg="del mod">
          <ac:chgData name="Hossain, Tanvir" userId="5379524b-2947-4ff6-93a6-0f4602028252" providerId="ADAL" clId="{6F9ADBE3-9A94-4720-8CF8-9A8134603AF5}" dt="2024-12-03T10:00:13.955" v="1573" actId="478"/>
          <ac:cxnSpMkLst>
            <pc:docMk/>
            <pc:sldMk cId="2801828600" sldId="317"/>
            <ac:cxnSpMk id="12" creationId="{4B87FDC1-17EC-EA0D-07AE-92634FB2D6D1}"/>
          </ac:cxnSpMkLst>
        </pc:cxnChg>
        <pc:cxnChg chg="del mod">
          <ac:chgData name="Hossain, Tanvir" userId="5379524b-2947-4ff6-93a6-0f4602028252" providerId="ADAL" clId="{6F9ADBE3-9A94-4720-8CF8-9A8134603AF5}" dt="2024-12-03T10:00:13.955" v="1573" actId="478"/>
          <ac:cxnSpMkLst>
            <pc:docMk/>
            <pc:sldMk cId="2801828600" sldId="317"/>
            <ac:cxnSpMk id="18" creationId="{4FE29DB6-852A-1D20-C0C2-E5EE1D2BB024}"/>
          </ac:cxnSpMkLst>
        </pc:cxnChg>
        <pc:cxnChg chg="del mod">
          <ac:chgData name="Hossain, Tanvir" userId="5379524b-2947-4ff6-93a6-0f4602028252" providerId="ADAL" clId="{6F9ADBE3-9A94-4720-8CF8-9A8134603AF5}" dt="2024-12-03T10:00:13.955" v="1573" actId="478"/>
          <ac:cxnSpMkLst>
            <pc:docMk/>
            <pc:sldMk cId="2801828600" sldId="317"/>
            <ac:cxnSpMk id="22" creationId="{7DAFB46F-36FC-6EE4-8244-7BF90E7E0F26}"/>
          </ac:cxnSpMkLst>
        </pc:cxnChg>
        <pc:cxnChg chg="del mod">
          <ac:chgData name="Hossain, Tanvir" userId="5379524b-2947-4ff6-93a6-0f4602028252" providerId="ADAL" clId="{6F9ADBE3-9A94-4720-8CF8-9A8134603AF5}" dt="2024-12-03T10:00:13.955" v="1573" actId="478"/>
          <ac:cxnSpMkLst>
            <pc:docMk/>
            <pc:sldMk cId="2801828600" sldId="317"/>
            <ac:cxnSpMk id="26" creationId="{107C24D9-6208-E244-0566-2822D71D9F66}"/>
          </ac:cxnSpMkLst>
        </pc:cxnChg>
      </pc:sldChg>
      <pc:sldChg chg="addSp delSp modSp add mod modAnim">
        <pc:chgData name="Hossain, Tanvir" userId="5379524b-2947-4ff6-93a6-0f4602028252" providerId="ADAL" clId="{6F9ADBE3-9A94-4720-8CF8-9A8134603AF5}" dt="2024-12-03T10:37:57.937" v="1906"/>
        <pc:sldMkLst>
          <pc:docMk/>
          <pc:sldMk cId="1731278218" sldId="318"/>
        </pc:sldMkLst>
        <pc:spChg chg="del">
          <ac:chgData name="Hossain, Tanvir" userId="5379524b-2947-4ff6-93a6-0f4602028252" providerId="ADAL" clId="{6F9ADBE3-9A94-4720-8CF8-9A8134603AF5}" dt="2024-12-03T10:01:32.209" v="1591" actId="478"/>
          <ac:spMkLst>
            <pc:docMk/>
            <pc:sldMk cId="1731278218" sldId="318"/>
            <ac:spMk id="3" creationId="{8B80E054-9E1F-3CB9-F771-4AC7670C0814}"/>
          </ac:spMkLst>
        </pc:spChg>
        <pc:spChg chg="mod">
          <ac:chgData name="Hossain, Tanvir" userId="5379524b-2947-4ff6-93a6-0f4602028252" providerId="ADAL" clId="{6F9ADBE3-9A94-4720-8CF8-9A8134603AF5}" dt="2024-12-03T10:01:29.038" v="1590"/>
          <ac:spMkLst>
            <pc:docMk/>
            <pc:sldMk cId="1731278218" sldId="318"/>
            <ac:spMk id="4" creationId="{E8A02FB8-EC4E-DCD0-AA29-CF2C83187FB5}"/>
          </ac:spMkLst>
        </pc:spChg>
        <pc:spChg chg="add mod">
          <ac:chgData name="Hossain, Tanvir" userId="5379524b-2947-4ff6-93a6-0f4602028252" providerId="ADAL" clId="{6F9ADBE3-9A94-4720-8CF8-9A8134603AF5}" dt="2024-12-03T10:28:46.124" v="1723" actId="1076"/>
          <ac:spMkLst>
            <pc:docMk/>
            <pc:sldMk cId="1731278218" sldId="318"/>
            <ac:spMk id="8" creationId="{9C0BDD92-7618-63E8-4EC5-62AEEB1B7857}"/>
          </ac:spMkLst>
        </pc:spChg>
        <pc:spChg chg="add mod">
          <ac:chgData name="Hossain, Tanvir" userId="5379524b-2947-4ff6-93a6-0f4602028252" providerId="ADAL" clId="{6F9ADBE3-9A94-4720-8CF8-9A8134603AF5}" dt="2024-12-03T10:28:46.124" v="1723" actId="1076"/>
          <ac:spMkLst>
            <pc:docMk/>
            <pc:sldMk cId="1731278218" sldId="318"/>
            <ac:spMk id="12" creationId="{2AE0F58F-960A-AF48-8267-15ACC8F80F3B}"/>
          </ac:spMkLst>
        </pc:spChg>
        <pc:spChg chg="add del">
          <ac:chgData name="Hossain, Tanvir" userId="5379524b-2947-4ff6-93a6-0f4602028252" providerId="ADAL" clId="{6F9ADBE3-9A94-4720-8CF8-9A8134603AF5}" dt="2024-12-03T10:27:15.507" v="1688" actId="478"/>
          <ac:spMkLst>
            <pc:docMk/>
            <pc:sldMk cId="1731278218" sldId="318"/>
            <ac:spMk id="23" creationId="{E452A0B7-5A4D-B1E2-BF1F-344F2374678D}"/>
          </ac:spMkLst>
        </pc:spChg>
        <pc:spChg chg="add del">
          <ac:chgData name="Hossain, Tanvir" userId="5379524b-2947-4ff6-93a6-0f4602028252" providerId="ADAL" clId="{6F9ADBE3-9A94-4720-8CF8-9A8134603AF5}" dt="2024-12-03T10:28:17.650" v="1714" actId="21"/>
          <ac:spMkLst>
            <pc:docMk/>
            <pc:sldMk cId="1731278218" sldId="318"/>
            <ac:spMk id="24" creationId="{A77F2376-8170-A525-A40D-3B98DF55E6AF}"/>
          </ac:spMkLst>
        </pc:spChg>
        <pc:spChg chg="add del mod">
          <ac:chgData name="Hossain, Tanvir" userId="5379524b-2947-4ff6-93a6-0f4602028252" providerId="ADAL" clId="{6F9ADBE3-9A94-4720-8CF8-9A8134603AF5}" dt="2024-12-03T10:28:17.650" v="1714" actId="21"/>
          <ac:spMkLst>
            <pc:docMk/>
            <pc:sldMk cId="1731278218" sldId="318"/>
            <ac:spMk id="25" creationId="{D9637200-3A79-CCD3-7AB2-B31009ED5206}"/>
          </ac:spMkLst>
        </pc:spChg>
        <pc:spChg chg="add del mod">
          <ac:chgData name="Hossain, Tanvir" userId="5379524b-2947-4ff6-93a6-0f4602028252" providerId="ADAL" clId="{6F9ADBE3-9A94-4720-8CF8-9A8134603AF5}" dt="2024-12-03T10:28:17.650" v="1714" actId="21"/>
          <ac:spMkLst>
            <pc:docMk/>
            <pc:sldMk cId="1731278218" sldId="318"/>
            <ac:spMk id="26" creationId="{4152A69E-9352-CA27-1738-1CF4B58C5BA8}"/>
          </ac:spMkLst>
        </pc:spChg>
        <pc:spChg chg="add del mod">
          <ac:chgData name="Hossain, Tanvir" userId="5379524b-2947-4ff6-93a6-0f4602028252" providerId="ADAL" clId="{6F9ADBE3-9A94-4720-8CF8-9A8134603AF5}" dt="2024-12-03T10:28:17.650" v="1714" actId="21"/>
          <ac:spMkLst>
            <pc:docMk/>
            <pc:sldMk cId="1731278218" sldId="318"/>
            <ac:spMk id="27" creationId="{EFC91C69-A40A-4757-DA08-14D42D2E56B9}"/>
          </ac:spMkLst>
        </pc:spChg>
        <pc:spChg chg="add del">
          <ac:chgData name="Hossain, Tanvir" userId="5379524b-2947-4ff6-93a6-0f4602028252" providerId="ADAL" clId="{6F9ADBE3-9A94-4720-8CF8-9A8134603AF5}" dt="2024-12-03T10:28:17.650" v="1714" actId="21"/>
          <ac:spMkLst>
            <pc:docMk/>
            <pc:sldMk cId="1731278218" sldId="318"/>
            <ac:spMk id="28" creationId="{C910C7C9-B1C3-E743-8AB0-48BC905349E1}"/>
          </ac:spMkLst>
        </pc:spChg>
        <pc:spChg chg="add del mod">
          <ac:chgData name="Hossain, Tanvir" userId="5379524b-2947-4ff6-93a6-0f4602028252" providerId="ADAL" clId="{6F9ADBE3-9A94-4720-8CF8-9A8134603AF5}" dt="2024-12-03T10:28:17.650" v="1714" actId="21"/>
          <ac:spMkLst>
            <pc:docMk/>
            <pc:sldMk cId="1731278218" sldId="318"/>
            <ac:spMk id="29" creationId="{E16724AA-CFF1-7330-2A4A-4F997BB78C9A}"/>
          </ac:spMkLst>
        </pc:spChg>
        <pc:spChg chg="add del mod">
          <ac:chgData name="Hossain, Tanvir" userId="5379524b-2947-4ff6-93a6-0f4602028252" providerId="ADAL" clId="{6F9ADBE3-9A94-4720-8CF8-9A8134603AF5}" dt="2024-12-03T10:28:17.650" v="1714" actId="21"/>
          <ac:spMkLst>
            <pc:docMk/>
            <pc:sldMk cId="1731278218" sldId="318"/>
            <ac:spMk id="30" creationId="{26774319-BC42-658A-4C4A-9F45852581F8}"/>
          </ac:spMkLst>
        </pc:spChg>
        <pc:spChg chg="add del mod">
          <ac:chgData name="Hossain, Tanvir" userId="5379524b-2947-4ff6-93a6-0f4602028252" providerId="ADAL" clId="{6F9ADBE3-9A94-4720-8CF8-9A8134603AF5}" dt="2024-12-03T10:28:17.650" v="1714" actId="21"/>
          <ac:spMkLst>
            <pc:docMk/>
            <pc:sldMk cId="1731278218" sldId="318"/>
            <ac:spMk id="31" creationId="{133B00A3-1B88-C118-9080-F1F498A8F874}"/>
          </ac:spMkLst>
        </pc:spChg>
        <pc:spChg chg="add del mod">
          <ac:chgData name="Hossain, Tanvir" userId="5379524b-2947-4ff6-93a6-0f4602028252" providerId="ADAL" clId="{6F9ADBE3-9A94-4720-8CF8-9A8134603AF5}" dt="2024-12-03T10:28:17.650" v="1714" actId="21"/>
          <ac:spMkLst>
            <pc:docMk/>
            <pc:sldMk cId="1731278218" sldId="318"/>
            <ac:spMk id="32" creationId="{8E684BBA-AFC2-C1F3-A678-26BD2DDBC88D}"/>
          </ac:spMkLst>
        </pc:spChg>
        <pc:spChg chg="add del mod">
          <ac:chgData name="Hossain, Tanvir" userId="5379524b-2947-4ff6-93a6-0f4602028252" providerId="ADAL" clId="{6F9ADBE3-9A94-4720-8CF8-9A8134603AF5}" dt="2024-12-03T10:28:17.650" v="1714" actId="21"/>
          <ac:spMkLst>
            <pc:docMk/>
            <pc:sldMk cId="1731278218" sldId="318"/>
            <ac:spMk id="33" creationId="{8DA98575-82AC-40B3-0904-9236B91ACDA7}"/>
          </ac:spMkLst>
        </pc:spChg>
        <pc:spChg chg="add del mod">
          <ac:chgData name="Hossain, Tanvir" userId="5379524b-2947-4ff6-93a6-0f4602028252" providerId="ADAL" clId="{6F9ADBE3-9A94-4720-8CF8-9A8134603AF5}" dt="2024-12-03T10:28:17.650" v="1714" actId="21"/>
          <ac:spMkLst>
            <pc:docMk/>
            <pc:sldMk cId="1731278218" sldId="318"/>
            <ac:spMk id="34" creationId="{EDC8E3C4-5C21-3453-4F61-67813CA67BBE}"/>
          </ac:spMkLst>
        </pc:spChg>
        <pc:spChg chg="add del mod">
          <ac:chgData name="Hossain, Tanvir" userId="5379524b-2947-4ff6-93a6-0f4602028252" providerId="ADAL" clId="{6F9ADBE3-9A94-4720-8CF8-9A8134603AF5}" dt="2024-12-03T10:28:17.650" v="1714" actId="21"/>
          <ac:spMkLst>
            <pc:docMk/>
            <pc:sldMk cId="1731278218" sldId="318"/>
            <ac:spMk id="35" creationId="{7CBE815C-2754-A629-8536-6BDFC861C7D2}"/>
          </ac:spMkLst>
        </pc:spChg>
        <pc:spChg chg="add del mod">
          <ac:chgData name="Hossain, Tanvir" userId="5379524b-2947-4ff6-93a6-0f4602028252" providerId="ADAL" clId="{6F9ADBE3-9A94-4720-8CF8-9A8134603AF5}" dt="2024-12-03T10:28:17.650" v="1714" actId="21"/>
          <ac:spMkLst>
            <pc:docMk/>
            <pc:sldMk cId="1731278218" sldId="318"/>
            <ac:spMk id="36" creationId="{8DA84B30-69B5-1688-44D3-8FE97F36F18C}"/>
          </ac:spMkLst>
        </pc:spChg>
        <pc:spChg chg="add mod">
          <ac:chgData name="Hossain, Tanvir" userId="5379524b-2947-4ff6-93a6-0f4602028252" providerId="ADAL" clId="{6F9ADBE3-9A94-4720-8CF8-9A8134603AF5}" dt="2024-12-03T10:37:27.991" v="1902" actId="164"/>
          <ac:spMkLst>
            <pc:docMk/>
            <pc:sldMk cId="1731278218" sldId="318"/>
            <ac:spMk id="47" creationId="{A77F2376-8170-A525-A40D-3B98DF55E6AF}"/>
          </ac:spMkLst>
        </pc:spChg>
        <pc:spChg chg="add mod">
          <ac:chgData name="Hossain, Tanvir" userId="5379524b-2947-4ff6-93a6-0f4602028252" providerId="ADAL" clId="{6F9ADBE3-9A94-4720-8CF8-9A8134603AF5}" dt="2024-12-03T10:37:27.991" v="1902" actId="164"/>
          <ac:spMkLst>
            <pc:docMk/>
            <pc:sldMk cId="1731278218" sldId="318"/>
            <ac:spMk id="48" creationId="{D9637200-3A79-CCD3-7AB2-B31009ED5206}"/>
          </ac:spMkLst>
        </pc:spChg>
        <pc:spChg chg="add mod">
          <ac:chgData name="Hossain, Tanvir" userId="5379524b-2947-4ff6-93a6-0f4602028252" providerId="ADAL" clId="{6F9ADBE3-9A94-4720-8CF8-9A8134603AF5}" dt="2024-12-03T10:37:27.991" v="1902" actId="164"/>
          <ac:spMkLst>
            <pc:docMk/>
            <pc:sldMk cId="1731278218" sldId="318"/>
            <ac:spMk id="49" creationId="{4152A69E-9352-CA27-1738-1CF4B58C5BA8}"/>
          </ac:spMkLst>
        </pc:spChg>
        <pc:spChg chg="add mod">
          <ac:chgData name="Hossain, Tanvir" userId="5379524b-2947-4ff6-93a6-0f4602028252" providerId="ADAL" clId="{6F9ADBE3-9A94-4720-8CF8-9A8134603AF5}" dt="2024-12-03T10:37:27.991" v="1902" actId="164"/>
          <ac:spMkLst>
            <pc:docMk/>
            <pc:sldMk cId="1731278218" sldId="318"/>
            <ac:spMk id="50" creationId="{EFC91C69-A40A-4757-DA08-14D42D2E56B9}"/>
          </ac:spMkLst>
        </pc:spChg>
        <pc:spChg chg="add mod">
          <ac:chgData name="Hossain, Tanvir" userId="5379524b-2947-4ff6-93a6-0f4602028252" providerId="ADAL" clId="{6F9ADBE3-9A94-4720-8CF8-9A8134603AF5}" dt="2024-12-03T10:37:27.991" v="1902" actId="164"/>
          <ac:spMkLst>
            <pc:docMk/>
            <pc:sldMk cId="1731278218" sldId="318"/>
            <ac:spMk id="51" creationId="{C910C7C9-B1C3-E743-8AB0-48BC905349E1}"/>
          </ac:spMkLst>
        </pc:spChg>
        <pc:spChg chg="add mod">
          <ac:chgData name="Hossain, Tanvir" userId="5379524b-2947-4ff6-93a6-0f4602028252" providerId="ADAL" clId="{6F9ADBE3-9A94-4720-8CF8-9A8134603AF5}" dt="2024-12-03T10:37:27.991" v="1902" actId="164"/>
          <ac:spMkLst>
            <pc:docMk/>
            <pc:sldMk cId="1731278218" sldId="318"/>
            <ac:spMk id="52" creationId="{E16724AA-CFF1-7330-2A4A-4F997BB78C9A}"/>
          </ac:spMkLst>
        </pc:spChg>
        <pc:spChg chg="add mod">
          <ac:chgData name="Hossain, Tanvir" userId="5379524b-2947-4ff6-93a6-0f4602028252" providerId="ADAL" clId="{6F9ADBE3-9A94-4720-8CF8-9A8134603AF5}" dt="2024-12-03T10:37:27.991" v="1902" actId="164"/>
          <ac:spMkLst>
            <pc:docMk/>
            <pc:sldMk cId="1731278218" sldId="318"/>
            <ac:spMk id="53" creationId="{26774319-BC42-658A-4C4A-9F45852581F8}"/>
          </ac:spMkLst>
        </pc:spChg>
        <pc:spChg chg="add mod">
          <ac:chgData name="Hossain, Tanvir" userId="5379524b-2947-4ff6-93a6-0f4602028252" providerId="ADAL" clId="{6F9ADBE3-9A94-4720-8CF8-9A8134603AF5}" dt="2024-12-03T10:37:27.991" v="1902" actId="164"/>
          <ac:spMkLst>
            <pc:docMk/>
            <pc:sldMk cId="1731278218" sldId="318"/>
            <ac:spMk id="54" creationId="{133B00A3-1B88-C118-9080-F1F498A8F874}"/>
          </ac:spMkLst>
        </pc:spChg>
        <pc:spChg chg="add mod">
          <ac:chgData name="Hossain, Tanvir" userId="5379524b-2947-4ff6-93a6-0f4602028252" providerId="ADAL" clId="{6F9ADBE3-9A94-4720-8CF8-9A8134603AF5}" dt="2024-12-03T10:37:27.991" v="1902" actId="164"/>
          <ac:spMkLst>
            <pc:docMk/>
            <pc:sldMk cId="1731278218" sldId="318"/>
            <ac:spMk id="55" creationId="{8E684BBA-AFC2-C1F3-A678-26BD2DDBC88D}"/>
          </ac:spMkLst>
        </pc:spChg>
        <pc:spChg chg="add mod">
          <ac:chgData name="Hossain, Tanvir" userId="5379524b-2947-4ff6-93a6-0f4602028252" providerId="ADAL" clId="{6F9ADBE3-9A94-4720-8CF8-9A8134603AF5}" dt="2024-12-03T10:37:27.991" v="1902" actId="164"/>
          <ac:spMkLst>
            <pc:docMk/>
            <pc:sldMk cId="1731278218" sldId="318"/>
            <ac:spMk id="56" creationId="{8DA98575-82AC-40B3-0904-9236B91ACDA7}"/>
          </ac:spMkLst>
        </pc:spChg>
        <pc:spChg chg="add mod">
          <ac:chgData name="Hossain, Tanvir" userId="5379524b-2947-4ff6-93a6-0f4602028252" providerId="ADAL" clId="{6F9ADBE3-9A94-4720-8CF8-9A8134603AF5}" dt="2024-12-03T10:37:27.991" v="1902" actId="164"/>
          <ac:spMkLst>
            <pc:docMk/>
            <pc:sldMk cId="1731278218" sldId="318"/>
            <ac:spMk id="57" creationId="{EDC8E3C4-5C21-3453-4F61-67813CA67BBE}"/>
          </ac:spMkLst>
        </pc:spChg>
        <pc:spChg chg="add mod">
          <ac:chgData name="Hossain, Tanvir" userId="5379524b-2947-4ff6-93a6-0f4602028252" providerId="ADAL" clId="{6F9ADBE3-9A94-4720-8CF8-9A8134603AF5}" dt="2024-12-03T10:37:27.991" v="1902" actId="164"/>
          <ac:spMkLst>
            <pc:docMk/>
            <pc:sldMk cId="1731278218" sldId="318"/>
            <ac:spMk id="58" creationId="{7CBE815C-2754-A629-8536-6BDFC861C7D2}"/>
          </ac:spMkLst>
        </pc:spChg>
        <pc:spChg chg="add mod">
          <ac:chgData name="Hossain, Tanvir" userId="5379524b-2947-4ff6-93a6-0f4602028252" providerId="ADAL" clId="{6F9ADBE3-9A94-4720-8CF8-9A8134603AF5}" dt="2024-12-03T10:37:27.991" v="1902" actId="164"/>
          <ac:spMkLst>
            <pc:docMk/>
            <pc:sldMk cId="1731278218" sldId="318"/>
            <ac:spMk id="59" creationId="{8DA84B30-69B5-1688-44D3-8FE97F36F18C}"/>
          </ac:spMkLst>
        </pc:spChg>
        <pc:spChg chg="add mod">
          <ac:chgData name="Hossain, Tanvir" userId="5379524b-2947-4ff6-93a6-0f4602028252" providerId="ADAL" clId="{6F9ADBE3-9A94-4720-8CF8-9A8134603AF5}" dt="2024-12-03T10:37:27.991" v="1902" actId="164"/>
          <ac:spMkLst>
            <pc:docMk/>
            <pc:sldMk cId="1731278218" sldId="318"/>
            <ac:spMk id="60" creationId="{7DC183B6-BD59-C3C7-DA62-66AFD0E196ED}"/>
          </ac:spMkLst>
        </pc:spChg>
        <pc:spChg chg="add mod">
          <ac:chgData name="Hossain, Tanvir" userId="5379524b-2947-4ff6-93a6-0f4602028252" providerId="ADAL" clId="{6F9ADBE3-9A94-4720-8CF8-9A8134603AF5}" dt="2024-12-03T10:37:27.991" v="1902" actId="164"/>
          <ac:spMkLst>
            <pc:docMk/>
            <pc:sldMk cId="1731278218" sldId="318"/>
            <ac:spMk id="61" creationId="{FA53462F-A173-CAEA-6FE1-3D6677AB6DE1}"/>
          </ac:spMkLst>
        </pc:spChg>
        <pc:spChg chg="add mod">
          <ac:chgData name="Hossain, Tanvir" userId="5379524b-2947-4ff6-93a6-0f4602028252" providerId="ADAL" clId="{6F9ADBE3-9A94-4720-8CF8-9A8134603AF5}" dt="2024-12-03T10:37:27.991" v="1902" actId="164"/>
          <ac:spMkLst>
            <pc:docMk/>
            <pc:sldMk cId="1731278218" sldId="318"/>
            <ac:spMk id="62" creationId="{7A1B27BE-A0F4-FA33-15C7-BAD4564EFE5D}"/>
          </ac:spMkLst>
        </pc:spChg>
        <pc:spChg chg="add mod">
          <ac:chgData name="Hossain, Tanvir" userId="5379524b-2947-4ff6-93a6-0f4602028252" providerId="ADAL" clId="{6F9ADBE3-9A94-4720-8CF8-9A8134603AF5}" dt="2024-12-03T10:37:27.991" v="1902" actId="164"/>
          <ac:spMkLst>
            <pc:docMk/>
            <pc:sldMk cId="1731278218" sldId="318"/>
            <ac:spMk id="63" creationId="{FEA8BDD5-A1C6-035C-90FD-DE8CEDCB66B3}"/>
          </ac:spMkLst>
        </pc:spChg>
        <pc:spChg chg="add mod ord">
          <ac:chgData name="Hossain, Tanvir" userId="5379524b-2947-4ff6-93a6-0f4602028252" providerId="ADAL" clId="{6F9ADBE3-9A94-4720-8CF8-9A8134603AF5}" dt="2024-12-03T10:37:27.991" v="1902" actId="164"/>
          <ac:spMkLst>
            <pc:docMk/>
            <pc:sldMk cId="1731278218" sldId="318"/>
            <ac:spMk id="97" creationId="{BD003040-8AAA-E945-38B5-3F8C17C73F65}"/>
          </ac:spMkLst>
        </pc:spChg>
        <pc:spChg chg="add mod ord">
          <ac:chgData name="Hossain, Tanvir" userId="5379524b-2947-4ff6-93a6-0f4602028252" providerId="ADAL" clId="{6F9ADBE3-9A94-4720-8CF8-9A8134603AF5}" dt="2024-12-03T10:37:27.991" v="1902" actId="164"/>
          <ac:spMkLst>
            <pc:docMk/>
            <pc:sldMk cId="1731278218" sldId="318"/>
            <ac:spMk id="98" creationId="{87E456EC-9A7F-05B4-8FDF-CAE49B6EE61D}"/>
          </ac:spMkLst>
        </pc:spChg>
        <pc:spChg chg="add mod ord">
          <ac:chgData name="Hossain, Tanvir" userId="5379524b-2947-4ff6-93a6-0f4602028252" providerId="ADAL" clId="{6F9ADBE3-9A94-4720-8CF8-9A8134603AF5}" dt="2024-12-03T10:37:27.991" v="1902" actId="164"/>
          <ac:spMkLst>
            <pc:docMk/>
            <pc:sldMk cId="1731278218" sldId="318"/>
            <ac:spMk id="99" creationId="{751BD118-3023-DE99-CB74-F83A98832292}"/>
          </ac:spMkLst>
        </pc:spChg>
        <pc:spChg chg="add mod ord">
          <ac:chgData name="Hossain, Tanvir" userId="5379524b-2947-4ff6-93a6-0f4602028252" providerId="ADAL" clId="{6F9ADBE3-9A94-4720-8CF8-9A8134603AF5}" dt="2024-12-03T10:37:27.991" v="1902" actId="164"/>
          <ac:spMkLst>
            <pc:docMk/>
            <pc:sldMk cId="1731278218" sldId="318"/>
            <ac:spMk id="100" creationId="{A3C27B84-5FEF-D0C8-68AE-1562E4A5416A}"/>
          </ac:spMkLst>
        </pc:spChg>
        <pc:grpChg chg="add mod">
          <ac:chgData name="Hossain, Tanvir" userId="5379524b-2947-4ff6-93a6-0f4602028252" providerId="ADAL" clId="{6F9ADBE3-9A94-4720-8CF8-9A8134603AF5}" dt="2024-12-03T10:37:27.991" v="1902" actId="164"/>
          <ac:grpSpMkLst>
            <pc:docMk/>
            <pc:sldMk cId="1731278218" sldId="318"/>
            <ac:grpSpMk id="101" creationId="{0B523F42-D69F-DFCB-C05F-23A320E3B274}"/>
          </ac:grpSpMkLst>
        </pc:grpChg>
        <pc:picChg chg="add mod">
          <ac:chgData name="Hossain, Tanvir" userId="5379524b-2947-4ff6-93a6-0f4602028252" providerId="ADAL" clId="{6F9ADBE3-9A94-4720-8CF8-9A8134603AF5}" dt="2024-12-03T10:28:46.124" v="1723" actId="1076"/>
          <ac:picMkLst>
            <pc:docMk/>
            <pc:sldMk cId="1731278218" sldId="318"/>
            <ac:picMk id="5" creationId="{7EAFAD98-9571-0439-84A8-9220E9D14732}"/>
          </ac:picMkLst>
        </pc:picChg>
        <pc:picChg chg="add del mod">
          <ac:chgData name="Hossain, Tanvir" userId="5379524b-2947-4ff6-93a6-0f4602028252" providerId="ADAL" clId="{6F9ADBE3-9A94-4720-8CF8-9A8134603AF5}" dt="2024-12-03T10:05:25.691" v="1601" actId="478"/>
          <ac:picMkLst>
            <pc:docMk/>
            <pc:sldMk cId="1731278218" sldId="318"/>
            <ac:picMk id="7" creationId="{B0DAC9B3-B94A-30FC-66F6-A16ACE771623}"/>
          </ac:picMkLst>
        </pc:picChg>
        <pc:picChg chg="add del">
          <ac:chgData name="Hossain, Tanvir" userId="5379524b-2947-4ff6-93a6-0f4602028252" providerId="ADAL" clId="{6F9ADBE3-9A94-4720-8CF8-9A8134603AF5}" dt="2024-12-03T10:05:42.702" v="1604" actId="22"/>
          <ac:picMkLst>
            <pc:docMk/>
            <pc:sldMk cId="1731278218" sldId="318"/>
            <ac:picMk id="10" creationId="{A8D727C3-27FB-3BFF-FAAA-9EB4A7DBA452}"/>
          </ac:picMkLst>
        </pc:picChg>
        <pc:cxnChg chg="add mod">
          <ac:chgData name="Hossain, Tanvir" userId="5379524b-2947-4ff6-93a6-0f4602028252" providerId="ADAL" clId="{6F9ADBE3-9A94-4720-8CF8-9A8134603AF5}" dt="2024-12-03T10:28:46.124" v="1723" actId="1076"/>
          <ac:cxnSpMkLst>
            <pc:docMk/>
            <pc:sldMk cId="1731278218" sldId="318"/>
            <ac:cxnSpMk id="14" creationId="{5452ABF4-7711-B26A-007B-D05C7A33BC46}"/>
          </ac:cxnSpMkLst>
        </pc:cxnChg>
        <pc:cxnChg chg="add del mod">
          <ac:chgData name="Hossain, Tanvir" userId="5379524b-2947-4ff6-93a6-0f4602028252" providerId="ADAL" clId="{6F9ADBE3-9A94-4720-8CF8-9A8134603AF5}" dt="2024-12-03T10:28:25.101" v="1716" actId="478"/>
          <ac:cxnSpMkLst>
            <pc:docMk/>
            <pc:sldMk cId="1731278218" sldId="318"/>
            <ac:cxnSpMk id="16" creationId="{F6E21DB6-06CB-E2F6-073F-ED2506E79E12}"/>
          </ac:cxnSpMkLst>
        </pc:cxnChg>
        <pc:cxnChg chg="add mod">
          <ac:chgData name="Hossain, Tanvir" userId="5379524b-2947-4ff6-93a6-0f4602028252" providerId="ADAL" clId="{6F9ADBE3-9A94-4720-8CF8-9A8134603AF5}" dt="2024-12-03T10:28:46.124" v="1723" actId="1076"/>
          <ac:cxnSpMkLst>
            <pc:docMk/>
            <pc:sldMk cId="1731278218" sldId="318"/>
            <ac:cxnSpMk id="39" creationId="{B30198B0-2BAC-E1C5-27FB-E453B334A21B}"/>
          </ac:cxnSpMkLst>
        </pc:cxnChg>
        <pc:cxnChg chg="add mod">
          <ac:chgData name="Hossain, Tanvir" userId="5379524b-2947-4ff6-93a6-0f4602028252" providerId="ADAL" clId="{6F9ADBE3-9A94-4720-8CF8-9A8134603AF5}" dt="2024-12-03T10:37:27.991" v="1902" actId="164"/>
          <ac:cxnSpMkLst>
            <pc:docMk/>
            <pc:sldMk cId="1731278218" sldId="318"/>
            <ac:cxnSpMk id="65" creationId="{D9AA9A47-C33B-862B-64E5-4BAE01BAE922}"/>
          </ac:cxnSpMkLst>
        </pc:cxnChg>
        <pc:cxnChg chg="add mod">
          <ac:chgData name="Hossain, Tanvir" userId="5379524b-2947-4ff6-93a6-0f4602028252" providerId="ADAL" clId="{6F9ADBE3-9A94-4720-8CF8-9A8134603AF5}" dt="2024-12-03T10:37:27.991" v="1902" actId="164"/>
          <ac:cxnSpMkLst>
            <pc:docMk/>
            <pc:sldMk cId="1731278218" sldId="318"/>
            <ac:cxnSpMk id="67" creationId="{5B57CDF7-BC2E-3E6A-5BFB-D5BD32C03047}"/>
          </ac:cxnSpMkLst>
        </pc:cxnChg>
        <pc:cxnChg chg="add del mod">
          <ac:chgData name="Hossain, Tanvir" userId="5379524b-2947-4ff6-93a6-0f4602028252" providerId="ADAL" clId="{6F9ADBE3-9A94-4720-8CF8-9A8134603AF5}" dt="2024-12-03T10:33:17.901" v="1808" actId="478"/>
          <ac:cxnSpMkLst>
            <pc:docMk/>
            <pc:sldMk cId="1731278218" sldId="318"/>
            <ac:cxnSpMk id="69" creationId="{72264325-88EC-E193-5DAE-C114779B602C}"/>
          </ac:cxnSpMkLst>
        </pc:cxnChg>
        <pc:cxnChg chg="add mod">
          <ac:chgData name="Hossain, Tanvir" userId="5379524b-2947-4ff6-93a6-0f4602028252" providerId="ADAL" clId="{6F9ADBE3-9A94-4720-8CF8-9A8134603AF5}" dt="2024-12-03T10:37:27.991" v="1902" actId="164"/>
          <ac:cxnSpMkLst>
            <pc:docMk/>
            <pc:sldMk cId="1731278218" sldId="318"/>
            <ac:cxnSpMk id="71" creationId="{5123941F-3D07-6A44-D981-D5DE2E407AD7}"/>
          </ac:cxnSpMkLst>
        </pc:cxnChg>
        <pc:cxnChg chg="add mod">
          <ac:chgData name="Hossain, Tanvir" userId="5379524b-2947-4ff6-93a6-0f4602028252" providerId="ADAL" clId="{6F9ADBE3-9A94-4720-8CF8-9A8134603AF5}" dt="2024-12-03T10:37:27.991" v="1902" actId="164"/>
          <ac:cxnSpMkLst>
            <pc:docMk/>
            <pc:sldMk cId="1731278218" sldId="318"/>
            <ac:cxnSpMk id="73" creationId="{F68ACC09-E14A-9B9A-994F-7A37FC500BF9}"/>
          </ac:cxnSpMkLst>
        </pc:cxnChg>
        <pc:cxnChg chg="add del mod">
          <ac:chgData name="Hossain, Tanvir" userId="5379524b-2947-4ff6-93a6-0f4602028252" providerId="ADAL" clId="{6F9ADBE3-9A94-4720-8CF8-9A8134603AF5}" dt="2024-12-03T10:33:17.901" v="1808" actId="478"/>
          <ac:cxnSpMkLst>
            <pc:docMk/>
            <pc:sldMk cId="1731278218" sldId="318"/>
            <ac:cxnSpMk id="75" creationId="{CDED9475-E395-6761-EF78-75D006EC566C}"/>
          </ac:cxnSpMkLst>
        </pc:cxnChg>
        <pc:cxnChg chg="add mod">
          <ac:chgData name="Hossain, Tanvir" userId="5379524b-2947-4ff6-93a6-0f4602028252" providerId="ADAL" clId="{6F9ADBE3-9A94-4720-8CF8-9A8134603AF5}" dt="2024-12-03T10:37:27.991" v="1902" actId="164"/>
          <ac:cxnSpMkLst>
            <pc:docMk/>
            <pc:sldMk cId="1731278218" sldId="318"/>
            <ac:cxnSpMk id="77" creationId="{5BA8DD93-DF76-0671-C741-3388730D641C}"/>
          </ac:cxnSpMkLst>
        </pc:cxnChg>
        <pc:cxnChg chg="add mod">
          <ac:chgData name="Hossain, Tanvir" userId="5379524b-2947-4ff6-93a6-0f4602028252" providerId="ADAL" clId="{6F9ADBE3-9A94-4720-8CF8-9A8134603AF5}" dt="2024-12-03T10:37:27.991" v="1902" actId="164"/>
          <ac:cxnSpMkLst>
            <pc:docMk/>
            <pc:sldMk cId="1731278218" sldId="318"/>
            <ac:cxnSpMk id="79" creationId="{99C53869-FEEF-1780-EB74-71EF98357954}"/>
          </ac:cxnSpMkLst>
        </pc:cxnChg>
        <pc:cxnChg chg="add del mod">
          <ac:chgData name="Hossain, Tanvir" userId="5379524b-2947-4ff6-93a6-0f4602028252" providerId="ADAL" clId="{6F9ADBE3-9A94-4720-8CF8-9A8134603AF5}" dt="2024-12-03T10:33:17.901" v="1808" actId="478"/>
          <ac:cxnSpMkLst>
            <pc:docMk/>
            <pc:sldMk cId="1731278218" sldId="318"/>
            <ac:cxnSpMk id="81" creationId="{6FF3BF70-4103-CD3F-050D-DCD6DC54278A}"/>
          </ac:cxnSpMkLst>
        </pc:cxnChg>
        <pc:cxnChg chg="add mod">
          <ac:chgData name="Hossain, Tanvir" userId="5379524b-2947-4ff6-93a6-0f4602028252" providerId="ADAL" clId="{6F9ADBE3-9A94-4720-8CF8-9A8134603AF5}" dt="2024-12-03T10:37:27.991" v="1902" actId="164"/>
          <ac:cxnSpMkLst>
            <pc:docMk/>
            <pc:sldMk cId="1731278218" sldId="318"/>
            <ac:cxnSpMk id="83" creationId="{91EE0A36-A2C3-EA32-A70F-2015331E125C}"/>
          </ac:cxnSpMkLst>
        </pc:cxnChg>
        <pc:cxnChg chg="add mod">
          <ac:chgData name="Hossain, Tanvir" userId="5379524b-2947-4ff6-93a6-0f4602028252" providerId="ADAL" clId="{6F9ADBE3-9A94-4720-8CF8-9A8134603AF5}" dt="2024-12-03T10:37:27.991" v="1902" actId="164"/>
          <ac:cxnSpMkLst>
            <pc:docMk/>
            <pc:sldMk cId="1731278218" sldId="318"/>
            <ac:cxnSpMk id="85" creationId="{701E327D-EB00-D62F-1131-5B6BA16AD895}"/>
          </ac:cxnSpMkLst>
        </pc:cxnChg>
        <pc:cxnChg chg="add del mod">
          <ac:chgData name="Hossain, Tanvir" userId="5379524b-2947-4ff6-93a6-0f4602028252" providerId="ADAL" clId="{6F9ADBE3-9A94-4720-8CF8-9A8134603AF5}" dt="2024-12-03T10:33:17.901" v="1808" actId="478"/>
          <ac:cxnSpMkLst>
            <pc:docMk/>
            <pc:sldMk cId="1731278218" sldId="318"/>
            <ac:cxnSpMk id="87" creationId="{3BF5CDBF-EB83-066E-EB06-2B01344E5EC3}"/>
          </ac:cxnSpMkLst>
        </pc:cxnChg>
        <pc:cxnChg chg="add mod">
          <ac:chgData name="Hossain, Tanvir" userId="5379524b-2947-4ff6-93a6-0f4602028252" providerId="ADAL" clId="{6F9ADBE3-9A94-4720-8CF8-9A8134603AF5}" dt="2024-12-03T10:37:27.991" v="1902" actId="164"/>
          <ac:cxnSpMkLst>
            <pc:docMk/>
            <pc:sldMk cId="1731278218" sldId="318"/>
            <ac:cxnSpMk id="90" creationId="{948B10BB-2B33-F3F5-8FB8-03AEB0E49B1A}"/>
          </ac:cxnSpMkLst>
        </pc:cxnChg>
        <pc:cxnChg chg="add mod">
          <ac:chgData name="Hossain, Tanvir" userId="5379524b-2947-4ff6-93a6-0f4602028252" providerId="ADAL" clId="{6F9ADBE3-9A94-4720-8CF8-9A8134603AF5}" dt="2024-12-03T10:37:27.991" v="1902" actId="164"/>
          <ac:cxnSpMkLst>
            <pc:docMk/>
            <pc:sldMk cId="1731278218" sldId="318"/>
            <ac:cxnSpMk id="92" creationId="{8C2DFA02-4542-A879-AF4B-E05FB13BC588}"/>
          </ac:cxnSpMkLst>
        </pc:cxnChg>
        <pc:cxnChg chg="add mod">
          <ac:chgData name="Hossain, Tanvir" userId="5379524b-2947-4ff6-93a6-0f4602028252" providerId="ADAL" clId="{6F9ADBE3-9A94-4720-8CF8-9A8134603AF5}" dt="2024-12-03T10:37:27.991" v="1902" actId="164"/>
          <ac:cxnSpMkLst>
            <pc:docMk/>
            <pc:sldMk cId="1731278218" sldId="318"/>
            <ac:cxnSpMk id="94" creationId="{45D4FB9A-67D7-462E-12F9-9770EB7ADE5A}"/>
          </ac:cxnSpMkLst>
        </pc:cxnChg>
        <pc:cxnChg chg="add mod">
          <ac:chgData name="Hossain, Tanvir" userId="5379524b-2947-4ff6-93a6-0f4602028252" providerId="ADAL" clId="{6F9ADBE3-9A94-4720-8CF8-9A8134603AF5}" dt="2024-12-03T10:37:27.991" v="1902" actId="164"/>
          <ac:cxnSpMkLst>
            <pc:docMk/>
            <pc:sldMk cId="1731278218" sldId="318"/>
            <ac:cxnSpMk id="96" creationId="{DACFC039-65A9-7620-18A5-652CAB214E7C}"/>
          </ac:cxnSpMkLst>
        </pc:cxnChg>
      </pc:sldChg>
      <pc:sldChg chg="addSp delSp modSp add mod delAnim modAnim">
        <pc:chgData name="Hossain, Tanvir" userId="5379524b-2947-4ff6-93a6-0f4602028252" providerId="ADAL" clId="{6F9ADBE3-9A94-4720-8CF8-9A8134603AF5}" dt="2024-12-03T10:56:10.389" v="2005" actId="1076"/>
        <pc:sldMkLst>
          <pc:docMk/>
          <pc:sldMk cId="610282198" sldId="319"/>
        </pc:sldMkLst>
        <pc:spChg chg="mod">
          <ac:chgData name="Hossain, Tanvir" userId="5379524b-2947-4ff6-93a6-0f4602028252" providerId="ADAL" clId="{6F9ADBE3-9A94-4720-8CF8-9A8134603AF5}" dt="2024-12-03T10:44:45.816" v="1914" actId="2711"/>
          <ac:spMkLst>
            <pc:docMk/>
            <pc:sldMk cId="610282198" sldId="319"/>
            <ac:spMk id="4" creationId="{A6931371-A886-5ED0-7E89-772C5C4674F3}"/>
          </ac:spMkLst>
        </pc:spChg>
        <pc:spChg chg="del">
          <ac:chgData name="Hossain, Tanvir" userId="5379524b-2947-4ff6-93a6-0f4602028252" providerId="ADAL" clId="{6F9ADBE3-9A94-4720-8CF8-9A8134603AF5}" dt="2024-12-03T10:40:05.484" v="1908" actId="478"/>
          <ac:spMkLst>
            <pc:docMk/>
            <pc:sldMk cId="610282198" sldId="319"/>
            <ac:spMk id="8" creationId="{4E646EE8-492E-0A49-9EDD-7642DA65D566}"/>
          </ac:spMkLst>
        </pc:spChg>
        <pc:spChg chg="add del mod">
          <ac:chgData name="Hossain, Tanvir" userId="5379524b-2947-4ff6-93a6-0f4602028252" providerId="ADAL" clId="{6F9ADBE3-9A94-4720-8CF8-9A8134603AF5}" dt="2024-12-03T10:49:36.352" v="1940" actId="478"/>
          <ac:spMkLst>
            <pc:docMk/>
            <pc:sldMk cId="610282198" sldId="319"/>
            <ac:spMk id="9" creationId="{D152C908-6CD2-3E57-1680-17211C251944}"/>
          </ac:spMkLst>
        </pc:spChg>
        <pc:spChg chg="add mod">
          <ac:chgData name="Hossain, Tanvir" userId="5379524b-2947-4ff6-93a6-0f4602028252" providerId="ADAL" clId="{6F9ADBE3-9A94-4720-8CF8-9A8134603AF5}" dt="2024-12-03T10:50:56.803" v="1973" actId="20577"/>
          <ac:spMkLst>
            <pc:docMk/>
            <pc:sldMk cId="610282198" sldId="319"/>
            <ac:spMk id="11" creationId="{F6992E68-961A-F62D-42AD-23CD02B0631F}"/>
          </ac:spMkLst>
        </pc:spChg>
        <pc:spChg chg="del">
          <ac:chgData name="Hossain, Tanvir" userId="5379524b-2947-4ff6-93a6-0f4602028252" providerId="ADAL" clId="{6F9ADBE3-9A94-4720-8CF8-9A8134603AF5}" dt="2024-12-03T10:40:05.484" v="1908" actId="478"/>
          <ac:spMkLst>
            <pc:docMk/>
            <pc:sldMk cId="610282198" sldId="319"/>
            <ac:spMk id="12" creationId="{6AAF2823-B88E-E22B-73A6-0D181D7B18F9}"/>
          </ac:spMkLst>
        </pc:spChg>
        <pc:spChg chg="add mod">
          <ac:chgData name="Hossain, Tanvir" userId="5379524b-2947-4ff6-93a6-0f4602028252" providerId="ADAL" clId="{6F9ADBE3-9A94-4720-8CF8-9A8134603AF5}" dt="2024-12-03T10:56:10.389" v="2005" actId="1076"/>
          <ac:spMkLst>
            <pc:docMk/>
            <pc:sldMk cId="610282198" sldId="319"/>
            <ac:spMk id="15" creationId="{80DF73E3-91F2-D51E-2F85-BC6838F7103C}"/>
          </ac:spMkLst>
        </pc:spChg>
        <pc:spChg chg="add mod">
          <ac:chgData name="Hossain, Tanvir" userId="5379524b-2947-4ff6-93a6-0f4602028252" providerId="ADAL" clId="{6F9ADBE3-9A94-4720-8CF8-9A8134603AF5}" dt="2024-12-03T10:56:10.389" v="2005" actId="1076"/>
          <ac:spMkLst>
            <pc:docMk/>
            <pc:sldMk cId="610282198" sldId="319"/>
            <ac:spMk id="17" creationId="{38892787-DD72-1B4D-7F03-D897F2B0BEAE}"/>
          </ac:spMkLst>
        </pc:spChg>
        <pc:spChg chg="mod topLvl">
          <ac:chgData name="Hossain, Tanvir" userId="5379524b-2947-4ff6-93a6-0f4602028252" providerId="ADAL" clId="{6F9ADBE3-9A94-4720-8CF8-9A8134603AF5}" dt="2024-12-03T10:49:04.179" v="1934" actId="164"/>
          <ac:spMkLst>
            <pc:docMk/>
            <pc:sldMk cId="610282198" sldId="319"/>
            <ac:spMk id="47" creationId="{5117F0A4-D5B7-6A92-6E7A-1C2BBB359076}"/>
          </ac:spMkLst>
        </pc:spChg>
        <pc:spChg chg="mod topLvl">
          <ac:chgData name="Hossain, Tanvir" userId="5379524b-2947-4ff6-93a6-0f4602028252" providerId="ADAL" clId="{6F9ADBE3-9A94-4720-8CF8-9A8134603AF5}" dt="2024-12-03T10:49:04.179" v="1934" actId="164"/>
          <ac:spMkLst>
            <pc:docMk/>
            <pc:sldMk cId="610282198" sldId="319"/>
            <ac:spMk id="48" creationId="{AA1CCEC2-91DF-483E-E362-C6765539D1A8}"/>
          </ac:spMkLst>
        </pc:spChg>
        <pc:spChg chg="mod topLvl">
          <ac:chgData name="Hossain, Tanvir" userId="5379524b-2947-4ff6-93a6-0f4602028252" providerId="ADAL" clId="{6F9ADBE3-9A94-4720-8CF8-9A8134603AF5}" dt="2024-12-03T10:49:04.179" v="1934" actId="164"/>
          <ac:spMkLst>
            <pc:docMk/>
            <pc:sldMk cId="610282198" sldId="319"/>
            <ac:spMk id="49" creationId="{CE2F0BC7-F04A-A367-5317-CE6D5515C1EB}"/>
          </ac:spMkLst>
        </pc:spChg>
        <pc:spChg chg="mod topLvl">
          <ac:chgData name="Hossain, Tanvir" userId="5379524b-2947-4ff6-93a6-0f4602028252" providerId="ADAL" clId="{6F9ADBE3-9A94-4720-8CF8-9A8134603AF5}" dt="2024-12-03T10:49:04.179" v="1934" actId="164"/>
          <ac:spMkLst>
            <pc:docMk/>
            <pc:sldMk cId="610282198" sldId="319"/>
            <ac:spMk id="50" creationId="{1581FEB2-62F9-55BB-3F91-B99CB339AA9A}"/>
          </ac:spMkLst>
        </pc:spChg>
        <pc:spChg chg="del mod topLvl">
          <ac:chgData name="Hossain, Tanvir" userId="5379524b-2947-4ff6-93a6-0f4602028252" providerId="ADAL" clId="{6F9ADBE3-9A94-4720-8CF8-9A8134603AF5}" dt="2024-12-03T10:45:27.058" v="1918" actId="478"/>
          <ac:spMkLst>
            <pc:docMk/>
            <pc:sldMk cId="610282198" sldId="319"/>
            <ac:spMk id="51" creationId="{C5FCF9FE-1B04-4066-5925-A87D2A107FCC}"/>
          </ac:spMkLst>
        </pc:spChg>
        <pc:spChg chg="del mod topLvl">
          <ac:chgData name="Hossain, Tanvir" userId="5379524b-2947-4ff6-93a6-0f4602028252" providerId="ADAL" clId="{6F9ADBE3-9A94-4720-8CF8-9A8134603AF5}" dt="2024-12-03T10:45:27.058" v="1918" actId="478"/>
          <ac:spMkLst>
            <pc:docMk/>
            <pc:sldMk cId="610282198" sldId="319"/>
            <ac:spMk id="52" creationId="{E0B2C1D8-BE46-665B-25F5-8FBC4FB67C55}"/>
          </ac:spMkLst>
        </pc:spChg>
        <pc:spChg chg="del mod topLvl">
          <ac:chgData name="Hossain, Tanvir" userId="5379524b-2947-4ff6-93a6-0f4602028252" providerId="ADAL" clId="{6F9ADBE3-9A94-4720-8CF8-9A8134603AF5}" dt="2024-12-03T10:45:27.058" v="1918" actId="478"/>
          <ac:spMkLst>
            <pc:docMk/>
            <pc:sldMk cId="610282198" sldId="319"/>
            <ac:spMk id="53" creationId="{045DD22D-B21D-5B85-E5B9-4C9C1CA0D7CF}"/>
          </ac:spMkLst>
        </pc:spChg>
        <pc:spChg chg="del mod topLvl">
          <ac:chgData name="Hossain, Tanvir" userId="5379524b-2947-4ff6-93a6-0f4602028252" providerId="ADAL" clId="{6F9ADBE3-9A94-4720-8CF8-9A8134603AF5}" dt="2024-12-03T10:45:27.058" v="1918" actId="478"/>
          <ac:spMkLst>
            <pc:docMk/>
            <pc:sldMk cId="610282198" sldId="319"/>
            <ac:spMk id="54" creationId="{C7588B4F-D78B-A244-B1D0-5CF7C35C67C9}"/>
          </ac:spMkLst>
        </pc:spChg>
        <pc:spChg chg="del mod topLvl">
          <ac:chgData name="Hossain, Tanvir" userId="5379524b-2947-4ff6-93a6-0f4602028252" providerId="ADAL" clId="{6F9ADBE3-9A94-4720-8CF8-9A8134603AF5}" dt="2024-12-03T10:45:27.058" v="1918" actId="478"/>
          <ac:spMkLst>
            <pc:docMk/>
            <pc:sldMk cId="610282198" sldId="319"/>
            <ac:spMk id="55" creationId="{4C40EF55-5881-5669-CCA2-CE3DF1B0C7B4}"/>
          </ac:spMkLst>
        </pc:spChg>
        <pc:spChg chg="del mod topLvl">
          <ac:chgData name="Hossain, Tanvir" userId="5379524b-2947-4ff6-93a6-0f4602028252" providerId="ADAL" clId="{6F9ADBE3-9A94-4720-8CF8-9A8134603AF5}" dt="2024-12-03T10:45:27.058" v="1918" actId="478"/>
          <ac:spMkLst>
            <pc:docMk/>
            <pc:sldMk cId="610282198" sldId="319"/>
            <ac:spMk id="56" creationId="{23F57CEB-9429-BDDD-240F-EF8DA27C7470}"/>
          </ac:spMkLst>
        </pc:spChg>
        <pc:spChg chg="del mod topLvl">
          <ac:chgData name="Hossain, Tanvir" userId="5379524b-2947-4ff6-93a6-0f4602028252" providerId="ADAL" clId="{6F9ADBE3-9A94-4720-8CF8-9A8134603AF5}" dt="2024-12-03T10:45:27.058" v="1918" actId="478"/>
          <ac:spMkLst>
            <pc:docMk/>
            <pc:sldMk cId="610282198" sldId="319"/>
            <ac:spMk id="57" creationId="{1ECFB27D-AE04-2ED3-AAB3-1EF0AD73583B}"/>
          </ac:spMkLst>
        </pc:spChg>
        <pc:spChg chg="del mod topLvl">
          <ac:chgData name="Hossain, Tanvir" userId="5379524b-2947-4ff6-93a6-0f4602028252" providerId="ADAL" clId="{6F9ADBE3-9A94-4720-8CF8-9A8134603AF5}" dt="2024-12-03T10:45:27.058" v="1918" actId="478"/>
          <ac:spMkLst>
            <pc:docMk/>
            <pc:sldMk cId="610282198" sldId="319"/>
            <ac:spMk id="58" creationId="{530EBD76-1C8C-BA4A-52E4-C217EEE31830}"/>
          </ac:spMkLst>
        </pc:spChg>
        <pc:spChg chg="del mod topLvl">
          <ac:chgData name="Hossain, Tanvir" userId="5379524b-2947-4ff6-93a6-0f4602028252" providerId="ADAL" clId="{6F9ADBE3-9A94-4720-8CF8-9A8134603AF5}" dt="2024-12-03T10:45:18.910" v="1916" actId="478"/>
          <ac:spMkLst>
            <pc:docMk/>
            <pc:sldMk cId="610282198" sldId="319"/>
            <ac:spMk id="59" creationId="{E98085A3-6C69-0D35-7F23-95B20BF7CDF3}"/>
          </ac:spMkLst>
        </pc:spChg>
        <pc:spChg chg="del mod topLvl">
          <ac:chgData name="Hossain, Tanvir" userId="5379524b-2947-4ff6-93a6-0f4602028252" providerId="ADAL" clId="{6F9ADBE3-9A94-4720-8CF8-9A8134603AF5}" dt="2024-12-03T10:45:27.058" v="1918" actId="478"/>
          <ac:spMkLst>
            <pc:docMk/>
            <pc:sldMk cId="610282198" sldId="319"/>
            <ac:spMk id="60" creationId="{21ED849C-9F4F-42DF-09B8-9B1D766CD107}"/>
          </ac:spMkLst>
        </pc:spChg>
        <pc:spChg chg="del mod topLvl">
          <ac:chgData name="Hossain, Tanvir" userId="5379524b-2947-4ff6-93a6-0f4602028252" providerId="ADAL" clId="{6F9ADBE3-9A94-4720-8CF8-9A8134603AF5}" dt="2024-12-03T10:45:27.058" v="1918" actId="478"/>
          <ac:spMkLst>
            <pc:docMk/>
            <pc:sldMk cId="610282198" sldId="319"/>
            <ac:spMk id="61" creationId="{2C67D158-95F2-399D-D8EA-EF20BE247351}"/>
          </ac:spMkLst>
        </pc:spChg>
        <pc:spChg chg="del mod topLvl">
          <ac:chgData name="Hossain, Tanvir" userId="5379524b-2947-4ff6-93a6-0f4602028252" providerId="ADAL" clId="{6F9ADBE3-9A94-4720-8CF8-9A8134603AF5}" dt="2024-12-03T10:45:27.058" v="1918" actId="478"/>
          <ac:spMkLst>
            <pc:docMk/>
            <pc:sldMk cId="610282198" sldId="319"/>
            <ac:spMk id="62" creationId="{F992C6DA-8603-E9E4-3690-DE2F4545C5C0}"/>
          </ac:spMkLst>
        </pc:spChg>
        <pc:spChg chg="del mod topLvl">
          <ac:chgData name="Hossain, Tanvir" userId="5379524b-2947-4ff6-93a6-0f4602028252" providerId="ADAL" clId="{6F9ADBE3-9A94-4720-8CF8-9A8134603AF5}" dt="2024-12-03T10:45:27.058" v="1918" actId="478"/>
          <ac:spMkLst>
            <pc:docMk/>
            <pc:sldMk cId="610282198" sldId="319"/>
            <ac:spMk id="63" creationId="{91ECA212-45B0-1D5F-9270-0A1F6FFFB188}"/>
          </ac:spMkLst>
        </pc:spChg>
        <pc:spChg chg="del mod topLvl">
          <ac:chgData name="Hossain, Tanvir" userId="5379524b-2947-4ff6-93a6-0f4602028252" providerId="ADAL" clId="{6F9ADBE3-9A94-4720-8CF8-9A8134603AF5}" dt="2024-12-03T10:45:24.505" v="1917" actId="478"/>
          <ac:spMkLst>
            <pc:docMk/>
            <pc:sldMk cId="610282198" sldId="319"/>
            <ac:spMk id="97" creationId="{D0215C09-CEDD-3F42-8367-2ACE2AE72DCA}"/>
          </ac:spMkLst>
        </pc:spChg>
        <pc:spChg chg="del mod topLvl">
          <ac:chgData name="Hossain, Tanvir" userId="5379524b-2947-4ff6-93a6-0f4602028252" providerId="ADAL" clId="{6F9ADBE3-9A94-4720-8CF8-9A8134603AF5}" dt="2024-12-03T10:45:24.505" v="1917" actId="478"/>
          <ac:spMkLst>
            <pc:docMk/>
            <pc:sldMk cId="610282198" sldId="319"/>
            <ac:spMk id="98" creationId="{E4C29591-83DE-AFFE-D9AE-E1410C0A8BDF}"/>
          </ac:spMkLst>
        </pc:spChg>
        <pc:spChg chg="del mod topLvl">
          <ac:chgData name="Hossain, Tanvir" userId="5379524b-2947-4ff6-93a6-0f4602028252" providerId="ADAL" clId="{6F9ADBE3-9A94-4720-8CF8-9A8134603AF5}" dt="2024-12-03T10:45:28.373" v="1919" actId="478"/>
          <ac:spMkLst>
            <pc:docMk/>
            <pc:sldMk cId="610282198" sldId="319"/>
            <ac:spMk id="99" creationId="{1ED62D30-CFEA-912D-9F0C-56FEF82C8D82}"/>
          </ac:spMkLst>
        </pc:spChg>
        <pc:spChg chg="del mod topLvl">
          <ac:chgData name="Hossain, Tanvir" userId="5379524b-2947-4ff6-93a6-0f4602028252" providerId="ADAL" clId="{6F9ADBE3-9A94-4720-8CF8-9A8134603AF5}" dt="2024-12-03T10:45:24.505" v="1917" actId="478"/>
          <ac:spMkLst>
            <pc:docMk/>
            <pc:sldMk cId="610282198" sldId="319"/>
            <ac:spMk id="100" creationId="{B36CBA5D-BA06-6BA6-A0BA-2D47C6E50DCA}"/>
          </ac:spMkLst>
        </pc:spChg>
        <pc:grpChg chg="add mod">
          <ac:chgData name="Hossain, Tanvir" userId="5379524b-2947-4ff6-93a6-0f4602028252" providerId="ADAL" clId="{6F9ADBE3-9A94-4720-8CF8-9A8134603AF5}" dt="2024-12-03T10:49:07.408" v="1935" actId="1076"/>
          <ac:grpSpMkLst>
            <pc:docMk/>
            <pc:sldMk cId="610282198" sldId="319"/>
            <ac:grpSpMk id="6" creationId="{CDD74E91-CD79-D0AD-E2B4-B76DD1365CC5}"/>
          </ac:grpSpMkLst>
        </pc:grpChg>
        <pc:grpChg chg="del mod">
          <ac:chgData name="Hossain, Tanvir" userId="5379524b-2947-4ff6-93a6-0f4602028252" providerId="ADAL" clId="{6F9ADBE3-9A94-4720-8CF8-9A8134603AF5}" dt="2024-12-03T10:45:15.015" v="1915" actId="165"/>
          <ac:grpSpMkLst>
            <pc:docMk/>
            <pc:sldMk cId="610282198" sldId="319"/>
            <ac:grpSpMk id="101" creationId="{4E5F61B0-DE18-C008-B8FD-296F115EF058}"/>
          </ac:grpSpMkLst>
        </pc:grpChg>
        <pc:picChg chg="add mod">
          <ac:chgData name="Hossain, Tanvir" userId="5379524b-2947-4ff6-93a6-0f4602028252" providerId="ADAL" clId="{6F9ADBE3-9A94-4720-8CF8-9A8134603AF5}" dt="2024-12-03T10:51:01.399" v="1974" actId="1076"/>
          <ac:picMkLst>
            <pc:docMk/>
            <pc:sldMk cId="610282198" sldId="319"/>
            <ac:picMk id="3" creationId="{98B52ACD-CA73-47A8-D46B-6A236FDB8EFF}"/>
          </ac:picMkLst>
        </pc:picChg>
        <pc:picChg chg="del">
          <ac:chgData name="Hossain, Tanvir" userId="5379524b-2947-4ff6-93a6-0f4602028252" providerId="ADAL" clId="{6F9ADBE3-9A94-4720-8CF8-9A8134603AF5}" dt="2024-12-03T10:40:05.484" v="1908" actId="478"/>
          <ac:picMkLst>
            <pc:docMk/>
            <pc:sldMk cId="610282198" sldId="319"/>
            <ac:picMk id="5" creationId="{8FF5D09F-1689-EBE6-1019-1E278953F32B}"/>
          </ac:picMkLst>
        </pc:picChg>
        <pc:cxnChg chg="del mod">
          <ac:chgData name="Hossain, Tanvir" userId="5379524b-2947-4ff6-93a6-0f4602028252" providerId="ADAL" clId="{6F9ADBE3-9A94-4720-8CF8-9A8134603AF5}" dt="2024-12-03T10:40:05.484" v="1908" actId="478"/>
          <ac:cxnSpMkLst>
            <pc:docMk/>
            <pc:sldMk cId="610282198" sldId="319"/>
            <ac:cxnSpMk id="14" creationId="{0B9B83FD-FD9E-63B4-DE74-8BB5F67B9315}"/>
          </ac:cxnSpMkLst>
        </pc:cxnChg>
        <pc:cxnChg chg="add mod">
          <ac:chgData name="Hossain, Tanvir" userId="5379524b-2947-4ff6-93a6-0f4602028252" providerId="ADAL" clId="{6F9ADBE3-9A94-4720-8CF8-9A8134603AF5}" dt="2024-12-03T10:56:10.389" v="2005" actId="1076"/>
          <ac:cxnSpMkLst>
            <pc:docMk/>
            <pc:sldMk cId="610282198" sldId="319"/>
            <ac:cxnSpMk id="19" creationId="{65C8E975-560B-5495-00CB-4D37BD01CECE}"/>
          </ac:cxnSpMkLst>
        </pc:cxnChg>
        <pc:cxnChg chg="del mod">
          <ac:chgData name="Hossain, Tanvir" userId="5379524b-2947-4ff6-93a6-0f4602028252" providerId="ADAL" clId="{6F9ADBE3-9A94-4720-8CF8-9A8134603AF5}" dt="2024-12-03T10:40:07.014" v="1909" actId="478"/>
          <ac:cxnSpMkLst>
            <pc:docMk/>
            <pc:sldMk cId="610282198" sldId="319"/>
            <ac:cxnSpMk id="39" creationId="{5C26D263-75F0-00DB-A8CC-EFEA3BEE29FF}"/>
          </ac:cxnSpMkLst>
        </pc:cxnChg>
        <pc:cxnChg chg="del mod topLvl">
          <ac:chgData name="Hossain, Tanvir" userId="5379524b-2947-4ff6-93a6-0f4602028252" providerId="ADAL" clId="{6F9ADBE3-9A94-4720-8CF8-9A8134603AF5}" dt="2024-12-03T10:45:33.340" v="1920" actId="478"/>
          <ac:cxnSpMkLst>
            <pc:docMk/>
            <pc:sldMk cId="610282198" sldId="319"/>
            <ac:cxnSpMk id="65" creationId="{45E9611C-7227-E6D5-F898-1916BB6F577B}"/>
          </ac:cxnSpMkLst>
        </pc:cxnChg>
        <pc:cxnChg chg="del mod topLvl">
          <ac:chgData name="Hossain, Tanvir" userId="5379524b-2947-4ff6-93a6-0f4602028252" providerId="ADAL" clId="{6F9ADBE3-9A94-4720-8CF8-9A8134603AF5}" dt="2024-12-03T10:45:27.058" v="1918" actId="478"/>
          <ac:cxnSpMkLst>
            <pc:docMk/>
            <pc:sldMk cId="610282198" sldId="319"/>
            <ac:cxnSpMk id="67" creationId="{0A2FA0EE-CFD1-BD7E-ADEC-7379195CC6A2}"/>
          </ac:cxnSpMkLst>
        </pc:cxnChg>
        <pc:cxnChg chg="del mod topLvl">
          <ac:chgData name="Hossain, Tanvir" userId="5379524b-2947-4ff6-93a6-0f4602028252" providerId="ADAL" clId="{6F9ADBE3-9A94-4720-8CF8-9A8134603AF5}" dt="2024-12-03T10:45:33.340" v="1920" actId="478"/>
          <ac:cxnSpMkLst>
            <pc:docMk/>
            <pc:sldMk cId="610282198" sldId="319"/>
            <ac:cxnSpMk id="71" creationId="{BF3A3D6C-165F-0878-F57E-AEC4CC95D29C}"/>
          </ac:cxnSpMkLst>
        </pc:cxnChg>
        <pc:cxnChg chg="del mod topLvl">
          <ac:chgData name="Hossain, Tanvir" userId="5379524b-2947-4ff6-93a6-0f4602028252" providerId="ADAL" clId="{6F9ADBE3-9A94-4720-8CF8-9A8134603AF5}" dt="2024-12-03T10:45:27.058" v="1918" actId="478"/>
          <ac:cxnSpMkLst>
            <pc:docMk/>
            <pc:sldMk cId="610282198" sldId="319"/>
            <ac:cxnSpMk id="73" creationId="{E78A8491-09E7-CB4C-79FF-C7E78EB87829}"/>
          </ac:cxnSpMkLst>
        </pc:cxnChg>
        <pc:cxnChg chg="del mod topLvl">
          <ac:chgData name="Hossain, Tanvir" userId="5379524b-2947-4ff6-93a6-0f4602028252" providerId="ADAL" clId="{6F9ADBE3-9A94-4720-8CF8-9A8134603AF5}" dt="2024-12-03T10:45:33.340" v="1920" actId="478"/>
          <ac:cxnSpMkLst>
            <pc:docMk/>
            <pc:sldMk cId="610282198" sldId="319"/>
            <ac:cxnSpMk id="77" creationId="{6F721823-7556-5313-F89C-274AA73DF14C}"/>
          </ac:cxnSpMkLst>
        </pc:cxnChg>
        <pc:cxnChg chg="del mod topLvl">
          <ac:chgData name="Hossain, Tanvir" userId="5379524b-2947-4ff6-93a6-0f4602028252" providerId="ADAL" clId="{6F9ADBE3-9A94-4720-8CF8-9A8134603AF5}" dt="2024-12-03T10:45:27.058" v="1918" actId="478"/>
          <ac:cxnSpMkLst>
            <pc:docMk/>
            <pc:sldMk cId="610282198" sldId="319"/>
            <ac:cxnSpMk id="79" creationId="{975BE42D-C769-BCAF-6C3F-46998377407E}"/>
          </ac:cxnSpMkLst>
        </pc:cxnChg>
        <pc:cxnChg chg="del mod topLvl">
          <ac:chgData name="Hossain, Tanvir" userId="5379524b-2947-4ff6-93a6-0f4602028252" providerId="ADAL" clId="{6F9ADBE3-9A94-4720-8CF8-9A8134603AF5}" dt="2024-12-03T10:45:33.340" v="1920" actId="478"/>
          <ac:cxnSpMkLst>
            <pc:docMk/>
            <pc:sldMk cId="610282198" sldId="319"/>
            <ac:cxnSpMk id="83" creationId="{FD7F09C6-B835-8BB0-16D1-6F0A588849AB}"/>
          </ac:cxnSpMkLst>
        </pc:cxnChg>
        <pc:cxnChg chg="del mod topLvl">
          <ac:chgData name="Hossain, Tanvir" userId="5379524b-2947-4ff6-93a6-0f4602028252" providerId="ADAL" clId="{6F9ADBE3-9A94-4720-8CF8-9A8134603AF5}" dt="2024-12-03T10:45:27.058" v="1918" actId="478"/>
          <ac:cxnSpMkLst>
            <pc:docMk/>
            <pc:sldMk cId="610282198" sldId="319"/>
            <ac:cxnSpMk id="85" creationId="{D9858FC6-6A07-EE67-0A53-BAEA4CF3A169}"/>
          </ac:cxnSpMkLst>
        </pc:cxnChg>
        <pc:cxnChg chg="del mod topLvl">
          <ac:chgData name="Hossain, Tanvir" userId="5379524b-2947-4ff6-93a6-0f4602028252" providerId="ADAL" clId="{6F9ADBE3-9A94-4720-8CF8-9A8134603AF5}" dt="2024-12-03T10:45:24.505" v="1917" actId="478"/>
          <ac:cxnSpMkLst>
            <pc:docMk/>
            <pc:sldMk cId="610282198" sldId="319"/>
            <ac:cxnSpMk id="90" creationId="{7B41A49F-FB1E-6EB0-BFD8-CAB6CF4A2760}"/>
          </ac:cxnSpMkLst>
        </pc:cxnChg>
        <pc:cxnChg chg="del mod topLvl">
          <ac:chgData name="Hossain, Tanvir" userId="5379524b-2947-4ff6-93a6-0f4602028252" providerId="ADAL" clId="{6F9ADBE3-9A94-4720-8CF8-9A8134603AF5}" dt="2024-12-03T10:45:24.505" v="1917" actId="478"/>
          <ac:cxnSpMkLst>
            <pc:docMk/>
            <pc:sldMk cId="610282198" sldId="319"/>
            <ac:cxnSpMk id="92" creationId="{74739F27-3036-D7A7-C16B-964A5646E9EA}"/>
          </ac:cxnSpMkLst>
        </pc:cxnChg>
        <pc:cxnChg chg="del mod topLvl">
          <ac:chgData name="Hossain, Tanvir" userId="5379524b-2947-4ff6-93a6-0f4602028252" providerId="ADAL" clId="{6F9ADBE3-9A94-4720-8CF8-9A8134603AF5}" dt="2024-12-03T10:45:24.505" v="1917" actId="478"/>
          <ac:cxnSpMkLst>
            <pc:docMk/>
            <pc:sldMk cId="610282198" sldId="319"/>
            <ac:cxnSpMk id="94" creationId="{B682E3BE-0850-5EEB-182A-70D0787DE99E}"/>
          </ac:cxnSpMkLst>
        </pc:cxnChg>
        <pc:cxnChg chg="del mod topLvl">
          <ac:chgData name="Hossain, Tanvir" userId="5379524b-2947-4ff6-93a6-0f4602028252" providerId="ADAL" clId="{6F9ADBE3-9A94-4720-8CF8-9A8134603AF5}" dt="2024-12-03T10:45:24.505" v="1917" actId="478"/>
          <ac:cxnSpMkLst>
            <pc:docMk/>
            <pc:sldMk cId="610282198" sldId="319"/>
            <ac:cxnSpMk id="96" creationId="{3ACEDFD3-08F6-02B6-10BF-56AE196DC598}"/>
          </ac:cxnSpMkLst>
        </pc:cxnChg>
      </pc:sldChg>
      <pc:sldChg chg="addSp delSp modSp add mod modAnim">
        <pc:chgData name="Hossain, Tanvir" userId="5379524b-2947-4ff6-93a6-0f4602028252" providerId="ADAL" clId="{6F9ADBE3-9A94-4720-8CF8-9A8134603AF5}" dt="2024-12-03T11:04:56.977" v="2255" actId="207"/>
        <pc:sldMkLst>
          <pc:docMk/>
          <pc:sldMk cId="4207851127" sldId="320"/>
        </pc:sldMkLst>
        <pc:spChg chg="add mod">
          <ac:chgData name="Hossain, Tanvir" userId="5379524b-2947-4ff6-93a6-0f4602028252" providerId="ADAL" clId="{6F9ADBE3-9A94-4720-8CF8-9A8134603AF5}" dt="2024-12-03T11:01:24.303" v="2072" actId="1076"/>
          <ac:spMkLst>
            <pc:docMk/>
            <pc:sldMk cId="4207851127" sldId="320"/>
            <ac:spMk id="10" creationId="{DC5634A2-2A91-E982-BC6D-EED030D10AFF}"/>
          </ac:spMkLst>
        </pc:spChg>
        <pc:spChg chg="del">
          <ac:chgData name="Hossain, Tanvir" userId="5379524b-2947-4ff6-93a6-0f4602028252" providerId="ADAL" clId="{6F9ADBE3-9A94-4720-8CF8-9A8134603AF5}" dt="2024-12-03T10:56:22.040" v="2007" actId="478"/>
          <ac:spMkLst>
            <pc:docMk/>
            <pc:sldMk cId="4207851127" sldId="320"/>
            <ac:spMk id="11" creationId="{B49EE99E-9EC2-A182-06EC-8BAC145B3715}"/>
          </ac:spMkLst>
        </pc:spChg>
        <pc:spChg chg="add del mod topLvl">
          <ac:chgData name="Hossain, Tanvir" userId="5379524b-2947-4ff6-93a6-0f4602028252" providerId="ADAL" clId="{6F9ADBE3-9A94-4720-8CF8-9A8134603AF5}" dt="2024-12-03T11:04:25.017" v="2224" actId="692"/>
          <ac:spMkLst>
            <pc:docMk/>
            <pc:sldMk cId="4207851127" sldId="320"/>
            <ac:spMk id="13" creationId="{FE6022C1-0993-F0CD-6A38-4519929D80BB}"/>
          </ac:spMkLst>
        </pc:spChg>
        <pc:spChg chg="add del mod topLvl">
          <ac:chgData name="Hossain, Tanvir" userId="5379524b-2947-4ff6-93a6-0f4602028252" providerId="ADAL" clId="{6F9ADBE3-9A94-4720-8CF8-9A8134603AF5}" dt="2024-12-03T11:04:25.017" v="2224" actId="692"/>
          <ac:spMkLst>
            <pc:docMk/>
            <pc:sldMk cId="4207851127" sldId="320"/>
            <ac:spMk id="14" creationId="{421A0176-BB88-95C2-98A9-941DC5EA8760}"/>
          </ac:spMkLst>
        </pc:spChg>
        <pc:spChg chg="del">
          <ac:chgData name="Hossain, Tanvir" userId="5379524b-2947-4ff6-93a6-0f4602028252" providerId="ADAL" clId="{6F9ADBE3-9A94-4720-8CF8-9A8134603AF5}" dt="2024-12-03T10:56:22.040" v="2007" actId="478"/>
          <ac:spMkLst>
            <pc:docMk/>
            <pc:sldMk cId="4207851127" sldId="320"/>
            <ac:spMk id="15" creationId="{0BC1D499-F27E-5C64-3CF1-C9328F88CF57}"/>
          </ac:spMkLst>
        </pc:spChg>
        <pc:spChg chg="add del mod topLvl">
          <ac:chgData name="Hossain, Tanvir" userId="5379524b-2947-4ff6-93a6-0f4602028252" providerId="ADAL" clId="{6F9ADBE3-9A94-4720-8CF8-9A8134603AF5}" dt="2024-12-03T11:04:25.017" v="2224" actId="692"/>
          <ac:spMkLst>
            <pc:docMk/>
            <pc:sldMk cId="4207851127" sldId="320"/>
            <ac:spMk id="16" creationId="{7A175CF1-AB6C-C703-C27B-D1C1718DEECC}"/>
          </ac:spMkLst>
        </pc:spChg>
        <pc:spChg chg="del">
          <ac:chgData name="Hossain, Tanvir" userId="5379524b-2947-4ff6-93a6-0f4602028252" providerId="ADAL" clId="{6F9ADBE3-9A94-4720-8CF8-9A8134603AF5}" dt="2024-12-03T10:56:22.040" v="2007" actId="478"/>
          <ac:spMkLst>
            <pc:docMk/>
            <pc:sldMk cId="4207851127" sldId="320"/>
            <ac:spMk id="17" creationId="{D2B8CE47-031B-B3DA-EE3F-B99F1652CE4C}"/>
          </ac:spMkLst>
        </pc:spChg>
        <pc:spChg chg="mod topLvl">
          <ac:chgData name="Hossain, Tanvir" userId="5379524b-2947-4ff6-93a6-0f4602028252" providerId="ADAL" clId="{6F9ADBE3-9A94-4720-8CF8-9A8134603AF5}" dt="2024-12-03T11:03:30.310" v="2169" actId="165"/>
          <ac:spMkLst>
            <pc:docMk/>
            <pc:sldMk cId="4207851127" sldId="320"/>
            <ac:spMk id="18" creationId="{666C3CCB-227D-CEB4-10D7-611854190C1E}"/>
          </ac:spMkLst>
        </pc:spChg>
        <pc:spChg chg="add del mod topLvl">
          <ac:chgData name="Hossain, Tanvir" userId="5379524b-2947-4ff6-93a6-0f4602028252" providerId="ADAL" clId="{6F9ADBE3-9A94-4720-8CF8-9A8134603AF5}" dt="2024-12-03T11:04:56.977" v="2255" actId="207"/>
          <ac:spMkLst>
            <pc:docMk/>
            <pc:sldMk cId="4207851127" sldId="320"/>
            <ac:spMk id="20" creationId="{45E57433-AE85-DF51-D618-84799E275795}"/>
          </ac:spMkLst>
        </pc:spChg>
        <pc:spChg chg="add del mod topLvl">
          <ac:chgData name="Hossain, Tanvir" userId="5379524b-2947-4ff6-93a6-0f4602028252" providerId="ADAL" clId="{6F9ADBE3-9A94-4720-8CF8-9A8134603AF5}" dt="2024-12-03T11:04:56.977" v="2255" actId="207"/>
          <ac:spMkLst>
            <pc:docMk/>
            <pc:sldMk cId="4207851127" sldId="320"/>
            <ac:spMk id="21" creationId="{04FCC27E-B2BE-426A-3945-E8B2B61BA5B0}"/>
          </ac:spMkLst>
        </pc:spChg>
        <pc:spChg chg="add del mod topLvl">
          <ac:chgData name="Hossain, Tanvir" userId="5379524b-2947-4ff6-93a6-0f4602028252" providerId="ADAL" clId="{6F9ADBE3-9A94-4720-8CF8-9A8134603AF5}" dt="2024-12-03T11:04:56.977" v="2255" actId="207"/>
          <ac:spMkLst>
            <pc:docMk/>
            <pc:sldMk cId="4207851127" sldId="320"/>
            <ac:spMk id="22" creationId="{CB3F79D3-9273-9AC1-509A-85CC34BBF166}"/>
          </ac:spMkLst>
        </pc:spChg>
        <pc:spChg chg="mod topLvl">
          <ac:chgData name="Hossain, Tanvir" userId="5379524b-2947-4ff6-93a6-0f4602028252" providerId="ADAL" clId="{6F9ADBE3-9A94-4720-8CF8-9A8134603AF5}" dt="2024-12-03T11:03:30.310" v="2169" actId="165"/>
          <ac:spMkLst>
            <pc:docMk/>
            <pc:sldMk cId="4207851127" sldId="320"/>
            <ac:spMk id="23" creationId="{CB8E5092-CC77-CEC1-A370-5F73B6CBD53F}"/>
          </ac:spMkLst>
        </pc:spChg>
        <pc:spChg chg="mod topLvl">
          <ac:chgData name="Hossain, Tanvir" userId="5379524b-2947-4ff6-93a6-0f4602028252" providerId="ADAL" clId="{6F9ADBE3-9A94-4720-8CF8-9A8134603AF5}" dt="2024-12-03T11:03:30.310" v="2169" actId="165"/>
          <ac:spMkLst>
            <pc:docMk/>
            <pc:sldMk cId="4207851127" sldId="320"/>
            <ac:spMk id="24" creationId="{E86C90F0-EC6A-BEEC-9077-23025269965A}"/>
          </ac:spMkLst>
        </pc:spChg>
        <pc:spChg chg="add del mod topLvl">
          <ac:chgData name="Hossain, Tanvir" userId="5379524b-2947-4ff6-93a6-0f4602028252" providerId="ADAL" clId="{6F9ADBE3-9A94-4720-8CF8-9A8134603AF5}" dt="2024-12-03T11:04:56.977" v="2255" actId="207"/>
          <ac:spMkLst>
            <pc:docMk/>
            <pc:sldMk cId="4207851127" sldId="320"/>
            <ac:spMk id="25" creationId="{F821B7F5-55AB-8878-D496-DBDDE152B136}"/>
          </ac:spMkLst>
        </pc:spChg>
        <pc:spChg chg="add del mod topLvl">
          <ac:chgData name="Hossain, Tanvir" userId="5379524b-2947-4ff6-93a6-0f4602028252" providerId="ADAL" clId="{6F9ADBE3-9A94-4720-8CF8-9A8134603AF5}" dt="2024-12-03T11:04:56.977" v="2255" actId="207"/>
          <ac:spMkLst>
            <pc:docMk/>
            <pc:sldMk cId="4207851127" sldId="320"/>
            <ac:spMk id="26" creationId="{D592ED53-9766-9329-8738-47AC66B0C676}"/>
          </ac:spMkLst>
        </pc:spChg>
        <pc:spChg chg="add del mod topLvl">
          <ac:chgData name="Hossain, Tanvir" userId="5379524b-2947-4ff6-93a6-0f4602028252" providerId="ADAL" clId="{6F9ADBE3-9A94-4720-8CF8-9A8134603AF5}" dt="2024-12-03T11:04:56.977" v="2255" actId="207"/>
          <ac:spMkLst>
            <pc:docMk/>
            <pc:sldMk cId="4207851127" sldId="320"/>
            <ac:spMk id="27" creationId="{1EE618CB-A660-E45D-86D4-25E91B1DE8B2}"/>
          </ac:spMkLst>
        </pc:spChg>
        <pc:spChg chg="mod topLvl">
          <ac:chgData name="Hossain, Tanvir" userId="5379524b-2947-4ff6-93a6-0f4602028252" providerId="ADAL" clId="{6F9ADBE3-9A94-4720-8CF8-9A8134603AF5}" dt="2024-12-03T11:03:30.310" v="2169" actId="165"/>
          <ac:spMkLst>
            <pc:docMk/>
            <pc:sldMk cId="4207851127" sldId="320"/>
            <ac:spMk id="28" creationId="{91535B29-E3AE-5B52-7CEB-EDAF66DB9EE8}"/>
          </ac:spMkLst>
        </pc:spChg>
        <pc:spChg chg="add del mod topLvl">
          <ac:chgData name="Hossain, Tanvir" userId="5379524b-2947-4ff6-93a6-0f4602028252" providerId="ADAL" clId="{6F9ADBE3-9A94-4720-8CF8-9A8134603AF5}" dt="2024-12-03T11:04:56.977" v="2255" actId="207"/>
          <ac:spMkLst>
            <pc:docMk/>
            <pc:sldMk cId="4207851127" sldId="320"/>
            <ac:spMk id="29" creationId="{FD2114B0-904A-D0DE-E1C3-B0D3AD6BFE98}"/>
          </ac:spMkLst>
        </pc:spChg>
        <pc:spChg chg="add del mod topLvl">
          <ac:chgData name="Hossain, Tanvir" userId="5379524b-2947-4ff6-93a6-0f4602028252" providerId="ADAL" clId="{6F9ADBE3-9A94-4720-8CF8-9A8134603AF5}" dt="2024-12-03T11:04:56.977" v="2255" actId="207"/>
          <ac:spMkLst>
            <pc:docMk/>
            <pc:sldMk cId="4207851127" sldId="320"/>
            <ac:spMk id="30" creationId="{08157308-A4AD-F22E-98F3-81BA3D374F43}"/>
          </ac:spMkLst>
        </pc:spChg>
        <pc:spChg chg="add del mod topLvl">
          <ac:chgData name="Hossain, Tanvir" userId="5379524b-2947-4ff6-93a6-0f4602028252" providerId="ADAL" clId="{6F9ADBE3-9A94-4720-8CF8-9A8134603AF5}" dt="2024-12-03T11:04:56.977" v="2255" actId="207"/>
          <ac:spMkLst>
            <pc:docMk/>
            <pc:sldMk cId="4207851127" sldId="320"/>
            <ac:spMk id="31" creationId="{87BB7418-0A6A-BFFC-B715-F48B3BE7B0E5}"/>
          </ac:spMkLst>
        </pc:spChg>
        <pc:spChg chg="mod topLvl">
          <ac:chgData name="Hossain, Tanvir" userId="5379524b-2947-4ff6-93a6-0f4602028252" providerId="ADAL" clId="{6F9ADBE3-9A94-4720-8CF8-9A8134603AF5}" dt="2024-12-03T11:03:30.310" v="2169" actId="165"/>
          <ac:spMkLst>
            <pc:docMk/>
            <pc:sldMk cId="4207851127" sldId="320"/>
            <ac:spMk id="32" creationId="{4439BE15-EF84-F3A6-8AD0-6EC3CB74AD9D}"/>
          </ac:spMkLst>
        </pc:spChg>
        <pc:spChg chg="mod topLvl">
          <ac:chgData name="Hossain, Tanvir" userId="5379524b-2947-4ff6-93a6-0f4602028252" providerId="ADAL" clId="{6F9ADBE3-9A94-4720-8CF8-9A8134603AF5}" dt="2024-12-03T11:03:30.310" v="2169" actId="165"/>
          <ac:spMkLst>
            <pc:docMk/>
            <pc:sldMk cId="4207851127" sldId="320"/>
            <ac:spMk id="33" creationId="{17852DFE-8DBC-C6F2-0DEA-C28B54E7C974}"/>
          </ac:spMkLst>
        </pc:spChg>
        <pc:spChg chg="add del mod topLvl">
          <ac:chgData name="Hossain, Tanvir" userId="5379524b-2947-4ff6-93a6-0f4602028252" providerId="ADAL" clId="{6F9ADBE3-9A94-4720-8CF8-9A8134603AF5}" dt="2024-12-03T11:04:56.977" v="2255" actId="207"/>
          <ac:spMkLst>
            <pc:docMk/>
            <pc:sldMk cId="4207851127" sldId="320"/>
            <ac:spMk id="34" creationId="{41A40F22-8193-B4A7-CB8B-AC7FE6B00B63}"/>
          </ac:spMkLst>
        </pc:spChg>
        <pc:spChg chg="add del mod topLvl">
          <ac:chgData name="Hossain, Tanvir" userId="5379524b-2947-4ff6-93a6-0f4602028252" providerId="ADAL" clId="{6F9ADBE3-9A94-4720-8CF8-9A8134603AF5}" dt="2024-12-03T11:04:56.977" v="2255" actId="207"/>
          <ac:spMkLst>
            <pc:docMk/>
            <pc:sldMk cId="4207851127" sldId="320"/>
            <ac:spMk id="35" creationId="{DAC784D3-AA2C-CEFD-520F-8832F4EA531A}"/>
          </ac:spMkLst>
        </pc:spChg>
        <pc:spChg chg="add del mod topLvl">
          <ac:chgData name="Hossain, Tanvir" userId="5379524b-2947-4ff6-93a6-0f4602028252" providerId="ADAL" clId="{6F9ADBE3-9A94-4720-8CF8-9A8134603AF5}" dt="2024-12-03T11:04:56.977" v="2255" actId="207"/>
          <ac:spMkLst>
            <pc:docMk/>
            <pc:sldMk cId="4207851127" sldId="320"/>
            <ac:spMk id="36" creationId="{2152A518-56C1-90F5-AACD-B5871725A930}"/>
          </ac:spMkLst>
        </pc:spChg>
        <pc:grpChg chg="del">
          <ac:chgData name="Hossain, Tanvir" userId="5379524b-2947-4ff6-93a6-0f4602028252" providerId="ADAL" clId="{6F9ADBE3-9A94-4720-8CF8-9A8134603AF5}" dt="2024-12-03T10:56:22.040" v="2007" actId="478"/>
          <ac:grpSpMkLst>
            <pc:docMk/>
            <pc:sldMk cId="4207851127" sldId="320"/>
            <ac:grpSpMk id="6" creationId="{00CDF655-ACC2-BA70-C861-09CAEE5D81A2}"/>
          </ac:grpSpMkLst>
        </pc:grpChg>
        <pc:grpChg chg="add del mod">
          <ac:chgData name="Hossain, Tanvir" userId="5379524b-2947-4ff6-93a6-0f4602028252" providerId="ADAL" clId="{6F9ADBE3-9A94-4720-8CF8-9A8134603AF5}" dt="2024-12-03T11:00:11.566" v="2044" actId="165"/>
          <ac:grpSpMkLst>
            <pc:docMk/>
            <pc:sldMk cId="4207851127" sldId="320"/>
            <ac:grpSpMk id="12" creationId="{40344ECC-3249-0D4D-1B65-DCC909600D5A}"/>
          </ac:grpSpMkLst>
        </pc:grpChg>
        <pc:grpChg chg="add del mod">
          <ac:chgData name="Hossain, Tanvir" userId="5379524b-2947-4ff6-93a6-0f4602028252" providerId="ADAL" clId="{6F9ADBE3-9A94-4720-8CF8-9A8134603AF5}" dt="2024-12-03T11:01:17.296" v="2068" actId="164"/>
          <ac:grpSpMkLst>
            <pc:docMk/>
            <pc:sldMk cId="4207851127" sldId="320"/>
            <ac:grpSpMk id="53" creationId="{FAC2B774-0675-BD74-0064-1E00BFA7AC10}"/>
          </ac:grpSpMkLst>
        </pc:grpChg>
        <pc:grpChg chg="add del mod">
          <ac:chgData name="Hossain, Tanvir" userId="5379524b-2947-4ff6-93a6-0f4602028252" providerId="ADAL" clId="{6F9ADBE3-9A94-4720-8CF8-9A8134603AF5}" dt="2024-12-03T11:03:30.310" v="2169" actId="165"/>
          <ac:grpSpMkLst>
            <pc:docMk/>
            <pc:sldMk cId="4207851127" sldId="320"/>
            <ac:grpSpMk id="54" creationId="{8D9B2BE8-84F3-254E-B869-F398075F6ED7}"/>
          </ac:grpSpMkLst>
        </pc:grpChg>
        <pc:grpChg chg="add mod">
          <ac:chgData name="Hossain, Tanvir" userId="5379524b-2947-4ff6-93a6-0f4602028252" providerId="ADAL" clId="{6F9ADBE3-9A94-4720-8CF8-9A8134603AF5}" dt="2024-12-03T11:03:21.294" v="2166" actId="164"/>
          <ac:grpSpMkLst>
            <pc:docMk/>
            <pc:sldMk cId="4207851127" sldId="320"/>
            <ac:grpSpMk id="55" creationId="{51AB1C13-8EFB-12E0-FA7E-DD7D77CB990C}"/>
          </ac:grpSpMkLst>
        </pc:grpChg>
        <pc:grpChg chg="add mod">
          <ac:chgData name="Hossain, Tanvir" userId="5379524b-2947-4ff6-93a6-0f4602028252" providerId="ADAL" clId="{6F9ADBE3-9A94-4720-8CF8-9A8134603AF5}" dt="2024-12-03T11:04:04.634" v="2173" actId="164"/>
          <ac:grpSpMkLst>
            <pc:docMk/>
            <pc:sldMk cId="4207851127" sldId="320"/>
            <ac:grpSpMk id="58" creationId="{E11E607C-6054-8DE5-DE90-BB25602E1CDC}"/>
          </ac:grpSpMkLst>
        </pc:grpChg>
        <pc:picChg chg="del">
          <ac:chgData name="Hossain, Tanvir" userId="5379524b-2947-4ff6-93a6-0f4602028252" providerId="ADAL" clId="{6F9ADBE3-9A94-4720-8CF8-9A8134603AF5}" dt="2024-12-03T10:56:22.040" v="2007" actId="478"/>
          <ac:picMkLst>
            <pc:docMk/>
            <pc:sldMk cId="4207851127" sldId="320"/>
            <ac:picMk id="3" creationId="{5B2E49FC-DA48-B0F3-71DA-FE2D7AFDD74A}"/>
          </ac:picMkLst>
        </pc:picChg>
        <pc:picChg chg="add del mod">
          <ac:chgData name="Hossain, Tanvir" userId="5379524b-2947-4ff6-93a6-0f4602028252" providerId="ADAL" clId="{6F9ADBE3-9A94-4720-8CF8-9A8134603AF5}" dt="2024-12-03T10:58:37.916" v="2014" actId="478"/>
          <ac:picMkLst>
            <pc:docMk/>
            <pc:sldMk cId="4207851127" sldId="320"/>
            <ac:picMk id="5" creationId="{CEBF606E-4EF7-F480-B1F3-E32076B5B00C}"/>
          </ac:picMkLst>
        </pc:picChg>
        <pc:picChg chg="add mod">
          <ac:chgData name="Hossain, Tanvir" userId="5379524b-2947-4ff6-93a6-0f4602028252" providerId="ADAL" clId="{6F9ADBE3-9A94-4720-8CF8-9A8134603AF5}" dt="2024-12-03T11:01:22.073" v="2071" actId="1076"/>
          <ac:picMkLst>
            <pc:docMk/>
            <pc:sldMk cId="4207851127" sldId="320"/>
            <ac:picMk id="8" creationId="{A69DA4CA-094F-8117-2699-4553D4C1B390}"/>
          </ac:picMkLst>
        </pc:picChg>
        <pc:cxnChg chg="del mod">
          <ac:chgData name="Hossain, Tanvir" userId="5379524b-2947-4ff6-93a6-0f4602028252" providerId="ADAL" clId="{6F9ADBE3-9A94-4720-8CF8-9A8134603AF5}" dt="2024-12-03T10:56:22.040" v="2007" actId="478"/>
          <ac:cxnSpMkLst>
            <pc:docMk/>
            <pc:sldMk cId="4207851127" sldId="320"/>
            <ac:cxnSpMk id="19" creationId="{5117E277-DF5A-A949-DD37-58B9D5FE6174}"/>
          </ac:cxnSpMkLst>
        </pc:cxnChg>
        <pc:cxnChg chg="mod topLvl">
          <ac:chgData name="Hossain, Tanvir" userId="5379524b-2947-4ff6-93a6-0f4602028252" providerId="ADAL" clId="{6F9ADBE3-9A94-4720-8CF8-9A8134603AF5}" dt="2024-12-03T11:03:30.310" v="2169" actId="165"/>
          <ac:cxnSpMkLst>
            <pc:docMk/>
            <pc:sldMk cId="4207851127" sldId="320"/>
            <ac:cxnSpMk id="37" creationId="{DFB00080-BF0C-7E85-AB9B-AECF9A72C417}"/>
          </ac:cxnSpMkLst>
        </pc:cxnChg>
        <pc:cxnChg chg="mod topLvl">
          <ac:chgData name="Hossain, Tanvir" userId="5379524b-2947-4ff6-93a6-0f4602028252" providerId="ADAL" clId="{6F9ADBE3-9A94-4720-8CF8-9A8134603AF5}" dt="2024-12-03T11:03:30.310" v="2169" actId="165"/>
          <ac:cxnSpMkLst>
            <pc:docMk/>
            <pc:sldMk cId="4207851127" sldId="320"/>
            <ac:cxnSpMk id="38" creationId="{9AC33866-F213-F02F-32F2-00B54E1F6DB3}"/>
          </ac:cxnSpMkLst>
        </pc:cxnChg>
        <pc:cxnChg chg="add del mod topLvl">
          <ac:chgData name="Hossain, Tanvir" userId="5379524b-2947-4ff6-93a6-0f4602028252" providerId="ADAL" clId="{6F9ADBE3-9A94-4720-8CF8-9A8134603AF5}" dt="2024-12-03T11:04:25.017" v="2224" actId="692"/>
          <ac:cxnSpMkLst>
            <pc:docMk/>
            <pc:sldMk cId="4207851127" sldId="320"/>
            <ac:cxnSpMk id="39" creationId="{1FA5AAC1-46CB-ADFD-C0C1-7761837903EE}"/>
          </ac:cxnSpMkLst>
        </pc:cxnChg>
        <pc:cxnChg chg="add del mod topLvl">
          <ac:chgData name="Hossain, Tanvir" userId="5379524b-2947-4ff6-93a6-0f4602028252" providerId="ADAL" clId="{6F9ADBE3-9A94-4720-8CF8-9A8134603AF5}" dt="2024-12-03T11:04:25.017" v="2224" actId="692"/>
          <ac:cxnSpMkLst>
            <pc:docMk/>
            <pc:sldMk cId="4207851127" sldId="320"/>
            <ac:cxnSpMk id="40" creationId="{9BFA3BC9-9FCE-32AE-49F2-AF50F7240139}"/>
          </ac:cxnSpMkLst>
        </pc:cxnChg>
        <pc:cxnChg chg="add del mod topLvl">
          <ac:chgData name="Hossain, Tanvir" userId="5379524b-2947-4ff6-93a6-0f4602028252" providerId="ADAL" clId="{6F9ADBE3-9A94-4720-8CF8-9A8134603AF5}" dt="2024-12-03T11:04:25.017" v="2224" actId="692"/>
          <ac:cxnSpMkLst>
            <pc:docMk/>
            <pc:sldMk cId="4207851127" sldId="320"/>
            <ac:cxnSpMk id="41" creationId="{CA1BAFD0-A69C-C7E3-F04B-2BBA80B95DA1}"/>
          </ac:cxnSpMkLst>
        </pc:cxnChg>
        <pc:cxnChg chg="add del mod topLvl">
          <ac:chgData name="Hossain, Tanvir" userId="5379524b-2947-4ff6-93a6-0f4602028252" providerId="ADAL" clId="{6F9ADBE3-9A94-4720-8CF8-9A8134603AF5}" dt="2024-12-03T11:04:25.017" v="2224" actId="692"/>
          <ac:cxnSpMkLst>
            <pc:docMk/>
            <pc:sldMk cId="4207851127" sldId="320"/>
            <ac:cxnSpMk id="42" creationId="{79E1BBF9-36DE-D721-2F61-F0288E1168DA}"/>
          </ac:cxnSpMkLst>
        </pc:cxnChg>
        <pc:cxnChg chg="add del mod topLvl">
          <ac:chgData name="Hossain, Tanvir" userId="5379524b-2947-4ff6-93a6-0f4602028252" providerId="ADAL" clId="{6F9ADBE3-9A94-4720-8CF8-9A8134603AF5}" dt="2024-12-03T11:04:25.017" v="2224" actId="692"/>
          <ac:cxnSpMkLst>
            <pc:docMk/>
            <pc:sldMk cId="4207851127" sldId="320"/>
            <ac:cxnSpMk id="43" creationId="{7AE3FBDA-0688-FBA6-9CBE-860EF9C92B36}"/>
          </ac:cxnSpMkLst>
        </pc:cxnChg>
        <pc:cxnChg chg="add del mod topLvl">
          <ac:chgData name="Hossain, Tanvir" userId="5379524b-2947-4ff6-93a6-0f4602028252" providerId="ADAL" clId="{6F9ADBE3-9A94-4720-8CF8-9A8134603AF5}" dt="2024-12-03T11:04:25.017" v="2224" actId="692"/>
          <ac:cxnSpMkLst>
            <pc:docMk/>
            <pc:sldMk cId="4207851127" sldId="320"/>
            <ac:cxnSpMk id="44" creationId="{9427A07A-7C27-920B-3E2D-D5491D48A060}"/>
          </ac:cxnSpMkLst>
        </pc:cxnChg>
        <pc:cxnChg chg="mod topLvl">
          <ac:chgData name="Hossain, Tanvir" userId="5379524b-2947-4ff6-93a6-0f4602028252" providerId="ADAL" clId="{6F9ADBE3-9A94-4720-8CF8-9A8134603AF5}" dt="2024-12-03T11:03:30.310" v="2169" actId="165"/>
          <ac:cxnSpMkLst>
            <pc:docMk/>
            <pc:sldMk cId="4207851127" sldId="320"/>
            <ac:cxnSpMk id="45" creationId="{E7BE19F1-FAD6-21D0-0E33-B5CD456F6A1E}"/>
          </ac:cxnSpMkLst>
        </pc:cxnChg>
        <pc:cxnChg chg="add del mod topLvl">
          <ac:chgData name="Hossain, Tanvir" userId="5379524b-2947-4ff6-93a6-0f4602028252" providerId="ADAL" clId="{6F9ADBE3-9A94-4720-8CF8-9A8134603AF5}" dt="2024-12-03T11:04:25.017" v="2224" actId="692"/>
          <ac:cxnSpMkLst>
            <pc:docMk/>
            <pc:sldMk cId="4207851127" sldId="320"/>
            <ac:cxnSpMk id="46" creationId="{E959DD77-5D00-D67C-09E7-4A54FE95D461}"/>
          </ac:cxnSpMkLst>
        </pc:cxnChg>
        <pc:cxnChg chg="add del mod topLvl">
          <ac:chgData name="Hossain, Tanvir" userId="5379524b-2947-4ff6-93a6-0f4602028252" providerId="ADAL" clId="{6F9ADBE3-9A94-4720-8CF8-9A8134603AF5}" dt="2024-12-03T11:04:25.017" v="2224" actId="692"/>
          <ac:cxnSpMkLst>
            <pc:docMk/>
            <pc:sldMk cId="4207851127" sldId="320"/>
            <ac:cxnSpMk id="51" creationId="{272FD10C-4641-57B5-7ABC-E32B661DF821}"/>
          </ac:cxnSpMkLst>
        </pc:cxnChg>
        <pc:cxnChg chg="add del mod topLvl">
          <ac:chgData name="Hossain, Tanvir" userId="5379524b-2947-4ff6-93a6-0f4602028252" providerId="ADAL" clId="{6F9ADBE3-9A94-4720-8CF8-9A8134603AF5}" dt="2024-12-03T11:04:25.017" v="2224" actId="692"/>
          <ac:cxnSpMkLst>
            <pc:docMk/>
            <pc:sldMk cId="4207851127" sldId="320"/>
            <ac:cxnSpMk id="52" creationId="{2B00ACC8-FDF0-34F7-7E54-52D374765BD1}"/>
          </ac:cxnSpMkLst>
        </pc:cxnChg>
      </pc:sldChg>
      <pc:sldChg chg="addSp delSp modSp add mod">
        <pc:chgData name="Hossain, Tanvir" userId="5379524b-2947-4ff6-93a6-0f4602028252" providerId="ADAL" clId="{6F9ADBE3-9A94-4720-8CF8-9A8134603AF5}" dt="2024-12-03T11:10:17.382" v="2318" actId="20577"/>
        <pc:sldMkLst>
          <pc:docMk/>
          <pc:sldMk cId="162859621" sldId="321"/>
        </pc:sldMkLst>
        <pc:spChg chg="add mod">
          <ac:chgData name="Hossain, Tanvir" userId="5379524b-2947-4ff6-93a6-0f4602028252" providerId="ADAL" clId="{6F9ADBE3-9A94-4720-8CF8-9A8134603AF5}" dt="2024-12-03T11:10:12.063" v="2316" actId="1076"/>
          <ac:spMkLst>
            <pc:docMk/>
            <pc:sldMk cId="162859621" sldId="321"/>
            <ac:spMk id="3" creationId="{2EDAC3B7-7762-D79C-9B05-32DF1600EC6A}"/>
          </ac:spMkLst>
        </pc:spChg>
        <pc:spChg chg="mod">
          <ac:chgData name="Hossain, Tanvir" userId="5379524b-2947-4ff6-93a6-0f4602028252" providerId="ADAL" clId="{6F9ADBE3-9A94-4720-8CF8-9A8134603AF5}" dt="2024-12-03T11:07:23.632" v="2275" actId="20577"/>
          <ac:spMkLst>
            <pc:docMk/>
            <pc:sldMk cId="162859621" sldId="321"/>
            <ac:spMk id="4" creationId="{08B833B4-8549-E3FA-DECC-01EB70433010}"/>
          </ac:spMkLst>
        </pc:spChg>
        <pc:spChg chg="add mod">
          <ac:chgData name="Hossain, Tanvir" userId="5379524b-2947-4ff6-93a6-0f4602028252" providerId="ADAL" clId="{6F9ADBE3-9A94-4720-8CF8-9A8134603AF5}" dt="2024-12-03T11:10:17.382" v="2318" actId="20577"/>
          <ac:spMkLst>
            <pc:docMk/>
            <pc:sldMk cId="162859621" sldId="321"/>
            <ac:spMk id="6" creationId="{C8633EB4-4EF1-D0E1-1EB1-22320AD6BA3A}"/>
          </ac:spMkLst>
        </pc:spChg>
        <pc:spChg chg="del">
          <ac:chgData name="Hossain, Tanvir" userId="5379524b-2947-4ff6-93a6-0f4602028252" providerId="ADAL" clId="{6F9ADBE3-9A94-4720-8CF8-9A8134603AF5}" dt="2024-12-03T11:07:30.225" v="2277" actId="478"/>
          <ac:spMkLst>
            <pc:docMk/>
            <pc:sldMk cId="162859621" sldId="321"/>
            <ac:spMk id="10" creationId="{AAAC6573-EAA6-4E5A-CB0B-7B39FA28452A}"/>
          </ac:spMkLst>
        </pc:spChg>
        <pc:spChg chg="del">
          <ac:chgData name="Hossain, Tanvir" userId="5379524b-2947-4ff6-93a6-0f4602028252" providerId="ADAL" clId="{6F9ADBE3-9A94-4720-8CF8-9A8134603AF5}" dt="2024-12-03T11:07:27.548" v="2276" actId="478"/>
          <ac:spMkLst>
            <pc:docMk/>
            <pc:sldMk cId="162859621" sldId="321"/>
            <ac:spMk id="18" creationId="{85678951-0F3F-2E2F-3911-BC068803CECC}"/>
          </ac:spMkLst>
        </pc:spChg>
        <pc:spChg chg="del">
          <ac:chgData name="Hossain, Tanvir" userId="5379524b-2947-4ff6-93a6-0f4602028252" providerId="ADAL" clId="{6F9ADBE3-9A94-4720-8CF8-9A8134603AF5}" dt="2024-12-03T11:07:27.548" v="2276" actId="478"/>
          <ac:spMkLst>
            <pc:docMk/>
            <pc:sldMk cId="162859621" sldId="321"/>
            <ac:spMk id="23" creationId="{6F27B1DD-6CE9-5671-31CA-C721E27BA0C7}"/>
          </ac:spMkLst>
        </pc:spChg>
        <pc:spChg chg="del">
          <ac:chgData name="Hossain, Tanvir" userId="5379524b-2947-4ff6-93a6-0f4602028252" providerId="ADAL" clId="{6F9ADBE3-9A94-4720-8CF8-9A8134603AF5}" dt="2024-12-03T11:07:27.548" v="2276" actId="478"/>
          <ac:spMkLst>
            <pc:docMk/>
            <pc:sldMk cId="162859621" sldId="321"/>
            <ac:spMk id="24" creationId="{A3E882F5-5C52-83EF-AD95-C97CC7DE4F62}"/>
          </ac:spMkLst>
        </pc:spChg>
        <pc:spChg chg="del">
          <ac:chgData name="Hossain, Tanvir" userId="5379524b-2947-4ff6-93a6-0f4602028252" providerId="ADAL" clId="{6F9ADBE3-9A94-4720-8CF8-9A8134603AF5}" dt="2024-12-03T11:07:27.548" v="2276" actId="478"/>
          <ac:spMkLst>
            <pc:docMk/>
            <pc:sldMk cId="162859621" sldId="321"/>
            <ac:spMk id="28" creationId="{C6894BE9-A2D9-B78B-0CF9-A0D22FA5C28C}"/>
          </ac:spMkLst>
        </pc:spChg>
        <pc:spChg chg="del">
          <ac:chgData name="Hossain, Tanvir" userId="5379524b-2947-4ff6-93a6-0f4602028252" providerId="ADAL" clId="{6F9ADBE3-9A94-4720-8CF8-9A8134603AF5}" dt="2024-12-03T11:07:27.548" v="2276" actId="478"/>
          <ac:spMkLst>
            <pc:docMk/>
            <pc:sldMk cId="162859621" sldId="321"/>
            <ac:spMk id="32" creationId="{DC71396A-6B79-4F66-D222-10D67FD82F25}"/>
          </ac:spMkLst>
        </pc:spChg>
        <pc:spChg chg="del">
          <ac:chgData name="Hossain, Tanvir" userId="5379524b-2947-4ff6-93a6-0f4602028252" providerId="ADAL" clId="{6F9ADBE3-9A94-4720-8CF8-9A8134603AF5}" dt="2024-12-03T11:07:27.548" v="2276" actId="478"/>
          <ac:spMkLst>
            <pc:docMk/>
            <pc:sldMk cId="162859621" sldId="321"/>
            <ac:spMk id="33" creationId="{9ABF0142-E6C4-9F2E-FF01-CE24BD532016}"/>
          </ac:spMkLst>
        </pc:spChg>
        <pc:grpChg chg="del">
          <ac:chgData name="Hossain, Tanvir" userId="5379524b-2947-4ff6-93a6-0f4602028252" providerId="ADAL" clId="{6F9ADBE3-9A94-4720-8CF8-9A8134603AF5}" dt="2024-12-03T11:07:27.548" v="2276" actId="478"/>
          <ac:grpSpMkLst>
            <pc:docMk/>
            <pc:sldMk cId="162859621" sldId="321"/>
            <ac:grpSpMk id="58" creationId="{9A9597E9-18D2-F96E-BC1D-F3CBCAE0A4B1}"/>
          </ac:grpSpMkLst>
        </pc:grpChg>
        <pc:picChg chg="del">
          <ac:chgData name="Hossain, Tanvir" userId="5379524b-2947-4ff6-93a6-0f4602028252" providerId="ADAL" clId="{6F9ADBE3-9A94-4720-8CF8-9A8134603AF5}" dt="2024-12-03T11:07:30.225" v="2277" actId="478"/>
          <ac:picMkLst>
            <pc:docMk/>
            <pc:sldMk cId="162859621" sldId="321"/>
            <ac:picMk id="8" creationId="{843D2DD2-282C-DA9D-D105-01F5F69DB8AA}"/>
          </ac:picMkLst>
        </pc:picChg>
        <pc:picChg chg="add mod">
          <ac:chgData name="Hossain, Tanvir" userId="5379524b-2947-4ff6-93a6-0f4602028252" providerId="ADAL" clId="{6F9ADBE3-9A94-4720-8CF8-9A8134603AF5}" dt="2024-12-03T11:10:08.806" v="2315" actId="1076"/>
          <ac:picMkLst>
            <pc:docMk/>
            <pc:sldMk cId="162859621" sldId="321"/>
            <ac:picMk id="9" creationId="{2480EA30-A9EC-BE92-EDEB-3D6AA466E667}"/>
          </ac:picMkLst>
        </pc:picChg>
        <pc:cxnChg chg="del mod">
          <ac:chgData name="Hossain, Tanvir" userId="5379524b-2947-4ff6-93a6-0f4602028252" providerId="ADAL" clId="{6F9ADBE3-9A94-4720-8CF8-9A8134603AF5}" dt="2024-12-03T11:07:27.548" v="2276" actId="478"/>
          <ac:cxnSpMkLst>
            <pc:docMk/>
            <pc:sldMk cId="162859621" sldId="321"/>
            <ac:cxnSpMk id="37" creationId="{870F8C4A-F512-0FD4-BB4C-0B56D5AD9C30}"/>
          </ac:cxnSpMkLst>
        </pc:cxnChg>
        <pc:cxnChg chg="del mod">
          <ac:chgData name="Hossain, Tanvir" userId="5379524b-2947-4ff6-93a6-0f4602028252" providerId="ADAL" clId="{6F9ADBE3-9A94-4720-8CF8-9A8134603AF5}" dt="2024-12-03T11:07:27.548" v="2276" actId="478"/>
          <ac:cxnSpMkLst>
            <pc:docMk/>
            <pc:sldMk cId="162859621" sldId="321"/>
            <ac:cxnSpMk id="38" creationId="{72C518DE-0542-B6E2-A734-84E520AAD548}"/>
          </ac:cxnSpMkLst>
        </pc:cxnChg>
        <pc:cxnChg chg="mod">
          <ac:chgData name="Hossain, Tanvir" userId="5379524b-2947-4ff6-93a6-0f4602028252" providerId="ADAL" clId="{6F9ADBE3-9A94-4720-8CF8-9A8134603AF5}" dt="2024-12-03T11:07:27.548" v="2276" actId="478"/>
          <ac:cxnSpMkLst>
            <pc:docMk/>
            <pc:sldMk cId="162859621" sldId="321"/>
            <ac:cxnSpMk id="39" creationId="{1E5FC777-DAD4-68FD-24B6-22B8F8B560EE}"/>
          </ac:cxnSpMkLst>
        </pc:cxnChg>
        <pc:cxnChg chg="mod">
          <ac:chgData name="Hossain, Tanvir" userId="5379524b-2947-4ff6-93a6-0f4602028252" providerId="ADAL" clId="{6F9ADBE3-9A94-4720-8CF8-9A8134603AF5}" dt="2024-12-03T11:07:27.548" v="2276" actId="478"/>
          <ac:cxnSpMkLst>
            <pc:docMk/>
            <pc:sldMk cId="162859621" sldId="321"/>
            <ac:cxnSpMk id="40" creationId="{699452F1-E129-E02A-2783-2BC5FF1526EF}"/>
          </ac:cxnSpMkLst>
        </pc:cxnChg>
        <pc:cxnChg chg="mod">
          <ac:chgData name="Hossain, Tanvir" userId="5379524b-2947-4ff6-93a6-0f4602028252" providerId="ADAL" clId="{6F9ADBE3-9A94-4720-8CF8-9A8134603AF5}" dt="2024-12-03T11:07:27.548" v="2276" actId="478"/>
          <ac:cxnSpMkLst>
            <pc:docMk/>
            <pc:sldMk cId="162859621" sldId="321"/>
            <ac:cxnSpMk id="41" creationId="{5CA14CE4-013E-086C-5006-83AFF578EA24}"/>
          </ac:cxnSpMkLst>
        </pc:cxnChg>
        <pc:cxnChg chg="mod">
          <ac:chgData name="Hossain, Tanvir" userId="5379524b-2947-4ff6-93a6-0f4602028252" providerId="ADAL" clId="{6F9ADBE3-9A94-4720-8CF8-9A8134603AF5}" dt="2024-12-03T11:07:27.548" v="2276" actId="478"/>
          <ac:cxnSpMkLst>
            <pc:docMk/>
            <pc:sldMk cId="162859621" sldId="321"/>
            <ac:cxnSpMk id="42" creationId="{2EB48D63-2AA0-30B4-89D8-8E00EC1FD0A2}"/>
          </ac:cxnSpMkLst>
        </pc:cxnChg>
        <pc:cxnChg chg="mod">
          <ac:chgData name="Hossain, Tanvir" userId="5379524b-2947-4ff6-93a6-0f4602028252" providerId="ADAL" clId="{6F9ADBE3-9A94-4720-8CF8-9A8134603AF5}" dt="2024-12-03T11:07:27.548" v="2276" actId="478"/>
          <ac:cxnSpMkLst>
            <pc:docMk/>
            <pc:sldMk cId="162859621" sldId="321"/>
            <ac:cxnSpMk id="43" creationId="{2A3D1357-02D9-EBFB-7120-BA7CD95A4C61}"/>
          </ac:cxnSpMkLst>
        </pc:cxnChg>
        <pc:cxnChg chg="mod">
          <ac:chgData name="Hossain, Tanvir" userId="5379524b-2947-4ff6-93a6-0f4602028252" providerId="ADAL" clId="{6F9ADBE3-9A94-4720-8CF8-9A8134603AF5}" dt="2024-12-03T11:07:27.548" v="2276" actId="478"/>
          <ac:cxnSpMkLst>
            <pc:docMk/>
            <pc:sldMk cId="162859621" sldId="321"/>
            <ac:cxnSpMk id="44" creationId="{0B421B37-E3EE-2315-9E16-3D1E39BC8FCD}"/>
          </ac:cxnSpMkLst>
        </pc:cxnChg>
        <pc:cxnChg chg="del mod">
          <ac:chgData name="Hossain, Tanvir" userId="5379524b-2947-4ff6-93a6-0f4602028252" providerId="ADAL" clId="{6F9ADBE3-9A94-4720-8CF8-9A8134603AF5}" dt="2024-12-03T11:07:27.548" v="2276" actId="478"/>
          <ac:cxnSpMkLst>
            <pc:docMk/>
            <pc:sldMk cId="162859621" sldId="321"/>
            <ac:cxnSpMk id="45" creationId="{9B8D3B76-BFF4-D587-8A7A-172990E36250}"/>
          </ac:cxnSpMkLst>
        </pc:cxnChg>
        <pc:cxnChg chg="mod">
          <ac:chgData name="Hossain, Tanvir" userId="5379524b-2947-4ff6-93a6-0f4602028252" providerId="ADAL" clId="{6F9ADBE3-9A94-4720-8CF8-9A8134603AF5}" dt="2024-12-03T11:07:27.548" v="2276" actId="478"/>
          <ac:cxnSpMkLst>
            <pc:docMk/>
            <pc:sldMk cId="162859621" sldId="321"/>
            <ac:cxnSpMk id="46" creationId="{B0660035-9223-FDB6-5217-C8CE265916FA}"/>
          </ac:cxnSpMkLst>
        </pc:cxnChg>
        <pc:cxnChg chg="mod">
          <ac:chgData name="Hossain, Tanvir" userId="5379524b-2947-4ff6-93a6-0f4602028252" providerId="ADAL" clId="{6F9ADBE3-9A94-4720-8CF8-9A8134603AF5}" dt="2024-12-03T11:07:27.548" v="2276" actId="478"/>
          <ac:cxnSpMkLst>
            <pc:docMk/>
            <pc:sldMk cId="162859621" sldId="321"/>
            <ac:cxnSpMk id="51" creationId="{4F372388-D833-6F60-6D2F-5EDD3D95341F}"/>
          </ac:cxnSpMkLst>
        </pc:cxnChg>
      </pc:sldChg>
      <pc:sldChg chg="addSp delSp modSp add mod">
        <pc:chgData name="Hossain, Tanvir" userId="5379524b-2947-4ff6-93a6-0f4602028252" providerId="ADAL" clId="{6F9ADBE3-9A94-4720-8CF8-9A8134603AF5}" dt="2024-12-03T11:13:41.426" v="2354" actId="1076"/>
        <pc:sldMkLst>
          <pc:docMk/>
          <pc:sldMk cId="363233826" sldId="322"/>
        </pc:sldMkLst>
        <pc:spChg chg="add mod">
          <ac:chgData name="Hossain, Tanvir" userId="5379524b-2947-4ff6-93a6-0f4602028252" providerId="ADAL" clId="{6F9ADBE3-9A94-4720-8CF8-9A8134603AF5}" dt="2024-12-03T11:13:32.565" v="2351" actId="12"/>
          <ac:spMkLst>
            <pc:docMk/>
            <pc:sldMk cId="363233826" sldId="322"/>
            <ac:spMk id="2" creationId="{CDA8107D-E637-4303-3BC4-F3356E0385A8}"/>
          </ac:spMkLst>
        </pc:spChg>
        <pc:spChg chg="del">
          <ac:chgData name="Hossain, Tanvir" userId="5379524b-2947-4ff6-93a6-0f4602028252" providerId="ADAL" clId="{6F9ADBE3-9A94-4720-8CF8-9A8134603AF5}" dt="2024-12-03T11:11:09.845" v="2321" actId="478"/>
          <ac:spMkLst>
            <pc:docMk/>
            <pc:sldMk cId="363233826" sldId="322"/>
            <ac:spMk id="3" creationId="{54F4953D-1E72-27ED-F2EA-55C969FA8E02}"/>
          </ac:spMkLst>
        </pc:spChg>
        <pc:spChg chg="mod">
          <ac:chgData name="Hossain, Tanvir" userId="5379524b-2947-4ff6-93a6-0f4602028252" providerId="ADAL" clId="{6F9ADBE3-9A94-4720-8CF8-9A8134603AF5}" dt="2024-12-03T11:10:56.923" v="2320"/>
          <ac:spMkLst>
            <pc:docMk/>
            <pc:sldMk cId="363233826" sldId="322"/>
            <ac:spMk id="4" creationId="{136E274D-0196-5C5A-C2B1-D7F12A70670C}"/>
          </ac:spMkLst>
        </pc:spChg>
        <pc:spChg chg="add mod">
          <ac:chgData name="Hossain, Tanvir" userId="5379524b-2947-4ff6-93a6-0f4602028252" providerId="ADAL" clId="{6F9ADBE3-9A94-4720-8CF8-9A8134603AF5}" dt="2024-12-03T11:13:41.426" v="2354" actId="1076"/>
          <ac:spMkLst>
            <pc:docMk/>
            <pc:sldMk cId="363233826" sldId="322"/>
            <ac:spMk id="5" creationId="{10B89273-D0F0-9BCC-BE00-AEB3098A36CB}"/>
          </ac:spMkLst>
        </pc:spChg>
        <pc:spChg chg="del">
          <ac:chgData name="Hossain, Tanvir" userId="5379524b-2947-4ff6-93a6-0f4602028252" providerId="ADAL" clId="{6F9ADBE3-9A94-4720-8CF8-9A8134603AF5}" dt="2024-12-03T11:11:11.692" v="2323" actId="478"/>
          <ac:spMkLst>
            <pc:docMk/>
            <pc:sldMk cId="363233826" sldId="322"/>
            <ac:spMk id="6" creationId="{6BDC9010-B194-1852-91D6-446B3DAA6FED}"/>
          </ac:spMkLst>
        </pc:spChg>
        <pc:picChg chg="del">
          <ac:chgData name="Hossain, Tanvir" userId="5379524b-2947-4ff6-93a6-0f4602028252" providerId="ADAL" clId="{6F9ADBE3-9A94-4720-8CF8-9A8134603AF5}" dt="2024-12-03T11:11:10.548" v="2322" actId="478"/>
          <ac:picMkLst>
            <pc:docMk/>
            <pc:sldMk cId="363233826" sldId="322"/>
            <ac:picMk id="9" creationId="{0F6345E4-20D9-E147-932E-0CAFEB784B7E}"/>
          </ac:picMkLst>
        </pc:picChg>
      </pc:sldChg>
      <pc:sldChg chg="delSp modSp add mod">
        <pc:chgData name="Hossain, Tanvir" userId="5379524b-2947-4ff6-93a6-0f4602028252" providerId="ADAL" clId="{6F9ADBE3-9A94-4720-8CF8-9A8134603AF5}" dt="2024-12-03T11:29:32.743" v="2568" actId="1076"/>
        <pc:sldMkLst>
          <pc:docMk/>
          <pc:sldMk cId="3754208106" sldId="323"/>
        </pc:sldMkLst>
        <pc:spChg chg="del">
          <ac:chgData name="Hossain, Tanvir" userId="5379524b-2947-4ff6-93a6-0f4602028252" providerId="ADAL" clId="{6F9ADBE3-9A94-4720-8CF8-9A8134603AF5}" dt="2024-12-03T11:29:28.288" v="2567" actId="478"/>
          <ac:spMkLst>
            <pc:docMk/>
            <pc:sldMk cId="3754208106" sldId="323"/>
            <ac:spMk id="3" creationId="{2415AE2A-8A5E-4BF2-6E6E-742ED083BDFC}"/>
          </ac:spMkLst>
        </pc:spChg>
        <pc:spChg chg="mod">
          <ac:chgData name="Hossain, Tanvir" userId="5379524b-2947-4ff6-93a6-0f4602028252" providerId="ADAL" clId="{6F9ADBE3-9A94-4720-8CF8-9A8134603AF5}" dt="2024-12-03T11:29:32.743" v="2568" actId="1076"/>
          <ac:spMkLst>
            <pc:docMk/>
            <pc:sldMk cId="3754208106" sldId="323"/>
            <ac:spMk id="6" creationId="{F4588EB6-FE0C-0F2C-5E32-9B48AE7580B9}"/>
          </ac:spMkLst>
        </pc:spChg>
      </pc:sldChg>
      <pc:sldChg chg="add">
        <pc:chgData name="Hossain, Tanvir" userId="5379524b-2947-4ff6-93a6-0f4602028252" providerId="ADAL" clId="{6F9ADBE3-9A94-4720-8CF8-9A8134603AF5}" dt="2024-12-03T11:25:54.117" v="2441" actId="2890"/>
        <pc:sldMkLst>
          <pc:docMk/>
          <pc:sldMk cId="195896314" sldId="324"/>
        </pc:sldMkLst>
      </pc:sldChg>
      <pc:sldChg chg="addSp modSp add mod">
        <pc:chgData name="Hossain, Tanvir" userId="5379524b-2947-4ff6-93a6-0f4602028252" providerId="ADAL" clId="{6F9ADBE3-9A94-4720-8CF8-9A8134603AF5}" dt="2024-12-03T11:27:23.482" v="2553" actId="1076"/>
        <pc:sldMkLst>
          <pc:docMk/>
          <pc:sldMk cId="377728543" sldId="325"/>
        </pc:sldMkLst>
        <pc:spChg chg="add mod">
          <ac:chgData name="Hossain, Tanvir" userId="5379524b-2947-4ff6-93a6-0f4602028252" providerId="ADAL" clId="{6F9ADBE3-9A94-4720-8CF8-9A8134603AF5}" dt="2024-12-03T11:27:23.482" v="2553" actId="1076"/>
          <ac:spMkLst>
            <pc:docMk/>
            <pc:sldMk cId="377728543" sldId="325"/>
            <ac:spMk id="3" creationId="{FC01DB84-9E13-51C8-EE84-F765C47D9CF5}"/>
          </ac:spMkLst>
        </pc:spChg>
        <pc:spChg chg="mod">
          <ac:chgData name="Hossain, Tanvir" userId="5379524b-2947-4ff6-93a6-0f4602028252" providerId="ADAL" clId="{6F9ADBE3-9A94-4720-8CF8-9A8134603AF5}" dt="2024-12-03T11:26:48.225" v="2551" actId="1076"/>
          <ac:spMkLst>
            <pc:docMk/>
            <pc:sldMk cId="377728543" sldId="325"/>
            <ac:spMk id="11" creationId="{B37CC7BF-42A6-695C-CF4C-90E11F442725}"/>
          </ac:spMkLst>
        </pc:spChg>
        <pc:picChg chg="add mod">
          <ac:chgData name="Hossain, Tanvir" userId="5379524b-2947-4ff6-93a6-0f4602028252" providerId="ADAL" clId="{6F9ADBE3-9A94-4720-8CF8-9A8134603AF5}" dt="2024-12-03T11:27:23.482" v="2553" actId="1076"/>
          <ac:picMkLst>
            <pc:docMk/>
            <pc:sldMk cId="377728543" sldId="325"/>
            <ac:picMk id="2" creationId="{70D9614E-1E05-E88A-A449-A2F0D163B403}"/>
          </ac:picMkLst>
        </pc:picChg>
      </pc:sldChg>
      <pc:sldChg chg="addSp delSp modSp add mod">
        <pc:chgData name="Hossain, Tanvir" userId="5379524b-2947-4ff6-93a6-0f4602028252" providerId="ADAL" clId="{6F9ADBE3-9A94-4720-8CF8-9A8134603AF5}" dt="2024-12-03T11:28:02.471" v="2560" actId="1076"/>
        <pc:sldMkLst>
          <pc:docMk/>
          <pc:sldMk cId="2751353226" sldId="326"/>
        </pc:sldMkLst>
        <pc:spChg chg="del">
          <ac:chgData name="Hossain, Tanvir" userId="5379524b-2947-4ff6-93a6-0f4602028252" providerId="ADAL" clId="{6F9ADBE3-9A94-4720-8CF8-9A8134603AF5}" dt="2024-12-03T11:27:47.731" v="2555" actId="478"/>
          <ac:spMkLst>
            <pc:docMk/>
            <pc:sldMk cId="2751353226" sldId="326"/>
            <ac:spMk id="3" creationId="{5FE116EF-D3FE-3CD7-5413-D17804BA7A3F}"/>
          </ac:spMkLst>
        </pc:spChg>
        <pc:spChg chg="mod">
          <ac:chgData name="Hossain, Tanvir" userId="5379524b-2947-4ff6-93a6-0f4602028252" providerId="ADAL" clId="{6F9ADBE3-9A94-4720-8CF8-9A8134603AF5}" dt="2024-12-03T11:28:00.798" v="2559" actId="1076"/>
          <ac:spMkLst>
            <pc:docMk/>
            <pc:sldMk cId="2751353226" sldId="326"/>
            <ac:spMk id="11" creationId="{10B80C6A-2547-239C-1EB0-CFE92200F750}"/>
          </ac:spMkLst>
        </pc:spChg>
        <pc:picChg chg="del">
          <ac:chgData name="Hossain, Tanvir" userId="5379524b-2947-4ff6-93a6-0f4602028252" providerId="ADAL" clId="{6F9ADBE3-9A94-4720-8CF8-9A8134603AF5}" dt="2024-12-03T11:27:47.731" v="2555" actId="478"/>
          <ac:picMkLst>
            <pc:docMk/>
            <pc:sldMk cId="2751353226" sldId="326"/>
            <ac:picMk id="2" creationId="{D428398B-0358-E3E2-4415-6C0575927141}"/>
          </ac:picMkLst>
        </pc:picChg>
        <pc:picChg chg="add mod">
          <ac:chgData name="Hossain, Tanvir" userId="5379524b-2947-4ff6-93a6-0f4602028252" providerId="ADAL" clId="{6F9ADBE3-9A94-4720-8CF8-9A8134603AF5}" dt="2024-12-03T11:28:02.471" v="2560" actId="1076"/>
          <ac:picMkLst>
            <pc:docMk/>
            <pc:sldMk cId="2751353226" sldId="326"/>
            <ac:picMk id="5" creationId="{3BC7C518-1829-83EF-3B2E-C3A188D04776}"/>
          </ac:picMkLst>
        </pc:picChg>
      </pc:sldChg>
      <pc:sldChg chg="addSp delSp modSp add mod">
        <pc:chgData name="Hossain, Tanvir" userId="5379524b-2947-4ff6-93a6-0f4602028252" providerId="ADAL" clId="{6F9ADBE3-9A94-4720-8CF8-9A8134603AF5}" dt="2024-12-03T11:28:34.042" v="2564" actId="1076"/>
        <pc:sldMkLst>
          <pc:docMk/>
          <pc:sldMk cId="3110219764" sldId="327"/>
        </pc:sldMkLst>
        <pc:spChg chg="add mod">
          <ac:chgData name="Hossain, Tanvir" userId="5379524b-2947-4ff6-93a6-0f4602028252" providerId="ADAL" clId="{6F9ADBE3-9A94-4720-8CF8-9A8134603AF5}" dt="2024-12-03T11:28:34.042" v="2564" actId="1076"/>
          <ac:spMkLst>
            <pc:docMk/>
            <pc:sldMk cId="3110219764" sldId="327"/>
            <ac:spMk id="2" creationId="{D1F53C78-A72E-EAAA-A7E8-AADA4BE8F020}"/>
          </ac:spMkLst>
        </pc:spChg>
        <pc:spChg chg="del">
          <ac:chgData name="Hossain, Tanvir" userId="5379524b-2947-4ff6-93a6-0f4602028252" providerId="ADAL" clId="{6F9ADBE3-9A94-4720-8CF8-9A8134603AF5}" dt="2024-12-03T11:28:30.994" v="2562" actId="478"/>
          <ac:spMkLst>
            <pc:docMk/>
            <pc:sldMk cId="3110219764" sldId="327"/>
            <ac:spMk id="11" creationId="{01F821C8-23F1-9F8F-0BE5-1041C179ADF8}"/>
          </ac:spMkLst>
        </pc:spChg>
        <pc:picChg chg="add mod">
          <ac:chgData name="Hossain, Tanvir" userId="5379524b-2947-4ff6-93a6-0f4602028252" providerId="ADAL" clId="{6F9ADBE3-9A94-4720-8CF8-9A8134603AF5}" dt="2024-12-03T11:28:34.042" v="2564" actId="1076"/>
          <ac:picMkLst>
            <pc:docMk/>
            <pc:sldMk cId="3110219764" sldId="327"/>
            <ac:picMk id="3" creationId="{FEA6C1F6-6EFB-1306-01CF-CF5ACDE117FE}"/>
          </ac:picMkLst>
        </pc:picChg>
        <pc:picChg chg="del">
          <ac:chgData name="Hossain, Tanvir" userId="5379524b-2947-4ff6-93a6-0f4602028252" providerId="ADAL" clId="{6F9ADBE3-9A94-4720-8CF8-9A8134603AF5}" dt="2024-12-03T11:28:30.994" v="2562" actId="478"/>
          <ac:picMkLst>
            <pc:docMk/>
            <pc:sldMk cId="3110219764" sldId="327"/>
            <ac:picMk id="5" creationId="{3861DFBB-97CE-64DD-D05E-31E39294DFFE}"/>
          </ac:picMkLst>
        </pc:picChg>
        <pc:picChg chg="add mod">
          <ac:chgData name="Hossain, Tanvir" userId="5379524b-2947-4ff6-93a6-0f4602028252" providerId="ADAL" clId="{6F9ADBE3-9A94-4720-8CF8-9A8134603AF5}" dt="2024-12-03T11:28:34.042" v="2564" actId="1076"/>
          <ac:picMkLst>
            <pc:docMk/>
            <pc:sldMk cId="3110219764" sldId="327"/>
            <ac:picMk id="6" creationId="{DAE885DE-8DC0-7E28-5BCF-90D3CAB0B1E2}"/>
          </ac:picMkLst>
        </pc:picChg>
        <pc:picChg chg="add mod">
          <ac:chgData name="Hossain, Tanvir" userId="5379524b-2947-4ff6-93a6-0f4602028252" providerId="ADAL" clId="{6F9ADBE3-9A94-4720-8CF8-9A8134603AF5}" dt="2024-12-03T11:28:34.042" v="2564" actId="1076"/>
          <ac:picMkLst>
            <pc:docMk/>
            <pc:sldMk cId="3110219764" sldId="327"/>
            <ac:picMk id="7" creationId="{B16FA0BF-7BE3-F69B-3D13-0FB5D5FB5A68}"/>
          </ac:picMkLst>
        </pc:picChg>
        <pc:picChg chg="add mod">
          <ac:chgData name="Hossain, Tanvir" userId="5379524b-2947-4ff6-93a6-0f4602028252" providerId="ADAL" clId="{6F9ADBE3-9A94-4720-8CF8-9A8134603AF5}" dt="2024-12-03T11:28:34.042" v="2564" actId="1076"/>
          <ac:picMkLst>
            <pc:docMk/>
            <pc:sldMk cId="3110219764" sldId="327"/>
            <ac:picMk id="8" creationId="{32DD49E8-BFAF-EE22-8392-4EAC0D6613AB}"/>
          </ac:picMkLst>
        </pc:picChg>
      </pc:sldChg>
      <pc:sldChg chg="addSp delSp modSp add mod">
        <pc:chgData name="Hossain, Tanvir" userId="5379524b-2947-4ff6-93a6-0f4602028252" providerId="ADAL" clId="{6F9ADBE3-9A94-4720-8CF8-9A8134603AF5}" dt="2024-12-03T11:48:09.520" v="2829" actId="20577"/>
        <pc:sldMkLst>
          <pc:docMk/>
          <pc:sldMk cId="2234807020" sldId="328"/>
        </pc:sldMkLst>
        <pc:spChg chg="mod">
          <ac:chgData name="Hossain, Tanvir" userId="5379524b-2947-4ff6-93a6-0f4602028252" providerId="ADAL" clId="{6F9ADBE3-9A94-4720-8CF8-9A8134603AF5}" dt="2024-12-03T11:48:09.520" v="2829" actId="20577"/>
          <ac:spMkLst>
            <pc:docMk/>
            <pc:sldMk cId="2234807020" sldId="328"/>
            <ac:spMk id="4" creationId="{2F04C8DB-3697-0850-FA5D-F7114130943B}"/>
          </ac:spMkLst>
        </pc:spChg>
        <pc:spChg chg="del">
          <ac:chgData name="Hossain, Tanvir" userId="5379524b-2947-4ff6-93a6-0f4602028252" providerId="ADAL" clId="{6F9ADBE3-9A94-4720-8CF8-9A8134603AF5}" dt="2024-12-03T11:41:13.371" v="2693" actId="478"/>
          <ac:spMkLst>
            <pc:docMk/>
            <pc:sldMk cId="2234807020" sldId="328"/>
            <ac:spMk id="5" creationId="{92B59803-ED13-7515-8EF9-BD9C2D505DFE}"/>
          </ac:spMkLst>
        </pc:spChg>
        <pc:spChg chg="del">
          <ac:chgData name="Hossain, Tanvir" userId="5379524b-2947-4ff6-93a6-0f4602028252" providerId="ADAL" clId="{6F9ADBE3-9A94-4720-8CF8-9A8134603AF5}" dt="2024-12-03T11:41:42.062" v="2694" actId="478"/>
          <ac:spMkLst>
            <pc:docMk/>
            <pc:sldMk cId="2234807020" sldId="328"/>
            <ac:spMk id="6" creationId="{0EB4B28D-84CD-6E92-13C8-1597DE6D021F}"/>
          </ac:spMkLst>
        </pc:spChg>
        <pc:spChg chg="add mod">
          <ac:chgData name="Hossain, Tanvir" userId="5379524b-2947-4ff6-93a6-0f4602028252" providerId="ADAL" clId="{6F9ADBE3-9A94-4720-8CF8-9A8134603AF5}" dt="2024-12-03T11:44:37.420" v="2782" actId="13926"/>
          <ac:spMkLst>
            <pc:docMk/>
            <pc:sldMk cId="2234807020" sldId="328"/>
            <ac:spMk id="7" creationId="{DD342815-0F0D-C667-1833-4243A7F8FCC5}"/>
          </ac:spMkLst>
        </pc:spChg>
        <pc:spChg chg="add mod">
          <ac:chgData name="Hossain, Tanvir" userId="5379524b-2947-4ff6-93a6-0f4602028252" providerId="ADAL" clId="{6F9ADBE3-9A94-4720-8CF8-9A8134603AF5}" dt="2024-12-03T11:43:33.507" v="2754" actId="207"/>
          <ac:spMkLst>
            <pc:docMk/>
            <pc:sldMk cId="2234807020" sldId="328"/>
            <ac:spMk id="8" creationId="{72CB7450-BFEB-F3FA-4BC4-316229DC05ED}"/>
          </ac:spMkLst>
        </pc:spChg>
        <pc:spChg chg="add mod">
          <ac:chgData name="Hossain, Tanvir" userId="5379524b-2947-4ff6-93a6-0f4602028252" providerId="ADAL" clId="{6F9ADBE3-9A94-4720-8CF8-9A8134603AF5}" dt="2024-12-03T11:44:24.834" v="2779" actId="20577"/>
          <ac:spMkLst>
            <pc:docMk/>
            <pc:sldMk cId="2234807020" sldId="328"/>
            <ac:spMk id="11" creationId="{C3F5DE22-F0E2-7870-6D38-151756C876E6}"/>
          </ac:spMkLst>
        </pc:spChg>
        <pc:spChg chg="add mod">
          <ac:chgData name="Hossain, Tanvir" userId="5379524b-2947-4ff6-93a6-0f4602028252" providerId="ADAL" clId="{6F9ADBE3-9A94-4720-8CF8-9A8134603AF5}" dt="2024-12-03T11:47:38.240" v="2800" actId="693"/>
          <ac:spMkLst>
            <pc:docMk/>
            <pc:sldMk cId="2234807020" sldId="328"/>
            <ac:spMk id="18" creationId="{7ED4A2AE-A67E-FDC3-5CF3-7F25EBAC7DBE}"/>
          </ac:spMkLst>
        </pc:spChg>
        <pc:picChg chg="del">
          <ac:chgData name="Hossain, Tanvir" userId="5379524b-2947-4ff6-93a6-0f4602028252" providerId="ADAL" clId="{6F9ADBE3-9A94-4720-8CF8-9A8134603AF5}" dt="2024-12-03T11:41:13.371" v="2693" actId="478"/>
          <ac:picMkLst>
            <pc:docMk/>
            <pc:sldMk cId="2234807020" sldId="328"/>
            <ac:picMk id="3" creationId="{68C4A6C4-CB6C-5448-CED0-46148E6B1B75}"/>
          </ac:picMkLst>
        </pc:picChg>
        <pc:picChg chg="add mod">
          <ac:chgData name="Hossain, Tanvir" userId="5379524b-2947-4ff6-93a6-0f4602028252" providerId="ADAL" clId="{6F9ADBE3-9A94-4720-8CF8-9A8134603AF5}" dt="2024-12-03T11:47:01.295" v="2794" actId="1076"/>
          <ac:picMkLst>
            <pc:docMk/>
            <pc:sldMk cId="2234807020" sldId="328"/>
            <ac:picMk id="15" creationId="{7D90752E-156D-A141-D80F-E508578438FF}"/>
          </ac:picMkLst>
        </pc:picChg>
        <pc:cxnChg chg="add">
          <ac:chgData name="Hossain, Tanvir" userId="5379524b-2947-4ff6-93a6-0f4602028252" providerId="ADAL" clId="{6F9ADBE3-9A94-4720-8CF8-9A8134603AF5}" dt="2024-12-03T11:43:44.553" v="2755" actId="11529"/>
          <ac:cxnSpMkLst>
            <pc:docMk/>
            <pc:sldMk cId="2234807020" sldId="328"/>
            <ac:cxnSpMk id="10" creationId="{824402F3-4654-7D50-1A7B-C1BEEB4FEB0A}"/>
          </ac:cxnSpMkLst>
        </pc:cxnChg>
        <pc:cxnChg chg="add mod">
          <ac:chgData name="Hossain, Tanvir" userId="5379524b-2947-4ff6-93a6-0f4602028252" providerId="ADAL" clId="{6F9ADBE3-9A94-4720-8CF8-9A8134603AF5}" dt="2024-12-03T11:44:11.152" v="2759" actId="14100"/>
          <ac:cxnSpMkLst>
            <pc:docMk/>
            <pc:sldMk cId="2234807020" sldId="328"/>
            <ac:cxnSpMk id="12" creationId="{14CE9D37-3BD6-0C96-9221-ADC50FC6EF5D}"/>
          </ac:cxnSpMkLst>
        </pc:cxnChg>
        <pc:cxnChg chg="add">
          <ac:chgData name="Hossain, Tanvir" userId="5379524b-2947-4ff6-93a6-0f4602028252" providerId="ADAL" clId="{6F9ADBE3-9A94-4720-8CF8-9A8134603AF5}" dt="2024-12-03T11:47:06.895" v="2795" actId="11529"/>
          <ac:cxnSpMkLst>
            <pc:docMk/>
            <pc:sldMk cId="2234807020" sldId="328"/>
            <ac:cxnSpMk id="17" creationId="{16237F4A-F83F-04BC-D18E-AEFF19A562F7}"/>
          </ac:cxnSpMkLst>
        </pc:cxnChg>
      </pc:sldChg>
      <pc:sldChg chg="addSp modSp add mod">
        <pc:chgData name="Hossain, Tanvir" userId="5379524b-2947-4ff6-93a6-0f4602028252" providerId="ADAL" clId="{6F9ADBE3-9A94-4720-8CF8-9A8134603AF5}" dt="2024-12-03T12:08:52.519" v="2942" actId="1076"/>
        <pc:sldMkLst>
          <pc:docMk/>
          <pc:sldMk cId="552244406" sldId="329"/>
        </pc:sldMkLst>
        <pc:spChg chg="mod">
          <ac:chgData name="Hossain, Tanvir" userId="5379524b-2947-4ff6-93a6-0f4602028252" providerId="ADAL" clId="{6F9ADBE3-9A94-4720-8CF8-9A8134603AF5}" dt="2024-12-03T12:06:02.222" v="2938" actId="1076"/>
          <ac:spMkLst>
            <pc:docMk/>
            <pc:sldMk cId="552244406" sldId="329"/>
            <ac:spMk id="5" creationId="{D1F18F32-3EEA-244D-D912-9BD0F142BE23}"/>
          </ac:spMkLst>
        </pc:spChg>
        <pc:picChg chg="add mod">
          <ac:chgData name="Hossain, Tanvir" userId="5379524b-2947-4ff6-93a6-0f4602028252" providerId="ADAL" clId="{6F9ADBE3-9A94-4720-8CF8-9A8134603AF5}" dt="2024-12-03T12:08:52.519" v="2942" actId="1076"/>
          <ac:picMkLst>
            <pc:docMk/>
            <pc:sldMk cId="552244406" sldId="329"/>
            <ac:picMk id="2" creationId="{E6597ED5-40A5-7CDC-DCB7-EB05794939C7}"/>
          </ac:picMkLst>
        </pc:picChg>
      </pc:sldChg>
      <pc:sldChg chg="delSp modSp add del mod">
        <pc:chgData name="Hossain, Tanvir" userId="5379524b-2947-4ff6-93a6-0f4602028252" providerId="ADAL" clId="{6F9ADBE3-9A94-4720-8CF8-9A8134603AF5}" dt="2024-12-03T11:47:52.133" v="2801" actId="47"/>
        <pc:sldMkLst>
          <pc:docMk/>
          <pc:sldMk cId="1270253263" sldId="329"/>
        </pc:sldMkLst>
        <pc:spChg chg="del">
          <ac:chgData name="Hossain, Tanvir" userId="5379524b-2947-4ff6-93a6-0f4602028252" providerId="ADAL" clId="{6F9ADBE3-9A94-4720-8CF8-9A8134603AF5}" dt="2024-12-03T11:45:06.874" v="2784" actId="478"/>
          <ac:spMkLst>
            <pc:docMk/>
            <pc:sldMk cId="1270253263" sldId="329"/>
            <ac:spMk id="7" creationId="{D917A922-955E-366E-1FD9-C4991FF744DF}"/>
          </ac:spMkLst>
        </pc:spChg>
        <pc:spChg chg="del">
          <ac:chgData name="Hossain, Tanvir" userId="5379524b-2947-4ff6-93a6-0f4602028252" providerId="ADAL" clId="{6F9ADBE3-9A94-4720-8CF8-9A8134603AF5}" dt="2024-12-03T11:45:06.874" v="2784" actId="478"/>
          <ac:spMkLst>
            <pc:docMk/>
            <pc:sldMk cId="1270253263" sldId="329"/>
            <ac:spMk id="8" creationId="{4CBC2770-A8A6-62CF-701A-C46BFFB172F6}"/>
          </ac:spMkLst>
        </pc:spChg>
        <pc:spChg chg="del">
          <ac:chgData name="Hossain, Tanvir" userId="5379524b-2947-4ff6-93a6-0f4602028252" providerId="ADAL" clId="{6F9ADBE3-9A94-4720-8CF8-9A8134603AF5}" dt="2024-12-03T11:45:06.874" v="2784" actId="478"/>
          <ac:spMkLst>
            <pc:docMk/>
            <pc:sldMk cId="1270253263" sldId="329"/>
            <ac:spMk id="11" creationId="{185A1634-7009-86A8-748A-E3BBD919F1FA}"/>
          </ac:spMkLst>
        </pc:spChg>
        <pc:cxnChg chg="del mod">
          <ac:chgData name="Hossain, Tanvir" userId="5379524b-2947-4ff6-93a6-0f4602028252" providerId="ADAL" clId="{6F9ADBE3-9A94-4720-8CF8-9A8134603AF5}" dt="2024-12-03T11:45:06.874" v="2784" actId="478"/>
          <ac:cxnSpMkLst>
            <pc:docMk/>
            <pc:sldMk cId="1270253263" sldId="329"/>
            <ac:cxnSpMk id="10" creationId="{6C617F6F-43A4-FB7F-D559-88A17632A592}"/>
          </ac:cxnSpMkLst>
        </pc:cxnChg>
        <pc:cxnChg chg="del mod">
          <ac:chgData name="Hossain, Tanvir" userId="5379524b-2947-4ff6-93a6-0f4602028252" providerId="ADAL" clId="{6F9ADBE3-9A94-4720-8CF8-9A8134603AF5}" dt="2024-12-03T11:45:06.874" v="2784" actId="478"/>
          <ac:cxnSpMkLst>
            <pc:docMk/>
            <pc:sldMk cId="1270253263" sldId="329"/>
            <ac:cxnSpMk id="12" creationId="{4AE6869F-1CE5-8ADE-E101-B2C9AE7DBFA1}"/>
          </ac:cxnSpMkLst>
        </pc:cxnChg>
      </pc:sldChg>
      <pc:sldChg chg="addSp delSp modSp add mod modAnim">
        <pc:chgData name="Hossain, Tanvir" userId="5379524b-2947-4ff6-93a6-0f4602028252" providerId="ADAL" clId="{6F9ADBE3-9A94-4720-8CF8-9A8134603AF5}" dt="2024-12-03T12:44:15.485" v="3277" actId="1076"/>
        <pc:sldMkLst>
          <pc:docMk/>
          <pc:sldMk cId="957395287" sldId="330"/>
        </pc:sldMkLst>
        <pc:spChg chg="add mod">
          <ac:chgData name="Hossain, Tanvir" userId="5379524b-2947-4ff6-93a6-0f4602028252" providerId="ADAL" clId="{6F9ADBE3-9A94-4720-8CF8-9A8134603AF5}" dt="2024-12-03T12:34:25.797" v="3177" actId="14100"/>
          <ac:spMkLst>
            <pc:docMk/>
            <pc:sldMk cId="957395287" sldId="330"/>
            <ac:spMk id="2" creationId="{25433215-B0E8-8DC8-EAA1-2B9A87F6DA1C}"/>
          </ac:spMkLst>
        </pc:spChg>
        <pc:spChg chg="add del mod">
          <ac:chgData name="Hossain, Tanvir" userId="5379524b-2947-4ff6-93a6-0f4602028252" providerId="ADAL" clId="{6F9ADBE3-9A94-4720-8CF8-9A8134603AF5}" dt="2024-12-03T12:32:37.703" v="3119" actId="478"/>
          <ac:spMkLst>
            <pc:docMk/>
            <pc:sldMk cId="957395287" sldId="330"/>
            <ac:spMk id="3" creationId="{F95A104A-94E2-72C6-FE21-A1F319D39EDD}"/>
          </ac:spMkLst>
        </pc:spChg>
        <pc:spChg chg="mod">
          <ac:chgData name="Hossain, Tanvir" userId="5379524b-2947-4ff6-93a6-0f4602028252" providerId="ADAL" clId="{6F9ADBE3-9A94-4720-8CF8-9A8134603AF5}" dt="2024-12-03T12:30:59.429" v="3113" actId="403"/>
          <ac:spMkLst>
            <pc:docMk/>
            <pc:sldMk cId="957395287" sldId="330"/>
            <ac:spMk id="5" creationId="{B73C2B88-A365-188B-2F72-C8CA14013F4C}"/>
          </ac:spMkLst>
        </pc:spChg>
        <pc:spChg chg="add mod">
          <ac:chgData name="Hossain, Tanvir" userId="5379524b-2947-4ff6-93a6-0f4602028252" providerId="ADAL" clId="{6F9ADBE3-9A94-4720-8CF8-9A8134603AF5}" dt="2024-12-03T12:34:29.862" v="3178" actId="1076"/>
          <ac:spMkLst>
            <pc:docMk/>
            <pc:sldMk cId="957395287" sldId="330"/>
            <ac:spMk id="6" creationId="{8CFEA87E-109B-B163-B7A1-15BD3F5B77A2}"/>
          </ac:spMkLst>
        </pc:spChg>
        <pc:spChg chg="add mod">
          <ac:chgData name="Hossain, Tanvir" userId="5379524b-2947-4ff6-93a6-0f4602028252" providerId="ADAL" clId="{6F9ADBE3-9A94-4720-8CF8-9A8134603AF5}" dt="2024-12-03T12:36:09.516" v="3269" actId="14100"/>
          <ac:spMkLst>
            <pc:docMk/>
            <pc:sldMk cId="957395287" sldId="330"/>
            <ac:spMk id="7" creationId="{EB7FD37B-F1D0-ADA8-DAFD-9190D2DB3D02}"/>
          </ac:spMkLst>
        </pc:spChg>
        <pc:spChg chg="add mod">
          <ac:chgData name="Hossain, Tanvir" userId="5379524b-2947-4ff6-93a6-0f4602028252" providerId="ADAL" clId="{6F9ADBE3-9A94-4720-8CF8-9A8134603AF5}" dt="2024-12-03T12:44:07.012" v="3274" actId="20577"/>
          <ac:spMkLst>
            <pc:docMk/>
            <pc:sldMk cId="957395287" sldId="330"/>
            <ac:spMk id="8" creationId="{ABE6D3D4-501F-5CF0-9C56-ECBF29E4455F}"/>
          </ac:spMkLst>
        </pc:spChg>
        <pc:spChg chg="add del mod">
          <ac:chgData name="Hossain, Tanvir" userId="5379524b-2947-4ff6-93a6-0f4602028252" providerId="ADAL" clId="{6F9ADBE3-9A94-4720-8CF8-9A8134603AF5}" dt="2024-12-03T12:36:01.033" v="3265" actId="478"/>
          <ac:spMkLst>
            <pc:docMk/>
            <pc:sldMk cId="957395287" sldId="330"/>
            <ac:spMk id="15" creationId="{0BE23079-9B7E-9C66-CBBD-1D7863B1AD38}"/>
          </ac:spMkLst>
        </pc:spChg>
        <pc:spChg chg="add del mod">
          <ac:chgData name="Hossain, Tanvir" userId="5379524b-2947-4ff6-93a6-0f4602028252" providerId="ADAL" clId="{6F9ADBE3-9A94-4720-8CF8-9A8134603AF5}" dt="2024-12-03T12:36:01.033" v="3265" actId="478"/>
          <ac:spMkLst>
            <pc:docMk/>
            <pc:sldMk cId="957395287" sldId="330"/>
            <ac:spMk id="16" creationId="{247DFEAB-97E7-1864-75CF-79E03F3AB2CE}"/>
          </ac:spMkLst>
        </pc:spChg>
        <pc:spChg chg="add mod">
          <ac:chgData name="Hossain, Tanvir" userId="5379524b-2947-4ff6-93a6-0f4602028252" providerId="ADAL" clId="{6F9ADBE3-9A94-4720-8CF8-9A8134603AF5}" dt="2024-12-03T12:34:41.062" v="3185" actId="1076"/>
          <ac:spMkLst>
            <pc:docMk/>
            <pc:sldMk cId="957395287" sldId="330"/>
            <ac:spMk id="31" creationId="{4C7272DD-D23D-EFB5-B557-BD7155E600BF}"/>
          </ac:spMkLst>
        </pc:spChg>
        <pc:spChg chg="add mod">
          <ac:chgData name="Hossain, Tanvir" userId="5379524b-2947-4ff6-93a6-0f4602028252" providerId="ADAL" clId="{6F9ADBE3-9A94-4720-8CF8-9A8134603AF5}" dt="2024-12-03T12:36:07.724" v="3268" actId="1076"/>
          <ac:spMkLst>
            <pc:docMk/>
            <pc:sldMk cId="957395287" sldId="330"/>
            <ac:spMk id="32" creationId="{B1DCDAC8-F6C3-7EA8-C7C2-BD197DE96053}"/>
          </ac:spMkLst>
        </pc:spChg>
        <pc:spChg chg="add del mod">
          <ac:chgData name="Hossain, Tanvir" userId="5379524b-2947-4ff6-93a6-0f4602028252" providerId="ADAL" clId="{6F9ADBE3-9A94-4720-8CF8-9A8134603AF5}" dt="2024-12-03T12:36:01.033" v="3265" actId="478"/>
          <ac:spMkLst>
            <pc:docMk/>
            <pc:sldMk cId="957395287" sldId="330"/>
            <ac:spMk id="33" creationId="{20BC5F3E-45F8-65A1-2716-3C45F6B0D911}"/>
          </ac:spMkLst>
        </pc:spChg>
        <pc:spChg chg="add del mod">
          <ac:chgData name="Hossain, Tanvir" userId="5379524b-2947-4ff6-93a6-0f4602028252" providerId="ADAL" clId="{6F9ADBE3-9A94-4720-8CF8-9A8134603AF5}" dt="2024-12-03T12:36:01.033" v="3265" actId="478"/>
          <ac:spMkLst>
            <pc:docMk/>
            <pc:sldMk cId="957395287" sldId="330"/>
            <ac:spMk id="34" creationId="{5EF68122-80CA-BFD8-D93F-C8BC2450DACC}"/>
          </ac:spMkLst>
        </pc:spChg>
        <pc:picChg chg="add mod modCrop">
          <ac:chgData name="Hossain, Tanvir" userId="5379524b-2947-4ff6-93a6-0f4602028252" providerId="ADAL" clId="{6F9ADBE3-9A94-4720-8CF8-9A8134603AF5}" dt="2024-12-03T12:44:15.485" v="3277" actId="1076"/>
          <ac:picMkLst>
            <pc:docMk/>
            <pc:sldMk cId="957395287" sldId="330"/>
            <ac:picMk id="39" creationId="{004F9969-53A7-11AB-FABE-65110BC6831A}"/>
          </ac:picMkLst>
        </pc:picChg>
        <pc:cxnChg chg="add mod">
          <ac:chgData name="Hossain, Tanvir" userId="5379524b-2947-4ff6-93a6-0f4602028252" providerId="ADAL" clId="{6F9ADBE3-9A94-4720-8CF8-9A8134603AF5}" dt="2024-12-03T12:34:29.862" v="3178" actId="1076"/>
          <ac:cxnSpMkLst>
            <pc:docMk/>
            <pc:sldMk cId="957395287" sldId="330"/>
            <ac:cxnSpMk id="10" creationId="{D3198976-EBF4-AB0E-9AF7-A2C000CECDE0}"/>
          </ac:cxnSpMkLst>
        </pc:cxnChg>
        <pc:cxnChg chg="add mod">
          <ac:chgData name="Hossain, Tanvir" userId="5379524b-2947-4ff6-93a6-0f4602028252" providerId="ADAL" clId="{6F9ADBE3-9A94-4720-8CF8-9A8134603AF5}" dt="2024-12-03T12:36:09.516" v="3269" actId="14100"/>
          <ac:cxnSpMkLst>
            <pc:docMk/>
            <pc:sldMk cId="957395287" sldId="330"/>
            <ac:cxnSpMk id="12" creationId="{C86F3D8D-DBBA-E053-F855-DD78EB29FFB7}"/>
          </ac:cxnSpMkLst>
        </pc:cxnChg>
        <pc:cxnChg chg="add mod">
          <ac:chgData name="Hossain, Tanvir" userId="5379524b-2947-4ff6-93a6-0f4602028252" providerId="ADAL" clId="{6F9ADBE3-9A94-4720-8CF8-9A8134603AF5}" dt="2024-12-03T12:36:04.822" v="3267" actId="14100"/>
          <ac:cxnSpMkLst>
            <pc:docMk/>
            <pc:sldMk cId="957395287" sldId="330"/>
            <ac:cxnSpMk id="14" creationId="{EAE70DD5-8DD9-0F4D-4457-634E92649A99}"/>
          </ac:cxnSpMkLst>
        </pc:cxnChg>
      </pc:sldChg>
      <pc:sldChg chg="addSp delSp modSp add mod modAnim">
        <pc:chgData name="Hossain, Tanvir" userId="5379524b-2947-4ff6-93a6-0f4602028252" providerId="ADAL" clId="{6F9ADBE3-9A94-4720-8CF8-9A8134603AF5}" dt="2024-12-03T13:12:58.992" v="3692"/>
        <pc:sldMkLst>
          <pc:docMk/>
          <pc:sldMk cId="2855044898" sldId="331"/>
        </pc:sldMkLst>
        <pc:spChg chg="add del mod">
          <ac:chgData name="Hossain, Tanvir" userId="5379524b-2947-4ff6-93a6-0f4602028252" providerId="ADAL" clId="{6F9ADBE3-9A94-4720-8CF8-9A8134603AF5}" dt="2024-12-03T12:58:34.669" v="3416" actId="478"/>
          <ac:spMkLst>
            <pc:docMk/>
            <pc:sldMk cId="2855044898" sldId="331"/>
            <ac:spMk id="2" creationId="{05B43FD8-2870-CE67-9E59-F2BD42A4C933}"/>
          </ac:spMkLst>
        </pc:spChg>
        <pc:spChg chg="mod">
          <ac:chgData name="Hossain, Tanvir" userId="5379524b-2947-4ff6-93a6-0f4602028252" providerId="ADAL" clId="{6F9ADBE3-9A94-4720-8CF8-9A8134603AF5}" dt="2024-12-03T12:57:08.857" v="3408"/>
          <ac:spMkLst>
            <pc:docMk/>
            <pc:sldMk cId="2855044898" sldId="331"/>
            <ac:spMk id="3" creationId="{81CDF20F-BFB5-89E3-6E4E-991528F6118D}"/>
          </ac:spMkLst>
        </pc:spChg>
        <pc:spChg chg="mod">
          <ac:chgData name="Hossain, Tanvir" userId="5379524b-2947-4ff6-93a6-0f4602028252" providerId="ADAL" clId="{6F9ADBE3-9A94-4720-8CF8-9A8134603AF5}" dt="2024-12-03T12:58:18.604" v="3411" actId="1076"/>
          <ac:spMkLst>
            <pc:docMk/>
            <pc:sldMk cId="2855044898" sldId="331"/>
            <ac:spMk id="4" creationId="{7F84AE8F-7BC4-2A35-FC56-0FA8076C9248}"/>
          </ac:spMkLst>
        </pc:spChg>
        <pc:spChg chg="mod">
          <ac:chgData name="Hossain, Tanvir" userId="5379524b-2947-4ff6-93a6-0f4602028252" providerId="ADAL" clId="{6F9ADBE3-9A94-4720-8CF8-9A8134603AF5}" dt="2024-12-03T12:56:53.531" v="3407" actId="20577"/>
          <ac:spMkLst>
            <pc:docMk/>
            <pc:sldMk cId="2855044898" sldId="331"/>
            <ac:spMk id="5" creationId="{55C885CA-964B-B8E5-2BBA-E941C519FD84}"/>
          </ac:spMkLst>
        </pc:spChg>
        <pc:spChg chg="mod">
          <ac:chgData name="Hossain, Tanvir" userId="5379524b-2947-4ff6-93a6-0f4602028252" providerId="ADAL" clId="{6F9ADBE3-9A94-4720-8CF8-9A8134603AF5}" dt="2024-12-03T12:59:01.772" v="3423" actId="14100"/>
          <ac:spMkLst>
            <pc:docMk/>
            <pc:sldMk cId="2855044898" sldId="331"/>
            <ac:spMk id="7" creationId="{4610FE48-AA30-52E3-E819-7830C81A7675}"/>
          </ac:spMkLst>
        </pc:spChg>
      </pc:sldChg>
      <pc:sldChg chg="addSp delSp modSp add mod">
        <pc:chgData name="Hossain, Tanvir" userId="5379524b-2947-4ff6-93a6-0f4602028252" providerId="ADAL" clId="{6F9ADBE3-9A94-4720-8CF8-9A8134603AF5}" dt="2024-12-03T13:07:43.599" v="3611" actId="207"/>
        <pc:sldMkLst>
          <pc:docMk/>
          <pc:sldMk cId="2193085473" sldId="332"/>
        </pc:sldMkLst>
        <pc:spChg chg="add mod">
          <ac:chgData name="Hossain, Tanvir" userId="5379524b-2947-4ff6-93a6-0f4602028252" providerId="ADAL" clId="{6F9ADBE3-9A94-4720-8CF8-9A8134603AF5}" dt="2024-12-03T13:07:43.599" v="3611" actId="207"/>
          <ac:spMkLst>
            <pc:docMk/>
            <pc:sldMk cId="2193085473" sldId="332"/>
            <ac:spMk id="3" creationId="{E9EF10E0-FAE9-4697-6C30-BEFF6776603D}"/>
          </ac:spMkLst>
        </pc:spChg>
        <pc:spChg chg="mod">
          <ac:chgData name="Hossain, Tanvir" userId="5379524b-2947-4ff6-93a6-0f4602028252" providerId="ADAL" clId="{6F9ADBE3-9A94-4720-8CF8-9A8134603AF5}" dt="2024-12-03T13:05:46.095" v="3588" actId="20577"/>
          <ac:spMkLst>
            <pc:docMk/>
            <pc:sldMk cId="2193085473" sldId="332"/>
            <ac:spMk id="4" creationId="{3AAFC249-6888-3BA6-2F79-B44133796400}"/>
          </ac:spMkLst>
        </pc:spChg>
        <pc:spChg chg="del">
          <ac:chgData name="Hossain, Tanvir" userId="5379524b-2947-4ff6-93a6-0f4602028252" providerId="ADAL" clId="{6F9ADBE3-9A94-4720-8CF8-9A8134603AF5}" dt="2024-12-03T13:05:49.267" v="3589" actId="478"/>
          <ac:spMkLst>
            <pc:docMk/>
            <pc:sldMk cId="2193085473" sldId="332"/>
            <ac:spMk id="5" creationId="{FB7E8F6F-385F-7619-8AD2-4B72807AD266}"/>
          </ac:spMkLst>
        </pc:spChg>
        <pc:spChg chg="del">
          <ac:chgData name="Hossain, Tanvir" userId="5379524b-2947-4ff6-93a6-0f4602028252" providerId="ADAL" clId="{6F9ADBE3-9A94-4720-8CF8-9A8134603AF5}" dt="2024-12-03T13:05:49.267" v="3589" actId="478"/>
          <ac:spMkLst>
            <pc:docMk/>
            <pc:sldMk cId="2193085473" sldId="332"/>
            <ac:spMk id="8" creationId="{2A8DB18F-1B48-6F6E-2F33-F89ED5F872C3}"/>
          </ac:spMkLst>
        </pc:spChg>
        <pc:picChg chg="del">
          <ac:chgData name="Hossain, Tanvir" userId="5379524b-2947-4ff6-93a6-0f4602028252" providerId="ADAL" clId="{6F9ADBE3-9A94-4720-8CF8-9A8134603AF5}" dt="2024-12-03T13:05:49.267" v="3589" actId="478"/>
          <ac:picMkLst>
            <pc:docMk/>
            <pc:sldMk cId="2193085473" sldId="332"/>
            <ac:picMk id="6" creationId="{755E6DF0-D51D-E2E0-C704-1B2256529E53}"/>
          </ac:picMkLst>
        </pc:picChg>
      </pc:sldChg>
    </pc:docChg>
  </pc:docChgLst>
  <pc:docChgLst>
    <pc:chgData name="Hossain, Tanvir" userId="5379524b-2947-4ff6-93a6-0f4602028252" providerId="ADAL" clId="{4E40FF40-501A-458A-8AF7-145E01AFEC74}"/>
    <pc:docChg chg="modSld">
      <pc:chgData name="Hossain, Tanvir" userId="5379524b-2947-4ff6-93a6-0f4602028252" providerId="ADAL" clId="{4E40FF40-501A-458A-8AF7-145E01AFEC74}" dt="2024-10-31T17:04:59.735" v="20"/>
      <pc:docMkLst>
        <pc:docMk/>
      </pc:docMkLst>
      <pc:sldChg chg="addSp">
        <pc:chgData name="Hossain, Tanvir" userId="5379524b-2947-4ff6-93a6-0f4602028252" providerId="ADAL" clId="{4E40FF40-501A-458A-8AF7-145E01AFEC74}" dt="2024-10-31T17:04:59.735" v="20"/>
        <pc:sldMkLst>
          <pc:docMk/>
          <pc:sldMk cId="2409443978" sldId="257"/>
        </pc:sldMkLst>
      </pc:sldChg>
      <pc:sldChg chg="addSp">
        <pc:chgData name="Hossain, Tanvir" userId="5379524b-2947-4ff6-93a6-0f4602028252" providerId="ADAL" clId="{4E40FF40-501A-458A-8AF7-145E01AFEC74}" dt="2024-10-31T17:04:59.735" v="20"/>
        <pc:sldMkLst>
          <pc:docMk/>
          <pc:sldMk cId="1729915323" sldId="268"/>
        </pc:sldMkLst>
      </pc:sldChg>
      <pc:sldChg chg="addSp">
        <pc:chgData name="Hossain, Tanvir" userId="5379524b-2947-4ff6-93a6-0f4602028252" providerId="ADAL" clId="{4E40FF40-501A-458A-8AF7-145E01AFEC74}" dt="2024-10-31T17:04:59.735" v="20"/>
        <pc:sldMkLst>
          <pc:docMk/>
          <pc:sldMk cId="3948692902" sldId="269"/>
        </pc:sldMkLst>
      </pc:sldChg>
      <pc:sldChg chg="addSp">
        <pc:chgData name="Hossain, Tanvir" userId="5379524b-2947-4ff6-93a6-0f4602028252" providerId="ADAL" clId="{4E40FF40-501A-458A-8AF7-145E01AFEC74}" dt="2024-10-31T17:04:59.735" v="20"/>
        <pc:sldMkLst>
          <pc:docMk/>
          <pc:sldMk cId="3178234004" sldId="270"/>
        </pc:sldMkLst>
      </pc:sldChg>
      <pc:sldChg chg="addSp">
        <pc:chgData name="Hossain, Tanvir" userId="5379524b-2947-4ff6-93a6-0f4602028252" providerId="ADAL" clId="{4E40FF40-501A-458A-8AF7-145E01AFEC74}" dt="2024-10-31T17:04:59.735" v="20"/>
        <pc:sldMkLst>
          <pc:docMk/>
          <pc:sldMk cId="402523472" sldId="273"/>
        </pc:sldMkLst>
      </pc:sldChg>
      <pc:sldChg chg="addSp">
        <pc:chgData name="Hossain, Tanvir" userId="5379524b-2947-4ff6-93a6-0f4602028252" providerId="ADAL" clId="{4E40FF40-501A-458A-8AF7-145E01AFEC74}" dt="2024-10-31T17:04:59.735" v="20"/>
        <pc:sldMkLst>
          <pc:docMk/>
          <pc:sldMk cId="1575889371" sldId="274"/>
        </pc:sldMkLst>
      </pc:sldChg>
      <pc:sldChg chg="addSp">
        <pc:chgData name="Hossain, Tanvir" userId="5379524b-2947-4ff6-93a6-0f4602028252" providerId="ADAL" clId="{4E40FF40-501A-458A-8AF7-145E01AFEC74}" dt="2024-10-31T17:04:59.735" v="20"/>
        <pc:sldMkLst>
          <pc:docMk/>
          <pc:sldMk cId="2446670331" sldId="275"/>
        </pc:sldMkLst>
      </pc:sldChg>
      <pc:sldChg chg="addSp">
        <pc:chgData name="Hossain, Tanvir" userId="5379524b-2947-4ff6-93a6-0f4602028252" providerId="ADAL" clId="{4E40FF40-501A-458A-8AF7-145E01AFEC74}" dt="2024-10-31T17:04:59.735" v="20"/>
        <pc:sldMkLst>
          <pc:docMk/>
          <pc:sldMk cId="1785257647" sldId="276"/>
        </pc:sldMkLst>
      </pc:sldChg>
      <pc:sldChg chg="addSp">
        <pc:chgData name="Hossain, Tanvir" userId="5379524b-2947-4ff6-93a6-0f4602028252" providerId="ADAL" clId="{4E40FF40-501A-458A-8AF7-145E01AFEC74}" dt="2024-10-31T17:04:59.735" v="20"/>
        <pc:sldMkLst>
          <pc:docMk/>
          <pc:sldMk cId="4173929640" sldId="277"/>
        </pc:sldMkLst>
      </pc:sldChg>
      <pc:sldChg chg="addSp">
        <pc:chgData name="Hossain, Tanvir" userId="5379524b-2947-4ff6-93a6-0f4602028252" providerId="ADAL" clId="{4E40FF40-501A-458A-8AF7-145E01AFEC74}" dt="2024-10-31T17:04:59.735" v="20"/>
        <pc:sldMkLst>
          <pc:docMk/>
          <pc:sldMk cId="3249034943" sldId="278"/>
        </pc:sldMkLst>
      </pc:sldChg>
      <pc:sldChg chg="addSp">
        <pc:chgData name="Hossain, Tanvir" userId="5379524b-2947-4ff6-93a6-0f4602028252" providerId="ADAL" clId="{4E40FF40-501A-458A-8AF7-145E01AFEC74}" dt="2024-10-31T17:04:59.735" v="20"/>
        <pc:sldMkLst>
          <pc:docMk/>
          <pc:sldMk cId="936687709" sldId="279"/>
        </pc:sldMkLst>
      </pc:sldChg>
      <pc:sldChg chg="addSp">
        <pc:chgData name="Hossain, Tanvir" userId="5379524b-2947-4ff6-93a6-0f4602028252" providerId="ADAL" clId="{4E40FF40-501A-458A-8AF7-145E01AFEC74}" dt="2024-10-31T17:04:59.735" v="20"/>
        <pc:sldMkLst>
          <pc:docMk/>
          <pc:sldMk cId="4042136807" sldId="280"/>
        </pc:sldMkLst>
      </pc:sldChg>
      <pc:sldChg chg="addSp">
        <pc:chgData name="Hossain, Tanvir" userId="5379524b-2947-4ff6-93a6-0f4602028252" providerId="ADAL" clId="{4E40FF40-501A-458A-8AF7-145E01AFEC74}" dt="2024-10-31T17:04:59.735" v="20"/>
        <pc:sldMkLst>
          <pc:docMk/>
          <pc:sldMk cId="2601502647" sldId="281"/>
        </pc:sldMkLst>
      </pc:sldChg>
      <pc:sldChg chg="addSp">
        <pc:chgData name="Hossain, Tanvir" userId="5379524b-2947-4ff6-93a6-0f4602028252" providerId="ADAL" clId="{4E40FF40-501A-458A-8AF7-145E01AFEC74}" dt="2024-10-31T17:04:59.735" v="20"/>
        <pc:sldMkLst>
          <pc:docMk/>
          <pc:sldMk cId="3414793742" sldId="282"/>
        </pc:sldMkLst>
      </pc:sldChg>
      <pc:sldChg chg="addSp">
        <pc:chgData name="Hossain, Tanvir" userId="5379524b-2947-4ff6-93a6-0f4602028252" providerId="ADAL" clId="{4E40FF40-501A-458A-8AF7-145E01AFEC74}" dt="2024-10-31T17:04:59.735" v="20"/>
        <pc:sldMkLst>
          <pc:docMk/>
          <pc:sldMk cId="764038822" sldId="283"/>
        </pc:sldMkLst>
      </pc:sldChg>
      <pc:sldChg chg="addSp">
        <pc:chgData name="Hossain, Tanvir" userId="5379524b-2947-4ff6-93a6-0f4602028252" providerId="ADAL" clId="{4E40FF40-501A-458A-8AF7-145E01AFEC74}" dt="2024-10-31T17:04:59.735" v="20"/>
        <pc:sldMkLst>
          <pc:docMk/>
          <pc:sldMk cId="3080078185" sldId="285"/>
        </pc:sldMkLst>
      </pc:sldChg>
      <pc:sldChg chg="addSp modSp mod modAnim">
        <pc:chgData name="Hossain, Tanvir" userId="5379524b-2947-4ff6-93a6-0f4602028252" providerId="ADAL" clId="{4E40FF40-501A-458A-8AF7-145E01AFEC74}" dt="2024-10-31T17:04:59.735" v="20"/>
        <pc:sldMkLst>
          <pc:docMk/>
          <pc:sldMk cId="202281001" sldId="288"/>
        </pc:sldMkLst>
      </pc:sldChg>
      <pc:sldChg chg="addSp">
        <pc:chgData name="Hossain, Tanvir" userId="5379524b-2947-4ff6-93a6-0f4602028252" providerId="ADAL" clId="{4E40FF40-501A-458A-8AF7-145E01AFEC74}" dt="2024-10-31T17:04:59.735" v="20"/>
        <pc:sldMkLst>
          <pc:docMk/>
          <pc:sldMk cId="3255037851" sldId="289"/>
        </pc:sldMkLst>
      </pc:sldChg>
    </pc:docChg>
  </pc:docChgLst>
  <pc:docChgLst>
    <pc:chgData name="Hossain, Tanvir" userId="5379524b-2947-4ff6-93a6-0f4602028252" providerId="ADAL" clId="{6C322C08-DB2A-409D-8D4A-D051AB3FF070}"/>
    <pc:docChg chg="undo custSel addSld delSld modSld sldOrd">
      <pc:chgData name="Hossain, Tanvir" userId="5379524b-2947-4ff6-93a6-0f4602028252" providerId="ADAL" clId="{6C322C08-DB2A-409D-8D4A-D051AB3FF070}" dt="2024-11-21T16:40:32.857" v="1678" actId="20577"/>
      <pc:docMkLst>
        <pc:docMk/>
      </pc:docMkLst>
      <pc:sldChg chg="del">
        <pc:chgData name="Hossain, Tanvir" userId="5379524b-2947-4ff6-93a6-0f4602028252" providerId="ADAL" clId="{6C322C08-DB2A-409D-8D4A-D051AB3FF070}" dt="2024-11-21T15:34:20.319" v="0" actId="47"/>
        <pc:sldMkLst>
          <pc:docMk/>
          <pc:sldMk cId="2409443978" sldId="257"/>
        </pc:sldMkLst>
      </pc:sldChg>
      <pc:sldChg chg="delSp modSp del mod">
        <pc:chgData name="Hossain, Tanvir" userId="5379524b-2947-4ff6-93a6-0f4602028252" providerId="ADAL" clId="{6C322C08-DB2A-409D-8D4A-D051AB3FF070}" dt="2024-11-21T15:40:19.453" v="86" actId="47"/>
        <pc:sldMkLst>
          <pc:docMk/>
          <pc:sldMk cId="4152662320" sldId="258"/>
        </pc:sldMkLst>
      </pc:sldChg>
      <pc:sldChg chg="addSp delSp modSp mod">
        <pc:chgData name="Hossain, Tanvir" userId="5379524b-2947-4ff6-93a6-0f4602028252" providerId="ADAL" clId="{6C322C08-DB2A-409D-8D4A-D051AB3FF070}" dt="2024-11-21T16:03:59.286" v="363" actId="207"/>
        <pc:sldMkLst>
          <pc:docMk/>
          <pc:sldMk cId="4112756217" sldId="259"/>
        </pc:sldMkLst>
      </pc:sldChg>
      <pc:sldChg chg="addSp modSp mod">
        <pc:chgData name="Hossain, Tanvir" userId="5379524b-2947-4ff6-93a6-0f4602028252" providerId="ADAL" clId="{6C322C08-DB2A-409D-8D4A-D051AB3FF070}" dt="2024-11-21T16:40:32.857" v="1678" actId="20577"/>
        <pc:sldMkLst>
          <pc:docMk/>
          <pc:sldMk cId="1190987144" sldId="260"/>
        </pc:sldMkLst>
        <pc:spChg chg="mod">
          <ac:chgData name="Hossain, Tanvir" userId="5379524b-2947-4ff6-93a6-0f4602028252" providerId="ADAL" clId="{6C322C08-DB2A-409D-8D4A-D051AB3FF070}" dt="2024-11-21T16:04:56.561" v="381" actId="20577"/>
          <ac:spMkLst>
            <pc:docMk/>
            <pc:sldMk cId="1190987144" sldId="260"/>
            <ac:spMk id="3" creationId="{E94E92C6-AD72-4BF7-8A91-DDA807C252EA}"/>
          </ac:spMkLst>
        </pc:spChg>
        <pc:spChg chg="mod">
          <ac:chgData name="Hossain, Tanvir" userId="5379524b-2947-4ff6-93a6-0f4602028252" providerId="ADAL" clId="{6C322C08-DB2A-409D-8D4A-D051AB3FF070}" dt="2024-11-21T16:40:32.857" v="1678" actId="20577"/>
          <ac:spMkLst>
            <pc:docMk/>
            <pc:sldMk cId="1190987144" sldId="260"/>
            <ac:spMk id="4" creationId="{9FFEC02B-5988-8F30-77A3-198C9CEE9E0F}"/>
          </ac:spMkLst>
        </pc:spChg>
      </pc:sldChg>
      <pc:sldChg chg="addSp delSp modSp mod">
        <pc:chgData name="Hossain, Tanvir" userId="5379524b-2947-4ff6-93a6-0f4602028252" providerId="ADAL" clId="{6C322C08-DB2A-409D-8D4A-D051AB3FF070}" dt="2024-11-21T16:03:45.338" v="360" actId="207"/>
        <pc:sldMkLst>
          <pc:docMk/>
          <pc:sldMk cId="3032750187" sldId="261"/>
        </pc:sldMkLst>
      </pc:sldChg>
      <pc:sldChg chg="addSp delSp modSp mod">
        <pc:chgData name="Hossain, Tanvir" userId="5379524b-2947-4ff6-93a6-0f4602028252" providerId="ADAL" clId="{6C322C08-DB2A-409D-8D4A-D051AB3FF070}" dt="2024-11-21T16:03:38.868" v="358" actId="207"/>
        <pc:sldMkLst>
          <pc:docMk/>
          <pc:sldMk cId="4182141787" sldId="262"/>
        </pc:sldMkLst>
      </pc:sldChg>
      <pc:sldChg chg="addSp delSp modSp mod">
        <pc:chgData name="Hossain, Tanvir" userId="5379524b-2947-4ff6-93a6-0f4602028252" providerId="ADAL" clId="{6C322C08-DB2A-409D-8D4A-D051AB3FF070}" dt="2024-11-21T16:03:31.435" v="356" actId="207"/>
        <pc:sldMkLst>
          <pc:docMk/>
          <pc:sldMk cId="957865555" sldId="263"/>
        </pc:sldMkLst>
      </pc:sldChg>
      <pc:sldChg chg="addSp delSp modSp mod">
        <pc:chgData name="Hossain, Tanvir" userId="5379524b-2947-4ff6-93a6-0f4602028252" providerId="ADAL" clId="{6C322C08-DB2A-409D-8D4A-D051AB3FF070}" dt="2024-11-21T16:03:28.408" v="355" actId="207"/>
        <pc:sldMkLst>
          <pc:docMk/>
          <pc:sldMk cId="336614956" sldId="264"/>
        </pc:sldMkLst>
      </pc:sldChg>
      <pc:sldChg chg="addSp delSp modSp mod">
        <pc:chgData name="Hossain, Tanvir" userId="5379524b-2947-4ff6-93a6-0f4602028252" providerId="ADAL" clId="{6C322C08-DB2A-409D-8D4A-D051AB3FF070}" dt="2024-11-21T16:03:25.504" v="354" actId="207"/>
        <pc:sldMkLst>
          <pc:docMk/>
          <pc:sldMk cId="2965765115" sldId="265"/>
        </pc:sldMkLst>
      </pc:sldChg>
      <pc:sldChg chg="addSp delSp modSp mod">
        <pc:chgData name="Hossain, Tanvir" userId="5379524b-2947-4ff6-93a6-0f4602028252" providerId="ADAL" clId="{6C322C08-DB2A-409D-8D4A-D051AB3FF070}" dt="2024-11-21T16:03:16.930" v="352" actId="207"/>
        <pc:sldMkLst>
          <pc:docMk/>
          <pc:sldMk cId="2690411797" sldId="266"/>
        </pc:sldMkLst>
      </pc:sldChg>
      <pc:sldChg chg="delSp modSp del mod">
        <pc:chgData name="Hossain, Tanvir" userId="5379524b-2947-4ff6-93a6-0f4602028252" providerId="ADAL" clId="{6C322C08-DB2A-409D-8D4A-D051AB3FF070}" dt="2024-11-21T15:37:31.748" v="36" actId="47"/>
        <pc:sldMkLst>
          <pc:docMk/>
          <pc:sldMk cId="499535891" sldId="267"/>
        </pc:sldMkLst>
      </pc:sldChg>
      <pc:sldChg chg="del">
        <pc:chgData name="Hossain, Tanvir" userId="5379524b-2947-4ff6-93a6-0f4602028252" providerId="ADAL" clId="{6C322C08-DB2A-409D-8D4A-D051AB3FF070}" dt="2024-11-21T15:34:20.319" v="0" actId="47"/>
        <pc:sldMkLst>
          <pc:docMk/>
          <pc:sldMk cId="1729915323" sldId="268"/>
        </pc:sldMkLst>
      </pc:sldChg>
      <pc:sldChg chg="del">
        <pc:chgData name="Hossain, Tanvir" userId="5379524b-2947-4ff6-93a6-0f4602028252" providerId="ADAL" clId="{6C322C08-DB2A-409D-8D4A-D051AB3FF070}" dt="2024-11-21T15:38:23.520" v="53" actId="47"/>
        <pc:sldMkLst>
          <pc:docMk/>
          <pc:sldMk cId="2851777490" sldId="268"/>
        </pc:sldMkLst>
      </pc:sldChg>
      <pc:sldChg chg="delSp modSp del mod">
        <pc:chgData name="Hossain, Tanvir" userId="5379524b-2947-4ff6-93a6-0f4602028252" providerId="ADAL" clId="{6C322C08-DB2A-409D-8D4A-D051AB3FF070}" dt="2024-11-21T15:39:12.035" v="68" actId="47"/>
        <pc:sldMkLst>
          <pc:docMk/>
          <pc:sldMk cId="1093576836" sldId="269"/>
        </pc:sldMkLst>
      </pc:sldChg>
      <pc:sldChg chg="del">
        <pc:chgData name="Hossain, Tanvir" userId="5379524b-2947-4ff6-93a6-0f4602028252" providerId="ADAL" clId="{6C322C08-DB2A-409D-8D4A-D051AB3FF070}" dt="2024-11-21T15:34:20.319" v="0" actId="47"/>
        <pc:sldMkLst>
          <pc:docMk/>
          <pc:sldMk cId="3948692902" sldId="269"/>
        </pc:sldMkLst>
      </pc:sldChg>
      <pc:sldChg chg="addSp delSp modSp mod">
        <pc:chgData name="Hossain, Tanvir" userId="5379524b-2947-4ff6-93a6-0f4602028252" providerId="ADAL" clId="{6C322C08-DB2A-409D-8D4A-D051AB3FF070}" dt="2024-11-21T16:03:54.670" v="362" actId="207"/>
        <pc:sldMkLst>
          <pc:docMk/>
          <pc:sldMk cId="2848228927" sldId="270"/>
        </pc:sldMkLst>
      </pc:sldChg>
      <pc:sldChg chg="del">
        <pc:chgData name="Hossain, Tanvir" userId="5379524b-2947-4ff6-93a6-0f4602028252" providerId="ADAL" clId="{6C322C08-DB2A-409D-8D4A-D051AB3FF070}" dt="2024-11-21T15:34:20.319" v="0" actId="47"/>
        <pc:sldMkLst>
          <pc:docMk/>
          <pc:sldMk cId="3178234004" sldId="270"/>
        </pc:sldMkLst>
      </pc:sldChg>
      <pc:sldChg chg="addSp delSp modSp mod">
        <pc:chgData name="Hossain, Tanvir" userId="5379524b-2947-4ff6-93a6-0f4602028252" providerId="ADAL" clId="{6C322C08-DB2A-409D-8D4A-D051AB3FF070}" dt="2024-11-21T16:03:48.118" v="361" actId="207"/>
        <pc:sldMkLst>
          <pc:docMk/>
          <pc:sldMk cId="829046201" sldId="271"/>
        </pc:sldMkLst>
      </pc:sldChg>
      <pc:sldChg chg="del">
        <pc:chgData name="Hossain, Tanvir" userId="5379524b-2947-4ff6-93a6-0f4602028252" providerId="ADAL" clId="{6C322C08-DB2A-409D-8D4A-D051AB3FF070}" dt="2024-11-21T15:34:20.319" v="0" actId="47"/>
        <pc:sldMkLst>
          <pc:docMk/>
          <pc:sldMk cId="2014493930" sldId="271"/>
        </pc:sldMkLst>
      </pc:sldChg>
      <pc:sldChg chg="addSp delSp modSp mod">
        <pc:chgData name="Hossain, Tanvir" userId="5379524b-2947-4ff6-93a6-0f4602028252" providerId="ADAL" clId="{6C322C08-DB2A-409D-8D4A-D051AB3FF070}" dt="2024-11-21T16:03:35.396" v="357" actId="207"/>
        <pc:sldMkLst>
          <pc:docMk/>
          <pc:sldMk cId="2267475944" sldId="272"/>
        </pc:sldMkLst>
      </pc:sldChg>
      <pc:sldChg chg="del">
        <pc:chgData name="Hossain, Tanvir" userId="5379524b-2947-4ff6-93a6-0f4602028252" providerId="ADAL" clId="{6C322C08-DB2A-409D-8D4A-D051AB3FF070}" dt="2024-11-21T15:34:20.319" v="0" actId="47"/>
        <pc:sldMkLst>
          <pc:docMk/>
          <pc:sldMk cId="2330456200" sldId="272"/>
        </pc:sldMkLst>
      </pc:sldChg>
      <pc:sldChg chg="addSp delSp modSp mod">
        <pc:chgData name="Hossain, Tanvir" userId="5379524b-2947-4ff6-93a6-0f4602028252" providerId="ADAL" clId="{6C322C08-DB2A-409D-8D4A-D051AB3FF070}" dt="2024-11-21T16:12:29.675" v="510" actId="1076"/>
        <pc:sldMkLst>
          <pc:docMk/>
          <pc:sldMk cId="402523472" sldId="273"/>
        </pc:sldMkLst>
        <pc:spChg chg="mod">
          <ac:chgData name="Hossain, Tanvir" userId="5379524b-2947-4ff6-93a6-0f4602028252" providerId="ADAL" clId="{6C322C08-DB2A-409D-8D4A-D051AB3FF070}" dt="2024-11-21T16:11:10.708" v="493"/>
          <ac:spMkLst>
            <pc:docMk/>
            <pc:sldMk cId="402523472" sldId="273"/>
            <ac:spMk id="4" creationId="{F18F7527-B755-6C1C-C0A5-47DE673279AD}"/>
          </ac:spMkLst>
        </pc:spChg>
      </pc:sldChg>
      <pc:sldChg chg="del">
        <pc:chgData name="Hossain, Tanvir" userId="5379524b-2947-4ff6-93a6-0f4602028252" providerId="ADAL" clId="{6C322C08-DB2A-409D-8D4A-D051AB3FF070}" dt="2024-11-21T15:34:20.319" v="0" actId="47"/>
        <pc:sldMkLst>
          <pc:docMk/>
          <pc:sldMk cId="1575889371" sldId="274"/>
        </pc:sldMkLst>
      </pc:sldChg>
      <pc:sldChg chg="addSp delSp modSp mod">
        <pc:chgData name="Hossain, Tanvir" userId="5379524b-2947-4ff6-93a6-0f4602028252" providerId="ADAL" clId="{6C322C08-DB2A-409D-8D4A-D051AB3FF070}" dt="2024-11-21T16:03:11.441" v="351" actId="207"/>
        <pc:sldMkLst>
          <pc:docMk/>
          <pc:sldMk cId="4099982738" sldId="274"/>
        </pc:sldMkLst>
      </pc:sldChg>
      <pc:sldChg chg="addSp delSp modSp mod">
        <pc:chgData name="Hossain, Tanvir" userId="5379524b-2947-4ff6-93a6-0f4602028252" providerId="ADAL" clId="{6C322C08-DB2A-409D-8D4A-D051AB3FF070}" dt="2024-11-21T16:03:06.918" v="350" actId="207"/>
        <pc:sldMkLst>
          <pc:docMk/>
          <pc:sldMk cId="2152019468" sldId="275"/>
        </pc:sldMkLst>
      </pc:sldChg>
      <pc:sldChg chg="del">
        <pc:chgData name="Hossain, Tanvir" userId="5379524b-2947-4ff6-93a6-0f4602028252" providerId="ADAL" clId="{6C322C08-DB2A-409D-8D4A-D051AB3FF070}" dt="2024-11-21T15:34:20.319" v="0" actId="47"/>
        <pc:sldMkLst>
          <pc:docMk/>
          <pc:sldMk cId="2446670331" sldId="275"/>
        </pc:sldMkLst>
      </pc:sldChg>
      <pc:sldChg chg="del">
        <pc:chgData name="Hossain, Tanvir" userId="5379524b-2947-4ff6-93a6-0f4602028252" providerId="ADAL" clId="{6C322C08-DB2A-409D-8D4A-D051AB3FF070}" dt="2024-11-21T15:34:20.319" v="0" actId="47"/>
        <pc:sldMkLst>
          <pc:docMk/>
          <pc:sldMk cId="1785257647" sldId="276"/>
        </pc:sldMkLst>
      </pc:sldChg>
      <pc:sldChg chg="addSp delSp modSp mod">
        <pc:chgData name="Hossain, Tanvir" userId="5379524b-2947-4ff6-93a6-0f4602028252" providerId="ADAL" clId="{6C322C08-DB2A-409D-8D4A-D051AB3FF070}" dt="2024-11-21T16:03:02.307" v="349" actId="207"/>
        <pc:sldMkLst>
          <pc:docMk/>
          <pc:sldMk cId="3516600745" sldId="276"/>
        </pc:sldMkLst>
      </pc:sldChg>
      <pc:sldChg chg="addSp delSp modSp mod">
        <pc:chgData name="Hossain, Tanvir" userId="5379524b-2947-4ff6-93a6-0f4602028252" providerId="ADAL" clId="{6C322C08-DB2A-409D-8D4A-D051AB3FF070}" dt="2024-11-21T16:02:56.395" v="348" actId="207"/>
        <pc:sldMkLst>
          <pc:docMk/>
          <pc:sldMk cId="2994688288" sldId="277"/>
        </pc:sldMkLst>
      </pc:sldChg>
      <pc:sldChg chg="del">
        <pc:chgData name="Hossain, Tanvir" userId="5379524b-2947-4ff6-93a6-0f4602028252" providerId="ADAL" clId="{6C322C08-DB2A-409D-8D4A-D051AB3FF070}" dt="2024-11-21T15:34:20.319" v="0" actId="47"/>
        <pc:sldMkLst>
          <pc:docMk/>
          <pc:sldMk cId="4173929640" sldId="277"/>
        </pc:sldMkLst>
      </pc:sldChg>
      <pc:sldChg chg="del">
        <pc:chgData name="Hossain, Tanvir" userId="5379524b-2947-4ff6-93a6-0f4602028252" providerId="ADAL" clId="{6C322C08-DB2A-409D-8D4A-D051AB3FF070}" dt="2024-11-21T15:34:20.319" v="0" actId="47"/>
        <pc:sldMkLst>
          <pc:docMk/>
          <pc:sldMk cId="3249034943" sldId="278"/>
        </pc:sldMkLst>
      </pc:sldChg>
      <pc:sldChg chg="addSp delSp modSp mod">
        <pc:chgData name="Hossain, Tanvir" userId="5379524b-2947-4ff6-93a6-0f4602028252" providerId="ADAL" clId="{6C322C08-DB2A-409D-8D4A-D051AB3FF070}" dt="2024-11-21T16:02:51.193" v="347" actId="207"/>
        <pc:sldMkLst>
          <pc:docMk/>
          <pc:sldMk cId="3987652711" sldId="278"/>
        </pc:sldMkLst>
      </pc:sldChg>
      <pc:sldChg chg="del">
        <pc:chgData name="Hossain, Tanvir" userId="5379524b-2947-4ff6-93a6-0f4602028252" providerId="ADAL" clId="{6C322C08-DB2A-409D-8D4A-D051AB3FF070}" dt="2024-11-21T15:34:20.319" v="0" actId="47"/>
        <pc:sldMkLst>
          <pc:docMk/>
          <pc:sldMk cId="936687709" sldId="279"/>
        </pc:sldMkLst>
      </pc:sldChg>
      <pc:sldChg chg="addSp delSp modSp mod">
        <pc:chgData name="Hossain, Tanvir" userId="5379524b-2947-4ff6-93a6-0f4602028252" providerId="ADAL" clId="{6C322C08-DB2A-409D-8D4A-D051AB3FF070}" dt="2024-11-21T16:01:51.917" v="340" actId="207"/>
        <pc:sldMkLst>
          <pc:docMk/>
          <pc:sldMk cId="2495798332" sldId="279"/>
        </pc:sldMkLst>
      </pc:sldChg>
      <pc:sldChg chg="delSp modSp del mod">
        <pc:chgData name="Hossain, Tanvir" userId="5379524b-2947-4ff6-93a6-0f4602028252" providerId="ADAL" clId="{6C322C08-DB2A-409D-8D4A-D051AB3FF070}" dt="2024-11-21T15:36:41.789" v="27" actId="47"/>
        <pc:sldMkLst>
          <pc:docMk/>
          <pc:sldMk cId="1512428724" sldId="280"/>
        </pc:sldMkLst>
      </pc:sldChg>
      <pc:sldChg chg="del">
        <pc:chgData name="Hossain, Tanvir" userId="5379524b-2947-4ff6-93a6-0f4602028252" providerId="ADAL" clId="{6C322C08-DB2A-409D-8D4A-D051AB3FF070}" dt="2024-11-21T15:34:20.319" v="0" actId="47"/>
        <pc:sldMkLst>
          <pc:docMk/>
          <pc:sldMk cId="4042136807" sldId="280"/>
        </pc:sldMkLst>
      </pc:sldChg>
      <pc:sldChg chg="del">
        <pc:chgData name="Hossain, Tanvir" userId="5379524b-2947-4ff6-93a6-0f4602028252" providerId="ADAL" clId="{6C322C08-DB2A-409D-8D4A-D051AB3FF070}" dt="2024-11-21T15:34:20.319" v="0" actId="47"/>
        <pc:sldMkLst>
          <pc:docMk/>
          <pc:sldMk cId="2601502647" sldId="281"/>
        </pc:sldMkLst>
      </pc:sldChg>
      <pc:sldChg chg="addSp delSp modSp mod">
        <pc:chgData name="Hossain, Tanvir" userId="5379524b-2947-4ff6-93a6-0f4602028252" providerId="ADAL" clId="{6C322C08-DB2A-409D-8D4A-D051AB3FF070}" dt="2024-11-21T16:02:30.447" v="346" actId="207"/>
        <pc:sldMkLst>
          <pc:docMk/>
          <pc:sldMk cId="3534527127" sldId="281"/>
        </pc:sldMkLst>
      </pc:sldChg>
      <pc:sldChg chg="addSp delSp modSp mod">
        <pc:chgData name="Hossain, Tanvir" userId="5379524b-2947-4ff6-93a6-0f4602028252" providerId="ADAL" clId="{6C322C08-DB2A-409D-8D4A-D051AB3FF070}" dt="2024-11-21T16:02:25.909" v="345" actId="207"/>
        <pc:sldMkLst>
          <pc:docMk/>
          <pc:sldMk cId="2155167852" sldId="282"/>
        </pc:sldMkLst>
      </pc:sldChg>
      <pc:sldChg chg="del">
        <pc:chgData name="Hossain, Tanvir" userId="5379524b-2947-4ff6-93a6-0f4602028252" providerId="ADAL" clId="{6C322C08-DB2A-409D-8D4A-D051AB3FF070}" dt="2024-11-21T15:34:20.319" v="0" actId="47"/>
        <pc:sldMkLst>
          <pc:docMk/>
          <pc:sldMk cId="3414793742" sldId="282"/>
        </pc:sldMkLst>
      </pc:sldChg>
      <pc:sldChg chg="del">
        <pc:chgData name="Hossain, Tanvir" userId="5379524b-2947-4ff6-93a6-0f4602028252" providerId="ADAL" clId="{6C322C08-DB2A-409D-8D4A-D051AB3FF070}" dt="2024-11-21T15:34:20.319" v="0" actId="47"/>
        <pc:sldMkLst>
          <pc:docMk/>
          <pc:sldMk cId="764038822" sldId="283"/>
        </pc:sldMkLst>
      </pc:sldChg>
      <pc:sldChg chg="addSp delSp modSp mod">
        <pc:chgData name="Hossain, Tanvir" userId="5379524b-2947-4ff6-93a6-0f4602028252" providerId="ADAL" clId="{6C322C08-DB2A-409D-8D4A-D051AB3FF070}" dt="2024-11-21T16:02:22.128" v="344" actId="207"/>
        <pc:sldMkLst>
          <pc:docMk/>
          <pc:sldMk cId="1129539114" sldId="283"/>
        </pc:sldMkLst>
      </pc:sldChg>
      <pc:sldChg chg="addSp delSp modSp mod">
        <pc:chgData name="Hossain, Tanvir" userId="5379524b-2947-4ff6-93a6-0f4602028252" providerId="ADAL" clId="{6C322C08-DB2A-409D-8D4A-D051AB3FF070}" dt="2024-11-21T16:02:15.106" v="343" actId="207"/>
        <pc:sldMkLst>
          <pc:docMk/>
          <pc:sldMk cId="553502697" sldId="284"/>
        </pc:sldMkLst>
      </pc:sldChg>
      <pc:sldChg chg="addSp delSp modSp mod">
        <pc:chgData name="Hossain, Tanvir" userId="5379524b-2947-4ff6-93a6-0f4602028252" providerId="ADAL" clId="{6C322C08-DB2A-409D-8D4A-D051AB3FF070}" dt="2024-11-21T16:02:06.875" v="342" actId="207"/>
        <pc:sldMkLst>
          <pc:docMk/>
          <pc:sldMk cId="1022414557" sldId="285"/>
        </pc:sldMkLst>
      </pc:sldChg>
      <pc:sldChg chg="del">
        <pc:chgData name="Hossain, Tanvir" userId="5379524b-2947-4ff6-93a6-0f4602028252" providerId="ADAL" clId="{6C322C08-DB2A-409D-8D4A-D051AB3FF070}" dt="2024-11-21T15:34:20.319" v="0" actId="47"/>
        <pc:sldMkLst>
          <pc:docMk/>
          <pc:sldMk cId="3080078185" sldId="285"/>
        </pc:sldMkLst>
      </pc:sldChg>
      <pc:sldChg chg="del">
        <pc:chgData name="Hossain, Tanvir" userId="5379524b-2947-4ff6-93a6-0f4602028252" providerId="ADAL" clId="{6C322C08-DB2A-409D-8D4A-D051AB3FF070}" dt="2024-11-21T15:34:20.319" v="0" actId="47"/>
        <pc:sldMkLst>
          <pc:docMk/>
          <pc:sldMk cId="535414834" sldId="286"/>
        </pc:sldMkLst>
      </pc:sldChg>
      <pc:sldChg chg="addSp delSp modSp mod">
        <pc:chgData name="Hossain, Tanvir" userId="5379524b-2947-4ff6-93a6-0f4602028252" providerId="ADAL" clId="{6C322C08-DB2A-409D-8D4A-D051AB3FF070}" dt="2024-11-21T16:01:45.908" v="339" actId="207"/>
        <pc:sldMkLst>
          <pc:docMk/>
          <pc:sldMk cId="1285730990" sldId="286"/>
        </pc:sldMkLst>
      </pc:sldChg>
      <pc:sldChg chg="del">
        <pc:chgData name="Hossain, Tanvir" userId="5379524b-2947-4ff6-93a6-0f4602028252" providerId="ADAL" clId="{6C322C08-DB2A-409D-8D4A-D051AB3FF070}" dt="2024-11-21T15:34:20.319" v="0" actId="47"/>
        <pc:sldMkLst>
          <pc:docMk/>
          <pc:sldMk cId="992610679" sldId="287"/>
        </pc:sldMkLst>
      </pc:sldChg>
      <pc:sldChg chg="del">
        <pc:chgData name="Hossain, Tanvir" userId="5379524b-2947-4ff6-93a6-0f4602028252" providerId="ADAL" clId="{6C322C08-DB2A-409D-8D4A-D051AB3FF070}" dt="2024-11-21T15:34:20.319" v="0" actId="47"/>
        <pc:sldMkLst>
          <pc:docMk/>
          <pc:sldMk cId="202281001" sldId="288"/>
        </pc:sldMkLst>
      </pc:sldChg>
      <pc:sldChg chg="delSp modSp del mod ord">
        <pc:chgData name="Hossain, Tanvir" userId="5379524b-2947-4ff6-93a6-0f4602028252" providerId="ADAL" clId="{6C322C08-DB2A-409D-8D4A-D051AB3FF070}" dt="2024-11-21T15:36:02.638" v="17" actId="47"/>
        <pc:sldMkLst>
          <pc:docMk/>
          <pc:sldMk cId="1035544348" sldId="288"/>
        </pc:sldMkLst>
      </pc:sldChg>
      <pc:sldChg chg="addSp delSp modSp mod">
        <pc:chgData name="Hossain, Tanvir" userId="5379524b-2947-4ff6-93a6-0f4602028252" providerId="ADAL" clId="{6C322C08-DB2A-409D-8D4A-D051AB3FF070}" dt="2024-11-21T16:03:42.077" v="359" actId="207"/>
        <pc:sldMkLst>
          <pc:docMk/>
          <pc:sldMk cId="849401799" sldId="289"/>
        </pc:sldMkLst>
      </pc:sldChg>
      <pc:sldChg chg="del">
        <pc:chgData name="Hossain, Tanvir" userId="5379524b-2947-4ff6-93a6-0f4602028252" providerId="ADAL" clId="{6C322C08-DB2A-409D-8D4A-D051AB3FF070}" dt="2024-11-21T15:34:20.319" v="0" actId="47"/>
        <pc:sldMkLst>
          <pc:docMk/>
          <pc:sldMk cId="3255037851" sldId="289"/>
        </pc:sldMkLst>
      </pc:sldChg>
      <pc:sldChg chg="addSp delSp modSp mod">
        <pc:chgData name="Hossain, Tanvir" userId="5379524b-2947-4ff6-93a6-0f4602028252" providerId="ADAL" clId="{6C322C08-DB2A-409D-8D4A-D051AB3FF070}" dt="2024-11-21T16:03:22.068" v="353" actId="207"/>
        <pc:sldMkLst>
          <pc:docMk/>
          <pc:sldMk cId="63227288" sldId="290"/>
        </pc:sldMkLst>
      </pc:sldChg>
      <pc:sldChg chg="del">
        <pc:chgData name="Hossain, Tanvir" userId="5379524b-2947-4ff6-93a6-0f4602028252" providerId="ADAL" clId="{6C322C08-DB2A-409D-8D4A-D051AB3FF070}" dt="2024-11-21T15:34:20.319" v="0" actId="47"/>
        <pc:sldMkLst>
          <pc:docMk/>
          <pc:sldMk cId="3216208510" sldId="290"/>
        </pc:sldMkLst>
      </pc:sldChg>
      <pc:sldChg chg="addSp delSp modSp add mod">
        <pc:chgData name="Hossain, Tanvir" userId="5379524b-2947-4ff6-93a6-0f4602028252" providerId="ADAL" clId="{6C322C08-DB2A-409D-8D4A-D051AB3FF070}" dt="2024-11-21T16:04:12.557" v="366" actId="207"/>
        <pc:sldMkLst>
          <pc:docMk/>
          <pc:sldMk cId="632185542" sldId="291"/>
        </pc:sldMkLst>
      </pc:sldChg>
      <pc:sldChg chg="del">
        <pc:chgData name="Hossain, Tanvir" userId="5379524b-2947-4ff6-93a6-0f4602028252" providerId="ADAL" clId="{6C322C08-DB2A-409D-8D4A-D051AB3FF070}" dt="2024-11-21T15:34:20.319" v="0" actId="47"/>
        <pc:sldMkLst>
          <pc:docMk/>
          <pc:sldMk cId="2325894209" sldId="291"/>
        </pc:sldMkLst>
      </pc:sldChg>
      <pc:sldChg chg="addSp delSp modSp add mod">
        <pc:chgData name="Hossain, Tanvir" userId="5379524b-2947-4ff6-93a6-0f4602028252" providerId="ADAL" clId="{6C322C08-DB2A-409D-8D4A-D051AB3FF070}" dt="2024-11-21T16:04:18.236" v="367" actId="207"/>
        <pc:sldMkLst>
          <pc:docMk/>
          <pc:sldMk cId="3316494164" sldId="292"/>
        </pc:sldMkLst>
      </pc:sldChg>
      <pc:sldChg chg="addSp delSp modSp add mod">
        <pc:chgData name="Hossain, Tanvir" userId="5379524b-2947-4ff6-93a6-0f4602028252" providerId="ADAL" clId="{6C322C08-DB2A-409D-8D4A-D051AB3FF070}" dt="2024-11-21T16:04:22.218" v="368" actId="207"/>
        <pc:sldMkLst>
          <pc:docMk/>
          <pc:sldMk cId="4052571854" sldId="293"/>
        </pc:sldMkLst>
      </pc:sldChg>
      <pc:sldChg chg="addSp delSp modSp add mod">
        <pc:chgData name="Hossain, Tanvir" userId="5379524b-2947-4ff6-93a6-0f4602028252" providerId="ADAL" clId="{6C322C08-DB2A-409D-8D4A-D051AB3FF070}" dt="2024-11-21T16:04:26.349" v="369" actId="207"/>
        <pc:sldMkLst>
          <pc:docMk/>
          <pc:sldMk cId="4110577989" sldId="294"/>
        </pc:sldMkLst>
      </pc:sldChg>
      <pc:sldChg chg="addSp delSp modSp add mod">
        <pc:chgData name="Hossain, Tanvir" userId="5379524b-2947-4ff6-93a6-0f4602028252" providerId="ADAL" clId="{6C322C08-DB2A-409D-8D4A-D051AB3FF070}" dt="2024-11-21T16:04:30.858" v="370" actId="207"/>
        <pc:sldMkLst>
          <pc:docMk/>
          <pc:sldMk cId="1237928814" sldId="295"/>
        </pc:sldMkLst>
      </pc:sldChg>
      <pc:sldChg chg="add del">
        <pc:chgData name="Hossain, Tanvir" userId="5379524b-2947-4ff6-93a6-0f4602028252" providerId="ADAL" clId="{6C322C08-DB2A-409D-8D4A-D051AB3FF070}" dt="2024-11-21T16:04:01.277" v="364" actId="47"/>
        <pc:sldMkLst>
          <pc:docMk/>
          <pc:sldMk cId="1682832171" sldId="296"/>
        </pc:sldMkLst>
      </pc:sldChg>
      <pc:sldChg chg="add ord">
        <pc:chgData name="Hossain, Tanvir" userId="5379524b-2947-4ff6-93a6-0f4602028252" providerId="ADAL" clId="{6C322C08-DB2A-409D-8D4A-D051AB3FF070}" dt="2024-11-21T16:11:07.897" v="492"/>
        <pc:sldMkLst>
          <pc:docMk/>
          <pc:sldMk cId="1830072399" sldId="296"/>
        </pc:sldMkLst>
      </pc:sldChg>
      <pc:sldChg chg="modSp add del mod">
        <pc:chgData name="Hossain, Tanvir" userId="5379524b-2947-4ff6-93a6-0f4602028252" providerId="ADAL" clId="{6C322C08-DB2A-409D-8D4A-D051AB3FF070}" dt="2024-11-21T16:38:40.316" v="1594" actId="47"/>
        <pc:sldMkLst>
          <pc:docMk/>
          <pc:sldMk cId="3938423812" sldId="297"/>
        </pc:sldMkLst>
      </pc:sldChg>
      <pc:sldChg chg="addSp delSp modSp add mod">
        <pc:chgData name="Hossain, Tanvir" userId="5379524b-2947-4ff6-93a6-0f4602028252" providerId="ADAL" clId="{6C322C08-DB2A-409D-8D4A-D051AB3FF070}" dt="2024-11-21T16:21:07.877" v="1139" actId="113"/>
        <pc:sldMkLst>
          <pc:docMk/>
          <pc:sldMk cId="141586046" sldId="298"/>
        </pc:sldMkLst>
      </pc:sldChg>
      <pc:sldChg chg="addSp delSp modSp add mod modAnim">
        <pc:chgData name="Hossain, Tanvir" userId="5379524b-2947-4ff6-93a6-0f4602028252" providerId="ADAL" clId="{6C322C08-DB2A-409D-8D4A-D051AB3FF070}" dt="2024-11-21T16:38:14.840" v="1589"/>
        <pc:sldMkLst>
          <pc:docMk/>
          <pc:sldMk cId="650459462" sldId="299"/>
        </pc:sldMkLst>
      </pc:sldChg>
      <pc:sldChg chg="addSp delSp modSp add mod">
        <pc:chgData name="Hossain, Tanvir" userId="5379524b-2947-4ff6-93a6-0f4602028252" providerId="ADAL" clId="{6C322C08-DB2A-409D-8D4A-D051AB3FF070}" dt="2024-11-21T16:26:03.363" v="1236" actId="22"/>
        <pc:sldMkLst>
          <pc:docMk/>
          <pc:sldMk cId="1144816729" sldId="300"/>
        </pc:sldMkLst>
      </pc:sldChg>
      <pc:sldChg chg="addSp delSp modSp add mod">
        <pc:chgData name="Hossain, Tanvir" userId="5379524b-2947-4ff6-93a6-0f4602028252" providerId="ADAL" clId="{6C322C08-DB2A-409D-8D4A-D051AB3FF070}" dt="2024-11-21T16:27:07.669" v="1248" actId="14100"/>
        <pc:sldMkLst>
          <pc:docMk/>
          <pc:sldMk cId="3555926565" sldId="301"/>
        </pc:sldMkLst>
      </pc:sldChg>
      <pc:sldChg chg="addSp delSp modSp add mod">
        <pc:chgData name="Hossain, Tanvir" userId="5379524b-2947-4ff6-93a6-0f4602028252" providerId="ADAL" clId="{6C322C08-DB2A-409D-8D4A-D051AB3FF070}" dt="2024-11-21T16:39:04.185" v="1597" actId="11529"/>
        <pc:sldMkLst>
          <pc:docMk/>
          <pc:sldMk cId="636468752" sldId="302"/>
        </pc:sldMkLst>
      </pc:sldChg>
      <pc:sldChg chg="addSp modSp add mod">
        <pc:chgData name="Hossain, Tanvir" userId="5379524b-2947-4ff6-93a6-0f4602028252" providerId="ADAL" clId="{6C322C08-DB2A-409D-8D4A-D051AB3FF070}" dt="2024-11-21T16:39:20.682" v="1600" actId="11529"/>
        <pc:sldMkLst>
          <pc:docMk/>
          <pc:sldMk cId="3943910798" sldId="303"/>
        </pc:sldMkLst>
      </pc:sldChg>
      <pc:sldChg chg="delSp modSp add mod">
        <pc:chgData name="Hossain, Tanvir" userId="5379524b-2947-4ff6-93a6-0f4602028252" providerId="ADAL" clId="{6C322C08-DB2A-409D-8D4A-D051AB3FF070}" dt="2024-11-21T16:30:42.360" v="1464"/>
        <pc:sldMkLst>
          <pc:docMk/>
          <pc:sldMk cId="3986137191" sldId="304"/>
        </pc:sldMkLst>
      </pc:sldChg>
      <pc:sldChg chg="addSp delSp modSp add mod">
        <pc:chgData name="Hossain, Tanvir" userId="5379524b-2947-4ff6-93a6-0f4602028252" providerId="ADAL" clId="{6C322C08-DB2A-409D-8D4A-D051AB3FF070}" dt="2024-11-21T16:32:34.202" v="1476" actId="1076"/>
        <pc:sldMkLst>
          <pc:docMk/>
          <pc:sldMk cId="1764565755" sldId="305"/>
        </pc:sldMkLst>
      </pc:sldChg>
      <pc:sldChg chg="addSp delSp modSp add mod">
        <pc:chgData name="Hossain, Tanvir" userId="5379524b-2947-4ff6-93a6-0f4602028252" providerId="ADAL" clId="{6C322C08-DB2A-409D-8D4A-D051AB3FF070}" dt="2024-11-21T16:34:48.454" v="1506" actId="1076"/>
        <pc:sldMkLst>
          <pc:docMk/>
          <pc:sldMk cId="449240283" sldId="306"/>
        </pc:sldMkLst>
      </pc:sldChg>
      <pc:sldChg chg="addSp delSp modSp add mod">
        <pc:chgData name="Hossain, Tanvir" userId="5379524b-2947-4ff6-93a6-0f4602028252" providerId="ADAL" clId="{6C322C08-DB2A-409D-8D4A-D051AB3FF070}" dt="2024-11-21T16:37:00.432" v="1554" actId="14100"/>
        <pc:sldMkLst>
          <pc:docMk/>
          <pc:sldMk cId="1435318450" sldId="307"/>
        </pc:sldMkLst>
      </pc:sldChg>
      <pc:sldChg chg="delSp modSp add mod">
        <pc:chgData name="Hossain, Tanvir" userId="5379524b-2947-4ff6-93a6-0f4602028252" providerId="ADAL" clId="{6C322C08-DB2A-409D-8D4A-D051AB3FF070}" dt="2024-11-21T16:37:40.441" v="1586" actId="20577"/>
        <pc:sldMkLst>
          <pc:docMk/>
          <pc:sldMk cId="1443839606" sldId="308"/>
        </pc:sldMkLst>
      </pc:sldChg>
    </pc:docChg>
  </pc:docChgLst>
  <pc:docChgLst>
    <pc:chgData name="Hossain, Tanvir" userId="5379524b-2947-4ff6-93a6-0f4602028252" providerId="ADAL" clId="{010DD536-A2BC-423C-BF7F-E9AFD76B2992}"/>
    <pc:docChg chg="undo custSel addSld delSld modSld sldOrd modMainMaster">
      <pc:chgData name="Hossain, Tanvir" userId="5379524b-2947-4ff6-93a6-0f4602028252" providerId="ADAL" clId="{010DD536-A2BC-423C-BF7F-E9AFD76B2992}" dt="2024-11-15T17:41:15.382" v="2834" actId="20577"/>
      <pc:docMkLst>
        <pc:docMk/>
      </pc:docMkLst>
      <pc:sldChg chg="addSp delSp modSp mod">
        <pc:chgData name="Hossain, Tanvir" userId="5379524b-2947-4ff6-93a6-0f4602028252" providerId="ADAL" clId="{010DD536-A2BC-423C-BF7F-E9AFD76B2992}" dt="2024-11-03T19:18:38.623" v="2770"/>
        <pc:sldMkLst>
          <pc:docMk/>
          <pc:sldMk cId="2409443978" sldId="257"/>
        </pc:sldMkLst>
      </pc:sldChg>
      <pc:sldChg chg="addSp modSp mod delDesignElem">
        <pc:chgData name="Hossain, Tanvir" userId="5379524b-2947-4ff6-93a6-0f4602028252" providerId="ADAL" clId="{010DD536-A2BC-423C-BF7F-E9AFD76B2992}" dt="2024-11-03T19:18:38.623" v="2770"/>
        <pc:sldMkLst>
          <pc:docMk/>
          <pc:sldMk cId="1190987144" sldId="260"/>
        </pc:sldMkLst>
        <pc:spChg chg="mod">
          <ac:chgData name="Hossain, Tanvir" userId="5379524b-2947-4ff6-93a6-0f4602028252" providerId="ADAL" clId="{010DD536-A2BC-423C-BF7F-E9AFD76B2992}" dt="2024-11-03T19:18:38.623" v="2770"/>
          <ac:spMkLst>
            <pc:docMk/>
            <pc:sldMk cId="1190987144" sldId="260"/>
            <ac:spMk id="2" creationId="{11A26416-FC0F-4EEA-99E1-3A73DAC6033F}"/>
          </ac:spMkLst>
        </pc:spChg>
        <pc:spChg chg="mod">
          <ac:chgData name="Hossain, Tanvir" userId="5379524b-2947-4ff6-93a6-0f4602028252" providerId="ADAL" clId="{010DD536-A2BC-423C-BF7F-E9AFD76B2992}" dt="2024-11-03T19:18:38.623" v="2770"/>
          <ac:spMkLst>
            <pc:docMk/>
            <pc:sldMk cId="1190987144" sldId="260"/>
            <ac:spMk id="3" creationId="{E94E92C6-AD72-4BF7-8A91-DDA807C252EA}"/>
          </ac:spMkLst>
        </pc:spChg>
        <pc:spChg chg="add mod">
          <ac:chgData name="Hossain, Tanvir" userId="5379524b-2947-4ff6-93a6-0f4602028252" providerId="ADAL" clId="{010DD536-A2BC-423C-BF7F-E9AFD76B2992}" dt="2024-11-03T19:18:38.623" v="2770"/>
          <ac:spMkLst>
            <pc:docMk/>
            <pc:sldMk cId="1190987144" sldId="260"/>
            <ac:spMk id="4" creationId="{9FFEC02B-5988-8F30-77A3-198C9CEE9E0F}"/>
          </ac:spMkLst>
        </pc:spChg>
        <pc:spChg chg="add mod">
          <ac:chgData name="Hossain, Tanvir" userId="5379524b-2947-4ff6-93a6-0f4602028252" providerId="ADAL" clId="{010DD536-A2BC-423C-BF7F-E9AFD76B2992}" dt="2024-11-03T19:18:38.623" v="2770"/>
          <ac:spMkLst>
            <pc:docMk/>
            <pc:sldMk cId="1190987144" sldId="260"/>
            <ac:spMk id="12" creationId="{097CD68E-23E3-4007-8847-CD0944C4F7BE}"/>
          </ac:spMkLst>
        </pc:spChg>
        <pc:spChg chg="add mod">
          <ac:chgData name="Hossain, Tanvir" userId="5379524b-2947-4ff6-93a6-0f4602028252" providerId="ADAL" clId="{010DD536-A2BC-423C-BF7F-E9AFD76B2992}" dt="2024-11-03T19:18:38.623" v="2770"/>
          <ac:spMkLst>
            <pc:docMk/>
            <pc:sldMk cId="1190987144" sldId="260"/>
            <ac:spMk id="14" creationId="{AF2F604E-43BE-4DC3-B983-E071523364F8}"/>
          </ac:spMkLst>
        </pc:spChg>
        <pc:spChg chg="add mod">
          <ac:chgData name="Hossain, Tanvir" userId="5379524b-2947-4ff6-93a6-0f4602028252" providerId="ADAL" clId="{010DD536-A2BC-423C-BF7F-E9AFD76B2992}" dt="2024-11-03T19:18:38.623" v="2770"/>
          <ac:spMkLst>
            <pc:docMk/>
            <pc:sldMk cId="1190987144" sldId="260"/>
            <ac:spMk id="16" creationId="{08C9B587-E65E-4B52-B37C-ABEBB6E87928}"/>
          </ac:spMkLst>
        </pc:spChg>
        <pc:spChg chg="add mod">
          <ac:chgData name="Hossain, Tanvir" userId="5379524b-2947-4ff6-93a6-0f4602028252" providerId="ADAL" clId="{010DD536-A2BC-423C-BF7F-E9AFD76B2992}" dt="2024-11-03T19:18:38.623" v="2770"/>
          <ac:spMkLst>
            <pc:docMk/>
            <pc:sldMk cId="1190987144" sldId="260"/>
            <ac:spMk id="17" creationId="{E91DC736-0EF8-4F87-9146-EBF1D2EE4D3D}"/>
          </ac:spMkLst>
        </pc:spChg>
        <pc:picChg chg="mod">
          <ac:chgData name="Hossain, Tanvir" userId="5379524b-2947-4ff6-93a6-0f4602028252" providerId="ADAL" clId="{010DD536-A2BC-423C-BF7F-E9AFD76B2992}" dt="2024-11-03T19:18:38.623" v="2770"/>
          <ac:picMkLst>
            <pc:docMk/>
            <pc:sldMk cId="1190987144" sldId="260"/>
            <ac:picMk id="5" creationId="{0A155DED-59B8-753D-E0CB-2DA63F335D18}"/>
          </ac:picMkLst>
        </pc:picChg>
        <pc:picChg chg="mod">
          <ac:chgData name="Hossain, Tanvir" userId="5379524b-2947-4ff6-93a6-0f4602028252" providerId="ADAL" clId="{010DD536-A2BC-423C-BF7F-E9AFD76B2992}" dt="2024-11-03T19:18:38.623" v="2770"/>
          <ac:picMkLst>
            <pc:docMk/>
            <pc:sldMk cId="1190987144" sldId="260"/>
            <ac:picMk id="2050" creationId="{BA09179F-40A0-4A17-2785-1C45BD9F8D54}"/>
          </ac:picMkLst>
        </pc:picChg>
      </pc:sldChg>
      <pc:sldChg chg="del">
        <pc:chgData name="Hossain, Tanvir" userId="5379524b-2947-4ff6-93a6-0f4602028252" providerId="ADAL" clId="{010DD536-A2BC-423C-BF7F-E9AFD76B2992}" dt="2024-10-31T01:02:37.299" v="9" actId="47"/>
        <pc:sldMkLst>
          <pc:docMk/>
          <pc:sldMk cId="1730249725" sldId="262"/>
        </pc:sldMkLst>
      </pc:sldChg>
      <pc:sldChg chg="del mod modShow">
        <pc:chgData name="Hossain, Tanvir" userId="5379524b-2947-4ff6-93a6-0f4602028252" providerId="ADAL" clId="{010DD536-A2BC-423C-BF7F-E9AFD76B2992}" dt="2024-10-31T20:05:54.804" v="2495" actId="2696"/>
        <pc:sldMkLst>
          <pc:docMk/>
          <pc:sldMk cId="538125563" sldId="263"/>
        </pc:sldMkLst>
      </pc:sldChg>
      <pc:sldChg chg="modSp del mod modShow">
        <pc:chgData name="Hossain, Tanvir" userId="5379524b-2947-4ff6-93a6-0f4602028252" providerId="ADAL" clId="{010DD536-A2BC-423C-BF7F-E9AFD76B2992}" dt="2024-10-31T20:05:58.358" v="2496" actId="2696"/>
        <pc:sldMkLst>
          <pc:docMk/>
          <pc:sldMk cId="131310744" sldId="264"/>
        </pc:sldMkLst>
      </pc:sldChg>
      <pc:sldChg chg="modSp del mod modShow">
        <pc:chgData name="Hossain, Tanvir" userId="5379524b-2947-4ff6-93a6-0f4602028252" providerId="ADAL" clId="{010DD536-A2BC-423C-BF7F-E9AFD76B2992}" dt="2024-10-31T20:06:08.362" v="2498" actId="2696"/>
        <pc:sldMkLst>
          <pc:docMk/>
          <pc:sldMk cId="3373043845" sldId="265"/>
        </pc:sldMkLst>
      </pc:sldChg>
      <pc:sldChg chg="modSp del mod">
        <pc:chgData name="Hossain, Tanvir" userId="5379524b-2947-4ff6-93a6-0f4602028252" providerId="ADAL" clId="{010DD536-A2BC-423C-BF7F-E9AFD76B2992}" dt="2024-10-31T09:57:43.376" v="695" actId="47"/>
        <pc:sldMkLst>
          <pc:docMk/>
          <pc:sldMk cId="3880326868" sldId="266"/>
        </pc:sldMkLst>
      </pc:sldChg>
      <pc:sldChg chg="delSp modSp add del mod">
        <pc:chgData name="Hossain, Tanvir" userId="5379524b-2947-4ff6-93a6-0f4602028252" providerId="ADAL" clId="{010DD536-A2BC-423C-BF7F-E9AFD76B2992}" dt="2024-10-31T10:00:57.749" v="781" actId="47"/>
        <pc:sldMkLst>
          <pc:docMk/>
          <pc:sldMk cId="295314740" sldId="267"/>
        </pc:sldMkLst>
      </pc:sldChg>
      <pc:sldChg chg="addSp delSp modSp add mod ord">
        <pc:chgData name="Hossain, Tanvir" userId="5379524b-2947-4ff6-93a6-0f4602028252" providerId="ADAL" clId="{010DD536-A2BC-423C-BF7F-E9AFD76B2992}" dt="2024-11-03T19:18:38.623" v="2770"/>
        <pc:sldMkLst>
          <pc:docMk/>
          <pc:sldMk cId="1729915323" sldId="268"/>
        </pc:sldMkLst>
      </pc:sldChg>
      <pc:sldChg chg="addSp delSp modSp add mod ord">
        <pc:chgData name="Hossain, Tanvir" userId="5379524b-2947-4ff6-93a6-0f4602028252" providerId="ADAL" clId="{010DD536-A2BC-423C-BF7F-E9AFD76B2992}" dt="2024-11-03T19:18:38.623" v="2770"/>
        <pc:sldMkLst>
          <pc:docMk/>
          <pc:sldMk cId="3948692902" sldId="269"/>
        </pc:sldMkLst>
      </pc:sldChg>
      <pc:sldChg chg="addSp delSp modSp add mod ord">
        <pc:chgData name="Hossain, Tanvir" userId="5379524b-2947-4ff6-93a6-0f4602028252" providerId="ADAL" clId="{010DD536-A2BC-423C-BF7F-E9AFD76B2992}" dt="2024-11-03T19:18:38.623" v="2770"/>
        <pc:sldMkLst>
          <pc:docMk/>
          <pc:sldMk cId="3178234004" sldId="270"/>
        </pc:sldMkLst>
      </pc:sldChg>
      <pc:sldChg chg="addSp delSp modSp add mod">
        <pc:chgData name="Hossain, Tanvir" userId="5379524b-2947-4ff6-93a6-0f4602028252" providerId="ADAL" clId="{010DD536-A2BC-423C-BF7F-E9AFD76B2992}" dt="2024-11-03T19:18:38.623" v="2770"/>
        <pc:sldMkLst>
          <pc:docMk/>
          <pc:sldMk cId="2014493930" sldId="271"/>
        </pc:sldMkLst>
      </pc:sldChg>
      <pc:sldChg chg="addSp delSp modSp add mod">
        <pc:chgData name="Hossain, Tanvir" userId="5379524b-2947-4ff6-93a6-0f4602028252" providerId="ADAL" clId="{010DD536-A2BC-423C-BF7F-E9AFD76B2992}" dt="2024-11-03T19:18:38.623" v="2770"/>
        <pc:sldMkLst>
          <pc:docMk/>
          <pc:sldMk cId="2330456200" sldId="272"/>
        </pc:sldMkLst>
      </pc:sldChg>
      <pc:sldChg chg="addSp delSp modSp add mod ord">
        <pc:chgData name="Hossain, Tanvir" userId="5379524b-2947-4ff6-93a6-0f4602028252" providerId="ADAL" clId="{010DD536-A2BC-423C-BF7F-E9AFD76B2992}" dt="2024-11-03T19:18:38.623" v="2770"/>
        <pc:sldMkLst>
          <pc:docMk/>
          <pc:sldMk cId="402523472" sldId="273"/>
        </pc:sldMkLst>
        <pc:spChg chg="mod">
          <ac:chgData name="Hossain, Tanvir" userId="5379524b-2947-4ff6-93a6-0f4602028252" providerId="ADAL" clId="{010DD536-A2BC-423C-BF7F-E9AFD76B2992}" dt="2024-11-03T19:18:38.623" v="2770"/>
          <ac:spMkLst>
            <pc:docMk/>
            <pc:sldMk cId="402523472" sldId="273"/>
            <ac:spMk id="4" creationId="{F18F7527-B755-6C1C-C0A5-47DE673279AD}"/>
          </ac:spMkLst>
        </pc:spChg>
      </pc:sldChg>
      <pc:sldChg chg="addSp modSp add mod ord">
        <pc:chgData name="Hossain, Tanvir" userId="5379524b-2947-4ff6-93a6-0f4602028252" providerId="ADAL" clId="{010DD536-A2BC-423C-BF7F-E9AFD76B2992}" dt="2024-11-03T19:18:38.623" v="2770"/>
        <pc:sldMkLst>
          <pc:docMk/>
          <pc:sldMk cId="1575889371" sldId="274"/>
        </pc:sldMkLst>
      </pc:sldChg>
      <pc:sldChg chg="addSp delSp modSp add mod ord">
        <pc:chgData name="Hossain, Tanvir" userId="5379524b-2947-4ff6-93a6-0f4602028252" providerId="ADAL" clId="{010DD536-A2BC-423C-BF7F-E9AFD76B2992}" dt="2024-11-03T19:21:20.028" v="2807" actId="14100"/>
        <pc:sldMkLst>
          <pc:docMk/>
          <pc:sldMk cId="2446670331" sldId="275"/>
        </pc:sldMkLst>
      </pc:sldChg>
      <pc:sldChg chg="addSp delSp modSp add mod ord">
        <pc:chgData name="Hossain, Tanvir" userId="5379524b-2947-4ff6-93a6-0f4602028252" providerId="ADAL" clId="{010DD536-A2BC-423C-BF7F-E9AFD76B2992}" dt="2024-11-03T19:18:38.623" v="2770"/>
        <pc:sldMkLst>
          <pc:docMk/>
          <pc:sldMk cId="1785257647" sldId="276"/>
        </pc:sldMkLst>
      </pc:sldChg>
      <pc:sldChg chg="add del">
        <pc:chgData name="Hossain, Tanvir" userId="5379524b-2947-4ff6-93a6-0f4602028252" providerId="ADAL" clId="{010DD536-A2BC-423C-BF7F-E9AFD76B2992}" dt="2024-10-31T10:53:51.216" v="1459" actId="47"/>
        <pc:sldMkLst>
          <pc:docMk/>
          <pc:sldMk cId="2145795202" sldId="277"/>
        </pc:sldMkLst>
      </pc:sldChg>
      <pc:sldChg chg="modSp add mod ord">
        <pc:chgData name="Hossain, Tanvir" userId="5379524b-2947-4ff6-93a6-0f4602028252" providerId="ADAL" clId="{010DD536-A2BC-423C-BF7F-E9AFD76B2992}" dt="2024-11-03T19:19:55.453" v="2790" actId="1036"/>
        <pc:sldMkLst>
          <pc:docMk/>
          <pc:sldMk cId="4173929640" sldId="277"/>
        </pc:sldMkLst>
      </pc:sldChg>
      <pc:sldChg chg="addSp delSp modSp add mod ord">
        <pc:chgData name="Hossain, Tanvir" userId="5379524b-2947-4ff6-93a6-0f4602028252" providerId="ADAL" clId="{010DD536-A2BC-423C-BF7F-E9AFD76B2992}" dt="2024-11-03T19:20:59.122" v="2802" actId="14100"/>
        <pc:sldMkLst>
          <pc:docMk/>
          <pc:sldMk cId="3249034943" sldId="278"/>
        </pc:sldMkLst>
      </pc:sldChg>
      <pc:sldChg chg="addSp delSp modSp add mod ord">
        <pc:chgData name="Hossain, Tanvir" userId="5379524b-2947-4ff6-93a6-0f4602028252" providerId="ADAL" clId="{010DD536-A2BC-423C-BF7F-E9AFD76B2992}" dt="2024-11-03T19:19:29.222" v="2780" actId="1076"/>
        <pc:sldMkLst>
          <pc:docMk/>
          <pc:sldMk cId="936687709" sldId="279"/>
        </pc:sldMkLst>
      </pc:sldChg>
      <pc:sldChg chg="addSp delSp modSp add mod">
        <pc:chgData name="Hossain, Tanvir" userId="5379524b-2947-4ff6-93a6-0f4602028252" providerId="ADAL" clId="{010DD536-A2BC-423C-BF7F-E9AFD76B2992}" dt="2024-11-03T19:19:01.564" v="2774" actId="14100"/>
        <pc:sldMkLst>
          <pc:docMk/>
          <pc:sldMk cId="4042136807" sldId="280"/>
        </pc:sldMkLst>
      </pc:sldChg>
      <pc:sldChg chg="addSp delSp modSp add mod ord">
        <pc:chgData name="Hossain, Tanvir" userId="5379524b-2947-4ff6-93a6-0f4602028252" providerId="ADAL" clId="{010DD536-A2BC-423C-BF7F-E9AFD76B2992}" dt="2024-11-03T19:18:38.623" v="2770"/>
        <pc:sldMkLst>
          <pc:docMk/>
          <pc:sldMk cId="2601502647" sldId="281"/>
        </pc:sldMkLst>
      </pc:sldChg>
      <pc:sldChg chg="addSp delSp modSp add mod">
        <pc:chgData name="Hossain, Tanvir" userId="5379524b-2947-4ff6-93a6-0f4602028252" providerId="ADAL" clId="{010DD536-A2BC-423C-BF7F-E9AFD76B2992}" dt="2024-11-03T19:18:38.623" v="2770"/>
        <pc:sldMkLst>
          <pc:docMk/>
          <pc:sldMk cId="3414793742" sldId="282"/>
        </pc:sldMkLst>
      </pc:sldChg>
      <pc:sldChg chg="addSp delSp modSp add mod">
        <pc:chgData name="Hossain, Tanvir" userId="5379524b-2947-4ff6-93a6-0f4602028252" providerId="ADAL" clId="{010DD536-A2BC-423C-BF7F-E9AFD76B2992}" dt="2024-11-03T19:21:39.647" v="2811" actId="14100"/>
        <pc:sldMkLst>
          <pc:docMk/>
          <pc:sldMk cId="764038822" sldId="283"/>
        </pc:sldMkLst>
      </pc:sldChg>
      <pc:sldChg chg="add del">
        <pc:chgData name="Hossain, Tanvir" userId="5379524b-2947-4ff6-93a6-0f4602028252" providerId="ADAL" clId="{010DD536-A2BC-423C-BF7F-E9AFD76B2992}" dt="2024-10-31T13:09:57.719" v="1733" actId="47"/>
        <pc:sldMkLst>
          <pc:docMk/>
          <pc:sldMk cId="1425809907" sldId="284"/>
        </pc:sldMkLst>
      </pc:sldChg>
      <pc:sldChg chg="addSp delSp modSp add mod">
        <pc:chgData name="Hossain, Tanvir" userId="5379524b-2947-4ff6-93a6-0f4602028252" providerId="ADAL" clId="{010DD536-A2BC-423C-BF7F-E9AFD76B2992}" dt="2024-11-03T19:21:57.106" v="2825" actId="1035"/>
        <pc:sldMkLst>
          <pc:docMk/>
          <pc:sldMk cId="3080078185" sldId="285"/>
        </pc:sldMkLst>
      </pc:sldChg>
      <pc:sldChg chg="addSp delSp modSp add mod">
        <pc:chgData name="Hossain, Tanvir" userId="5379524b-2947-4ff6-93a6-0f4602028252" providerId="ADAL" clId="{010DD536-A2BC-423C-BF7F-E9AFD76B2992}" dt="2024-11-03T19:22:12.585" v="2831" actId="1076"/>
        <pc:sldMkLst>
          <pc:docMk/>
          <pc:sldMk cId="535414834" sldId="286"/>
        </pc:sldMkLst>
      </pc:sldChg>
      <pc:sldChg chg="add del ord">
        <pc:chgData name="Hossain, Tanvir" userId="5379524b-2947-4ff6-93a6-0f4602028252" providerId="ADAL" clId="{010DD536-A2BC-423C-BF7F-E9AFD76B2992}" dt="2024-10-31T13:28:43.102" v="1849" actId="47"/>
        <pc:sldMkLst>
          <pc:docMk/>
          <pc:sldMk cId="861984261" sldId="287"/>
        </pc:sldMkLst>
      </pc:sldChg>
      <pc:sldChg chg="addSp delSp modSp add mod ord">
        <pc:chgData name="Hossain, Tanvir" userId="5379524b-2947-4ff6-93a6-0f4602028252" providerId="ADAL" clId="{010DD536-A2BC-423C-BF7F-E9AFD76B2992}" dt="2024-11-03T19:18:38.623" v="2770"/>
        <pc:sldMkLst>
          <pc:docMk/>
          <pc:sldMk cId="992610679" sldId="287"/>
        </pc:sldMkLst>
      </pc:sldChg>
      <pc:sldChg chg="addSp delSp modSp add mod">
        <pc:chgData name="Hossain, Tanvir" userId="5379524b-2947-4ff6-93a6-0f4602028252" providerId="ADAL" clId="{010DD536-A2BC-423C-BF7F-E9AFD76B2992}" dt="2024-11-03T19:18:38.623" v="2770"/>
        <pc:sldMkLst>
          <pc:docMk/>
          <pc:sldMk cId="202281001" sldId="288"/>
        </pc:sldMkLst>
      </pc:sldChg>
      <pc:sldChg chg="addSp delSp modSp add mod">
        <pc:chgData name="Hossain, Tanvir" userId="5379524b-2947-4ff6-93a6-0f4602028252" providerId="ADAL" clId="{010DD536-A2BC-423C-BF7F-E9AFD76B2992}" dt="2024-11-03T19:18:38.623" v="2770"/>
        <pc:sldMkLst>
          <pc:docMk/>
          <pc:sldMk cId="3255037851" sldId="289"/>
        </pc:sldMkLst>
      </pc:sldChg>
      <pc:sldChg chg="addSp delSp modSp add mod modAnim">
        <pc:chgData name="Hossain, Tanvir" userId="5379524b-2947-4ff6-93a6-0f4602028252" providerId="ADAL" clId="{010DD536-A2BC-423C-BF7F-E9AFD76B2992}" dt="2024-11-03T19:22:26.942" v="2832" actId="1076"/>
        <pc:sldMkLst>
          <pc:docMk/>
          <pc:sldMk cId="3216208510" sldId="290"/>
        </pc:sldMkLst>
      </pc:sldChg>
      <pc:sldChg chg="addSp delSp modSp add mod ord">
        <pc:chgData name="Hossain, Tanvir" userId="5379524b-2947-4ff6-93a6-0f4602028252" providerId="ADAL" clId="{010DD536-A2BC-423C-BF7F-E9AFD76B2992}" dt="2024-11-15T17:41:15.382" v="2834" actId="20577"/>
        <pc:sldMkLst>
          <pc:docMk/>
          <pc:sldMk cId="2325894209" sldId="291"/>
        </pc:sldMkLst>
      </pc:sldChg>
      <pc:sldChg chg="add del">
        <pc:chgData name="Hossain, Tanvir" userId="5379524b-2947-4ff6-93a6-0f4602028252" providerId="ADAL" clId="{010DD536-A2BC-423C-BF7F-E9AFD76B2992}" dt="2024-10-31T20:06:08.362" v="2498" actId="2696"/>
        <pc:sldMkLst>
          <pc:docMk/>
          <pc:sldMk cId="3637555041" sldId="291"/>
        </pc:sldMkLst>
      </pc:sldChg>
      <pc:sldChg chg="addSp delSp add del setBg delDesignElem">
        <pc:chgData name="Hossain, Tanvir" userId="5379524b-2947-4ff6-93a6-0f4602028252" providerId="ADAL" clId="{010DD536-A2BC-423C-BF7F-E9AFD76B2992}" dt="2024-11-03T19:18:37.391" v="2769"/>
        <pc:sldMkLst>
          <pc:docMk/>
          <pc:sldMk cId="880267583" sldId="292"/>
        </pc:sldMkLst>
      </pc:sldChg>
      <pc:sldMasterChg chg="modSp modSldLayout">
        <pc:chgData name="Hossain, Tanvir" userId="5379524b-2947-4ff6-93a6-0f4602028252" providerId="ADAL" clId="{010DD536-A2BC-423C-BF7F-E9AFD76B2992}" dt="2024-11-03T19:18:38.623" v="2770"/>
        <pc:sldMasterMkLst>
          <pc:docMk/>
          <pc:sldMasterMk cId="1625926437" sldId="2147483648"/>
        </pc:sldMasterMkLst>
        <pc:spChg chg="mod">
          <ac:chgData name="Hossain, Tanvir" userId="5379524b-2947-4ff6-93a6-0f4602028252" providerId="ADAL" clId="{010DD536-A2BC-423C-BF7F-E9AFD76B2992}" dt="2024-11-03T19:18:38.623" v="2770"/>
          <ac:spMkLst>
            <pc:docMk/>
            <pc:sldMasterMk cId="1625926437" sldId="2147483648"/>
            <ac:spMk id="2" creationId="{1DA9D02F-45A5-B922-363F-74F9787DAD22}"/>
          </ac:spMkLst>
        </pc:spChg>
        <pc:spChg chg="mod">
          <ac:chgData name="Hossain, Tanvir" userId="5379524b-2947-4ff6-93a6-0f4602028252" providerId="ADAL" clId="{010DD536-A2BC-423C-BF7F-E9AFD76B2992}" dt="2024-11-03T19:18:38.623" v="2770"/>
          <ac:spMkLst>
            <pc:docMk/>
            <pc:sldMasterMk cId="1625926437" sldId="2147483648"/>
            <ac:spMk id="3" creationId="{21F8C18E-A8A0-0281-6A17-40265D8498FB}"/>
          </ac:spMkLst>
        </pc:spChg>
        <pc:spChg chg="mod">
          <ac:chgData name="Hossain, Tanvir" userId="5379524b-2947-4ff6-93a6-0f4602028252" providerId="ADAL" clId="{010DD536-A2BC-423C-BF7F-E9AFD76B2992}" dt="2024-11-03T19:18:38.623" v="2770"/>
          <ac:spMkLst>
            <pc:docMk/>
            <pc:sldMasterMk cId="1625926437" sldId="2147483648"/>
            <ac:spMk id="4" creationId="{ED6623BE-07DA-53A6-CD69-1805AC755C15}"/>
          </ac:spMkLst>
        </pc:spChg>
        <pc:spChg chg="mod">
          <ac:chgData name="Hossain, Tanvir" userId="5379524b-2947-4ff6-93a6-0f4602028252" providerId="ADAL" clId="{010DD536-A2BC-423C-BF7F-E9AFD76B2992}" dt="2024-11-03T19:18:38.623" v="2770"/>
          <ac:spMkLst>
            <pc:docMk/>
            <pc:sldMasterMk cId="1625926437" sldId="2147483648"/>
            <ac:spMk id="5" creationId="{6B1C7BF0-4B57-3A1D-9360-94F922EC3D4A}"/>
          </ac:spMkLst>
        </pc:spChg>
        <pc:spChg chg="mod">
          <ac:chgData name="Hossain, Tanvir" userId="5379524b-2947-4ff6-93a6-0f4602028252" providerId="ADAL" clId="{010DD536-A2BC-423C-BF7F-E9AFD76B2992}" dt="2024-11-03T19:18:38.623" v="2770"/>
          <ac:spMkLst>
            <pc:docMk/>
            <pc:sldMasterMk cId="1625926437" sldId="2147483648"/>
            <ac:spMk id="6" creationId="{D2134B25-C17A-D370-FE94-0B95E757E17C}"/>
          </ac:spMkLst>
        </pc:spChg>
        <pc:sldLayoutChg chg="modSp">
          <pc:chgData name="Hossain, Tanvir" userId="5379524b-2947-4ff6-93a6-0f4602028252" providerId="ADAL" clId="{010DD536-A2BC-423C-BF7F-E9AFD76B2992}" dt="2024-11-03T19:18:38.623" v="2770"/>
          <pc:sldLayoutMkLst>
            <pc:docMk/>
            <pc:sldMasterMk cId="1625926437" sldId="2147483648"/>
            <pc:sldLayoutMk cId="3592294830" sldId="2147483649"/>
          </pc:sldLayoutMkLst>
          <pc:spChg chg="mod">
            <ac:chgData name="Hossain, Tanvir" userId="5379524b-2947-4ff6-93a6-0f4602028252" providerId="ADAL" clId="{010DD536-A2BC-423C-BF7F-E9AFD76B2992}" dt="2024-11-03T19:18:38.623" v="2770"/>
            <ac:spMkLst>
              <pc:docMk/>
              <pc:sldMasterMk cId="1625926437" sldId="2147483648"/>
              <pc:sldLayoutMk cId="3592294830" sldId="2147483649"/>
              <ac:spMk id="2" creationId="{5465722C-B3E2-5765-63BB-952727A84307}"/>
            </ac:spMkLst>
          </pc:spChg>
          <pc:spChg chg="mod">
            <ac:chgData name="Hossain, Tanvir" userId="5379524b-2947-4ff6-93a6-0f4602028252" providerId="ADAL" clId="{010DD536-A2BC-423C-BF7F-E9AFD76B2992}" dt="2024-11-03T19:18:38.623" v="2770"/>
            <ac:spMkLst>
              <pc:docMk/>
              <pc:sldMasterMk cId="1625926437" sldId="2147483648"/>
              <pc:sldLayoutMk cId="3592294830" sldId="2147483649"/>
              <ac:spMk id="3" creationId="{E5CB6B12-167B-E667-F84D-F1163FF11826}"/>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1496432710" sldId="2147483651"/>
          </pc:sldLayoutMkLst>
          <pc:spChg chg="mod">
            <ac:chgData name="Hossain, Tanvir" userId="5379524b-2947-4ff6-93a6-0f4602028252" providerId="ADAL" clId="{010DD536-A2BC-423C-BF7F-E9AFD76B2992}" dt="2024-11-03T19:18:38.623" v="2770"/>
            <ac:spMkLst>
              <pc:docMk/>
              <pc:sldMasterMk cId="1625926437" sldId="2147483648"/>
              <pc:sldLayoutMk cId="1496432710" sldId="2147483651"/>
              <ac:spMk id="2" creationId="{536CDCBC-26DA-7884-3B3C-D6BE7B272117}"/>
            </ac:spMkLst>
          </pc:spChg>
          <pc:spChg chg="mod">
            <ac:chgData name="Hossain, Tanvir" userId="5379524b-2947-4ff6-93a6-0f4602028252" providerId="ADAL" clId="{010DD536-A2BC-423C-BF7F-E9AFD76B2992}" dt="2024-11-03T19:18:38.623" v="2770"/>
            <ac:spMkLst>
              <pc:docMk/>
              <pc:sldMasterMk cId="1625926437" sldId="2147483648"/>
              <pc:sldLayoutMk cId="1496432710" sldId="2147483651"/>
              <ac:spMk id="3" creationId="{692C0C38-1752-098B-CE8B-01782B09323F}"/>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531456264" sldId="2147483652"/>
          </pc:sldLayoutMkLst>
          <pc:spChg chg="mod">
            <ac:chgData name="Hossain, Tanvir" userId="5379524b-2947-4ff6-93a6-0f4602028252" providerId="ADAL" clId="{010DD536-A2BC-423C-BF7F-E9AFD76B2992}" dt="2024-11-03T19:18:38.623" v="2770"/>
            <ac:spMkLst>
              <pc:docMk/>
              <pc:sldMasterMk cId="1625926437" sldId="2147483648"/>
              <pc:sldLayoutMk cId="531456264" sldId="2147483652"/>
              <ac:spMk id="3" creationId="{7F17A224-F95B-9991-52B8-4CAC0074A196}"/>
            </ac:spMkLst>
          </pc:spChg>
          <pc:spChg chg="mod">
            <ac:chgData name="Hossain, Tanvir" userId="5379524b-2947-4ff6-93a6-0f4602028252" providerId="ADAL" clId="{010DD536-A2BC-423C-BF7F-E9AFD76B2992}" dt="2024-11-03T19:18:38.623" v="2770"/>
            <ac:spMkLst>
              <pc:docMk/>
              <pc:sldMasterMk cId="1625926437" sldId="2147483648"/>
              <pc:sldLayoutMk cId="531456264" sldId="2147483652"/>
              <ac:spMk id="4" creationId="{60CC2031-31D3-F606-2710-E120EBE686C1}"/>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668473205" sldId="2147483653"/>
          </pc:sldLayoutMkLst>
          <pc:spChg chg="mod">
            <ac:chgData name="Hossain, Tanvir" userId="5379524b-2947-4ff6-93a6-0f4602028252" providerId="ADAL" clId="{010DD536-A2BC-423C-BF7F-E9AFD76B2992}" dt="2024-11-03T19:18:38.623" v="2770"/>
            <ac:spMkLst>
              <pc:docMk/>
              <pc:sldMasterMk cId="1625926437" sldId="2147483648"/>
              <pc:sldLayoutMk cId="668473205" sldId="2147483653"/>
              <ac:spMk id="2" creationId="{2E03CBDD-90D2-39E9-B21F-A22C98A13063}"/>
            </ac:spMkLst>
          </pc:spChg>
          <pc:spChg chg="mod">
            <ac:chgData name="Hossain, Tanvir" userId="5379524b-2947-4ff6-93a6-0f4602028252" providerId="ADAL" clId="{010DD536-A2BC-423C-BF7F-E9AFD76B2992}" dt="2024-11-03T19:18:38.623" v="2770"/>
            <ac:spMkLst>
              <pc:docMk/>
              <pc:sldMasterMk cId="1625926437" sldId="2147483648"/>
              <pc:sldLayoutMk cId="668473205" sldId="2147483653"/>
              <ac:spMk id="3" creationId="{D3F08493-8CBB-F253-57EC-E88515FC8E77}"/>
            </ac:spMkLst>
          </pc:spChg>
          <pc:spChg chg="mod">
            <ac:chgData name="Hossain, Tanvir" userId="5379524b-2947-4ff6-93a6-0f4602028252" providerId="ADAL" clId="{010DD536-A2BC-423C-BF7F-E9AFD76B2992}" dt="2024-11-03T19:18:38.623" v="2770"/>
            <ac:spMkLst>
              <pc:docMk/>
              <pc:sldMasterMk cId="1625926437" sldId="2147483648"/>
              <pc:sldLayoutMk cId="668473205" sldId="2147483653"/>
              <ac:spMk id="4" creationId="{12FDD6B2-96FF-2FF5-CAAC-8C239FC8715C}"/>
            </ac:spMkLst>
          </pc:spChg>
          <pc:spChg chg="mod">
            <ac:chgData name="Hossain, Tanvir" userId="5379524b-2947-4ff6-93a6-0f4602028252" providerId="ADAL" clId="{010DD536-A2BC-423C-BF7F-E9AFD76B2992}" dt="2024-11-03T19:18:38.623" v="2770"/>
            <ac:spMkLst>
              <pc:docMk/>
              <pc:sldMasterMk cId="1625926437" sldId="2147483648"/>
              <pc:sldLayoutMk cId="668473205" sldId="2147483653"/>
              <ac:spMk id="5" creationId="{8A2E2743-EFE5-A672-509D-EB01C35F1A5E}"/>
            </ac:spMkLst>
          </pc:spChg>
          <pc:spChg chg="mod">
            <ac:chgData name="Hossain, Tanvir" userId="5379524b-2947-4ff6-93a6-0f4602028252" providerId="ADAL" clId="{010DD536-A2BC-423C-BF7F-E9AFD76B2992}" dt="2024-11-03T19:18:38.623" v="2770"/>
            <ac:spMkLst>
              <pc:docMk/>
              <pc:sldMasterMk cId="1625926437" sldId="2147483648"/>
              <pc:sldLayoutMk cId="668473205" sldId="2147483653"/>
              <ac:spMk id="6" creationId="{C0AFF299-9665-8A1D-4B13-5D58D1B9EDD4}"/>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1165597507" sldId="2147483656"/>
          </pc:sldLayoutMkLst>
          <pc:spChg chg="mod">
            <ac:chgData name="Hossain, Tanvir" userId="5379524b-2947-4ff6-93a6-0f4602028252" providerId="ADAL" clId="{010DD536-A2BC-423C-BF7F-E9AFD76B2992}" dt="2024-11-03T19:18:38.623" v="2770"/>
            <ac:spMkLst>
              <pc:docMk/>
              <pc:sldMasterMk cId="1625926437" sldId="2147483648"/>
              <pc:sldLayoutMk cId="1165597507" sldId="2147483656"/>
              <ac:spMk id="2" creationId="{BE13DE81-FE2A-B61B-A42F-B19272073827}"/>
            </ac:spMkLst>
          </pc:spChg>
          <pc:spChg chg="mod">
            <ac:chgData name="Hossain, Tanvir" userId="5379524b-2947-4ff6-93a6-0f4602028252" providerId="ADAL" clId="{010DD536-A2BC-423C-BF7F-E9AFD76B2992}" dt="2024-11-03T19:18:38.623" v="2770"/>
            <ac:spMkLst>
              <pc:docMk/>
              <pc:sldMasterMk cId="1625926437" sldId="2147483648"/>
              <pc:sldLayoutMk cId="1165597507" sldId="2147483656"/>
              <ac:spMk id="3" creationId="{EB509864-FE61-49D8-44AE-125F5DD505EC}"/>
            </ac:spMkLst>
          </pc:spChg>
          <pc:spChg chg="mod">
            <ac:chgData name="Hossain, Tanvir" userId="5379524b-2947-4ff6-93a6-0f4602028252" providerId="ADAL" clId="{010DD536-A2BC-423C-BF7F-E9AFD76B2992}" dt="2024-11-03T19:18:38.623" v="2770"/>
            <ac:spMkLst>
              <pc:docMk/>
              <pc:sldMasterMk cId="1625926437" sldId="2147483648"/>
              <pc:sldLayoutMk cId="1165597507" sldId="2147483656"/>
              <ac:spMk id="4" creationId="{6CA093E5-B2EB-C53C-1D1E-9E1AB5FB418F}"/>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2500969676" sldId="2147483657"/>
          </pc:sldLayoutMkLst>
          <pc:spChg chg="mod">
            <ac:chgData name="Hossain, Tanvir" userId="5379524b-2947-4ff6-93a6-0f4602028252" providerId="ADAL" clId="{010DD536-A2BC-423C-BF7F-E9AFD76B2992}" dt="2024-11-03T19:18:38.623" v="2770"/>
            <ac:spMkLst>
              <pc:docMk/>
              <pc:sldMasterMk cId="1625926437" sldId="2147483648"/>
              <pc:sldLayoutMk cId="2500969676" sldId="2147483657"/>
              <ac:spMk id="2" creationId="{EEB258F0-3284-EEE9-B795-5970A889DAB2}"/>
            </ac:spMkLst>
          </pc:spChg>
          <pc:spChg chg="mod">
            <ac:chgData name="Hossain, Tanvir" userId="5379524b-2947-4ff6-93a6-0f4602028252" providerId="ADAL" clId="{010DD536-A2BC-423C-BF7F-E9AFD76B2992}" dt="2024-11-03T19:18:38.623" v="2770"/>
            <ac:spMkLst>
              <pc:docMk/>
              <pc:sldMasterMk cId="1625926437" sldId="2147483648"/>
              <pc:sldLayoutMk cId="2500969676" sldId="2147483657"/>
              <ac:spMk id="3" creationId="{BE16EB85-6617-75F1-E46E-6827087618E7}"/>
            </ac:spMkLst>
          </pc:spChg>
          <pc:spChg chg="mod">
            <ac:chgData name="Hossain, Tanvir" userId="5379524b-2947-4ff6-93a6-0f4602028252" providerId="ADAL" clId="{010DD536-A2BC-423C-BF7F-E9AFD76B2992}" dt="2024-11-03T19:18:38.623" v="2770"/>
            <ac:spMkLst>
              <pc:docMk/>
              <pc:sldMasterMk cId="1625926437" sldId="2147483648"/>
              <pc:sldLayoutMk cId="2500969676" sldId="2147483657"/>
              <ac:spMk id="4" creationId="{1C1E50A5-C1B6-2973-FDAB-32FC2A3D6CB5}"/>
            </ac:spMkLst>
          </pc:spChg>
        </pc:sldLayoutChg>
        <pc:sldLayoutChg chg="modSp">
          <pc:chgData name="Hossain, Tanvir" userId="5379524b-2947-4ff6-93a6-0f4602028252" providerId="ADAL" clId="{010DD536-A2BC-423C-BF7F-E9AFD76B2992}" dt="2024-11-03T19:18:38.623" v="2770"/>
          <pc:sldLayoutMkLst>
            <pc:docMk/>
            <pc:sldMasterMk cId="1625926437" sldId="2147483648"/>
            <pc:sldLayoutMk cId="1193193754" sldId="2147483659"/>
          </pc:sldLayoutMkLst>
          <pc:spChg chg="mod">
            <ac:chgData name="Hossain, Tanvir" userId="5379524b-2947-4ff6-93a6-0f4602028252" providerId="ADAL" clId="{010DD536-A2BC-423C-BF7F-E9AFD76B2992}" dt="2024-11-03T19:18:38.623" v="2770"/>
            <ac:spMkLst>
              <pc:docMk/>
              <pc:sldMasterMk cId="1625926437" sldId="2147483648"/>
              <pc:sldLayoutMk cId="1193193754" sldId="2147483659"/>
              <ac:spMk id="2" creationId="{7E39FB05-EB74-E616-724F-08492588F3A3}"/>
            </ac:spMkLst>
          </pc:spChg>
          <pc:spChg chg="mod">
            <ac:chgData name="Hossain, Tanvir" userId="5379524b-2947-4ff6-93a6-0f4602028252" providerId="ADAL" clId="{010DD536-A2BC-423C-BF7F-E9AFD76B2992}" dt="2024-11-03T19:18:38.623" v="2770"/>
            <ac:spMkLst>
              <pc:docMk/>
              <pc:sldMasterMk cId="1625926437" sldId="2147483648"/>
              <pc:sldLayoutMk cId="1193193754" sldId="2147483659"/>
              <ac:spMk id="3" creationId="{032DCE90-93DD-B07A-9086-2D889F53C3EF}"/>
            </ac:spMkLst>
          </pc:spChg>
        </pc:sldLayoutChg>
      </pc:sldMasterChg>
      <pc:sldMasterChg chg="modSp modSldLayout">
        <pc:chgData name="Hossain, Tanvir" userId="5379524b-2947-4ff6-93a6-0f4602028252" providerId="ADAL" clId="{010DD536-A2BC-423C-BF7F-E9AFD76B2992}" dt="2024-11-03T19:18:38.623" v="2770"/>
        <pc:sldMasterMkLst>
          <pc:docMk/>
          <pc:sldMasterMk cId="922807393" sldId="2147483660"/>
        </pc:sldMasterMkLst>
        <pc:spChg chg="mod">
          <ac:chgData name="Hossain, Tanvir" userId="5379524b-2947-4ff6-93a6-0f4602028252" providerId="ADAL" clId="{010DD536-A2BC-423C-BF7F-E9AFD76B2992}" dt="2024-11-03T19:18:38.623" v="2770"/>
          <ac:spMkLst>
            <pc:docMk/>
            <pc:sldMasterMk cId="922807393" sldId="2147483660"/>
            <ac:spMk id="2" creationId="{E1DC732D-F859-4104-9312-9642B4A0D151}"/>
          </ac:spMkLst>
        </pc:spChg>
        <pc:spChg chg="mod">
          <ac:chgData name="Hossain, Tanvir" userId="5379524b-2947-4ff6-93a6-0f4602028252" providerId="ADAL" clId="{010DD536-A2BC-423C-BF7F-E9AFD76B2992}" dt="2024-11-03T19:18:38.623" v="2770"/>
          <ac:spMkLst>
            <pc:docMk/>
            <pc:sldMasterMk cId="922807393" sldId="2147483660"/>
            <ac:spMk id="3" creationId="{4E2649BF-D5BC-4455-8E36-1D7195F9B4B4}"/>
          </ac:spMkLst>
        </pc:spChg>
        <pc:spChg chg="mod">
          <ac:chgData name="Hossain, Tanvir" userId="5379524b-2947-4ff6-93a6-0f4602028252" providerId="ADAL" clId="{010DD536-A2BC-423C-BF7F-E9AFD76B2992}" dt="2024-11-03T19:18:38.623" v="2770"/>
          <ac:spMkLst>
            <pc:docMk/>
            <pc:sldMasterMk cId="922807393" sldId="2147483660"/>
            <ac:spMk id="5" creationId="{EF11F1B3-5F5A-43EF-9525-CDC19278DC0A}"/>
          </ac:spMkLst>
        </pc:spChg>
        <pc:spChg chg="mod">
          <ac:chgData name="Hossain, Tanvir" userId="5379524b-2947-4ff6-93a6-0f4602028252" providerId="ADAL" clId="{010DD536-A2BC-423C-BF7F-E9AFD76B2992}" dt="2024-11-03T19:18:38.623" v="2770"/>
          <ac:spMkLst>
            <pc:docMk/>
            <pc:sldMasterMk cId="922807393" sldId="2147483660"/>
            <ac:spMk id="6" creationId="{3C9BE8F6-57C4-47F2-A675-E90369C1D1F6}"/>
          </ac:spMkLst>
        </pc:spChg>
        <pc:sldLayoutChg chg="modSp">
          <pc:chgData name="Hossain, Tanvir" userId="5379524b-2947-4ff6-93a6-0f4602028252" providerId="ADAL" clId="{010DD536-A2BC-423C-BF7F-E9AFD76B2992}" dt="2024-11-03T19:18:38.623" v="2770"/>
          <pc:sldLayoutMkLst>
            <pc:docMk/>
            <pc:sldMasterMk cId="922807393" sldId="2147483660"/>
            <pc:sldLayoutMk cId="944208858" sldId="2147483661"/>
          </pc:sldLayoutMkLst>
          <pc:spChg chg="mod">
            <ac:chgData name="Hossain, Tanvir" userId="5379524b-2947-4ff6-93a6-0f4602028252" providerId="ADAL" clId="{010DD536-A2BC-423C-BF7F-E9AFD76B2992}" dt="2024-11-03T19:18:38.623" v="2770"/>
            <ac:spMkLst>
              <pc:docMk/>
              <pc:sldMasterMk cId="922807393" sldId="2147483660"/>
              <pc:sldLayoutMk cId="944208858" sldId="2147483661"/>
              <ac:spMk id="2" creationId="{94A580A3-7FE0-4766-873D-468B0B1C48A0}"/>
            </ac:spMkLst>
          </pc:spChg>
          <pc:spChg chg="mod">
            <ac:chgData name="Hossain, Tanvir" userId="5379524b-2947-4ff6-93a6-0f4602028252" providerId="ADAL" clId="{010DD536-A2BC-423C-BF7F-E9AFD76B2992}" dt="2024-11-03T19:18:38.623" v="2770"/>
            <ac:spMkLst>
              <pc:docMk/>
              <pc:sldMasterMk cId="922807393" sldId="2147483660"/>
              <pc:sldLayoutMk cId="944208858" sldId="2147483661"/>
              <ac:spMk id="3" creationId="{D0260696-6A57-40F1-82F3-7609AD613832}"/>
            </ac:spMkLst>
          </pc:spChg>
          <pc:spChg chg="mod">
            <ac:chgData name="Hossain, Tanvir" userId="5379524b-2947-4ff6-93a6-0f4602028252" providerId="ADAL" clId="{010DD536-A2BC-423C-BF7F-E9AFD76B2992}" dt="2024-11-03T19:18:38.623" v="2770"/>
            <ac:spMkLst>
              <pc:docMk/>
              <pc:sldMasterMk cId="922807393" sldId="2147483660"/>
              <pc:sldLayoutMk cId="944208858" sldId="2147483661"/>
              <ac:spMk id="7" creationId="{B25B8F27-346F-4296-A158-BEDA20D96A59}"/>
            </ac:spMkLst>
          </pc:spChg>
          <pc:picChg chg="mod">
            <ac:chgData name="Hossain, Tanvir" userId="5379524b-2947-4ff6-93a6-0f4602028252" providerId="ADAL" clId="{010DD536-A2BC-423C-BF7F-E9AFD76B2992}" dt="2024-11-03T19:18:38.623" v="2770"/>
            <ac:picMkLst>
              <pc:docMk/>
              <pc:sldMasterMk cId="922807393" sldId="2147483660"/>
              <pc:sldLayoutMk cId="944208858" sldId="2147483661"/>
              <ac:picMk id="3074" creationId="{D83803D9-B09A-471E-8BB3-5FB9C3372446}"/>
            </ac:picMkLst>
          </pc:picChg>
        </pc:sldLayoutChg>
        <pc:sldLayoutChg chg="modSp">
          <pc:chgData name="Hossain, Tanvir" userId="5379524b-2947-4ff6-93a6-0f4602028252" providerId="ADAL" clId="{010DD536-A2BC-423C-BF7F-E9AFD76B2992}" dt="2024-11-03T19:18:38.623" v="2770"/>
          <pc:sldLayoutMkLst>
            <pc:docMk/>
            <pc:sldMasterMk cId="922807393" sldId="2147483660"/>
            <pc:sldLayoutMk cId="1232025991" sldId="2147483662"/>
          </pc:sldLayoutMkLst>
          <pc:spChg chg="mod">
            <ac:chgData name="Hossain, Tanvir" userId="5379524b-2947-4ff6-93a6-0f4602028252" providerId="ADAL" clId="{010DD536-A2BC-423C-BF7F-E9AFD76B2992}" dt="2024-11-03T19:18:38.623" v="2770"/>
            <ac:spMkLst>
              <pc:docMk/>
              <pc:sldMasterMk cId="922807393" sldId="2147483660"/>
              <pc:sldLayoutMk cId="1232025991" sldId="2147483662"/>
              <ac:spMk id="2" creationId="{94A580A3-7FE0-4766-873D-468B0B1C48A0}"/>
            </ac:spMkLst>
          </pc:spChg>
          <pc:spChg chg="mod">
            <ac:chgData name="Hossain, Tanvir" userId="5379524b-2947-4ff6-93a6-0f4602028252" providerId="ADAL" clId="{010DD536-A2BC-423C-BF7F-E9AFD76B2992}" dt="2024-11-03T19:18:38.623" v="2770"/>
            <ac:spMkLst>
              <pc:docMk/>
              <pc:sldMasterMk cId="922807393" sldId="2147483660"/>
              <pc:sldLayoutMk cId="1232025991" sldId="2147483662"/>
              <ac:spMk id="3" creationId="{D0260696-6A57-40F1-82F3-7609AD613832}"/>
            </ac:spMkLst>
          </pc:spChg>
          <pc:spChg chg="mod">
            <ac:chgData name="Hossain, Tanvir" userId="5379524b-2947-4ff6-93a6-0f4602028252" providerId="ADAL" clId="{010DD536-A2BC-423C-BF7F-E9AFD76B2992}" dt="2024-11-03T19:18:38.623" v="2770"/>
            <ac:spMkLst>
              <pc:docMk/>
              <pc:sldMasterMk cId="922807393" sldId="2147483660"/>
              <pc:sldLayoutMk cId="1232025991" sldId="2147483662"/>
              <ac:spMk id="7" creationId="{B25B8F27-346F-4296-A158-BEDA20D96A59}"/>
            </ac:spMkLst>
          </pc:spChg>
        </pc:sldLayoutChg>
        <pc:sldLayoutChg chg="modSp">
          <pc:chgData name="Hossain, Tanvir" userId="5379524b-2947-4ff6-93a6-0f4602028252" providerId="ADAL" clId="{010DD536-A2BC-423C-BF7F-E9AFD76B2992}" dt="2024-11-03T19:18:38.623" v="2770"/>
          <pc:sldLayoutMkLst>
            <pc:docMk/>
            <pc:sldMasterMk cId="922807393" sldId="2147483660"/>
            <pc:sldLayoutMk cId="2188179885" sldId="2147483663"/>
          </pc:sldLayoutMkLst>
          <pc:spChg chg="mod">
            <ac:chgData name="Hossain, Tanvir" userId="5379524b-2947-4ff6-93a6-0f4602028252" providerId="ADAL" clId="{010DD536-A2BC-423C-BF7F-E9AFD76B2992}" dt="2024-11-03T19:18:38.623" v="2770"/>
            <ac:spMkLst>
              <pc:docMk/>
              <pc:sldMasterMk cId="922807393" sldId="2147483660"/>
              <pc:sldLayoutMk cId="2188179885" sldId="2147483663"/>
              <ac:spMk id="2" creationId="{0823AD8B-F107-4623-A361-ACBAD49E8C71}"/>
            </ac:spMkLst>
          </pc:spChg>
          <pc:spChg chg="mod">
            <ac:chgData name="Hossain, Tanvir" userId="5379524b-2947-4ff6-93a6-0f4602028252" providerId="ADAL" clId="{010DD536-A2BC-423C-BF7F-E9AFD76B2992}" dt="2024-11-03T19:18:38.623" v="2770"/>
            <ac:spMkLst>
              <pc:docMk/>
              <pc:sldMasterMk cId="922807393" sldId="2147483660"/>
              <pc:sldLayoutMk cId="2188179885" sldId="2147483663"/>
              <ac:spMk id="3" creationId="{1BB99C6F-F22D-4789-B790-966E755E7420}"/>
            </ac:spMkLst>
          </pc:spChg>
        </pc:sldLayoutChg>
        <pc:sldLayoutChg chg="modSp">
          <pc:chgData name="Hossain, Tanvir" userId="5379524b-2947-4ff6-93a6-0f4602028252" providerId="ADAL" clId="{010DD536-A2BC-423C-BF7F-E9AFD76B2992}" dt="2024-11-03T19:18:38.623" v="2770"/>
          <pc:sldLayoutMkLst>
            <pc:docMk/>
            <pc:sldMasterMk cId="922807393" sldId="2147483660"/>
            <pc:sldLayoutMk cId="3700953118" sldId="2147483664"/>
          </pc:sldLayoutMkLst>
          <pc:spChg chg="mod">
            <ac:chgData name="Hossain, Tanvir" userId="5379524b-2947-4ff6-93a6-0f4602028252" providerId="ADAL" clId="{010DD536-A2BC-423C-BF7F-E9AFD76B2992}" dt="2024-11-03T19:18:38.623" v="2770"/>
            <ac:spMkLst>
              <pc:docMk/>
              <pc:sldMasterMk cId="922807393" sldId="2147483660"/>
              <pc:sldLayoutMk cId="3700953118" sldId="2147483664"/>
              <ac:spMk id="2" creationId="{55957D15-6E60-42FE-871C-80385C255A97}"/>
            </ac:spMkLst>
          </pc:spChg>
        </pc:sldLayoutChg>
        <pc:sldLayoutChg chg="modSp">
          <pc:chgData name="Hossain, Tanvir" userId="5379524b-2947-4ff6-93a6-0f4602028252" providerId="ADAL" clId="{010DD536-A2BC-423C-BF7F-E9AFD76B2992}" dt="2024-11-03T19:18:38.623" v="2770"/>
          <pc:sldLayoutMkLst>
            <pc:docMk/>
            <pc:sldMasterMk cId="922807393" sldId="2147483660"/>
            <pc:sldLayoutMk cId="1800665818" sldId="2147483665"/>
          </pc:sldLayoutMkLst>
          <pc:spChg chg="mod">
            <ac:chgData name="Hossain, Tanvir" userId="5379524b-2947-4ff6-93a6-0f4602028252" providerId="ADAL" clId="{010DD536-A2BC-423C-BF7F-E9AFD76B2992}" dt="2024-11-03T19:18:38.623" v="2770"/>
            <ac:spMkLst>
              <pc:docMk/>
              <pc:sldMasterMk cId="922807393" sldId="2147483660"/>
              <pc:sldLayoutMk cId="1800665818" sldId="2147483665"/>
              <ac:spMk id="2" creationId="{904E1BE7-AA66-4575-BA61-2D09F683E01E}"/>
            </ac:spMkLst>
          </pc:spChg>
          <pc:spChg chg="mod">
            <ac:chgData name="Hossain, Tanvir" userId="5379524b-2947-4ff6-93a6-0f4602028252" providerId="ADAL" clId="{010DD536-A2BC-423C-BF7F-E9AFD76B2992}" dt="2024-11-03T19:18:38.623" v="2770"/>
            <ac:spMkLst>
              <pc:docMk/>
              <pc:sldMasterMk cId="922807393" sldId="2147483660"/>
              <pc:sldLayoutMk cId="1800665818" sldId="2147483665"/>
              <ac:spMk id="3" creationId="{EF55A831-277C-4D8A-BDB0-3ACB52DDA8D5}"/>
            </ac:spMkLst>
          </pc:spChg>
        </pc:sldLayoutChg>
        <pc:sldLayoutChg chg="modSp">
          <pc:chgData name="Hossain, Tanvir" userId="5379524b-2947-4ff6-93a6-0f4602028252" providerId="ADAL" clId="{010DD536-A2BC-423C-BF7F-E9AFD76B2992}" dt="2024-11-03T19:18:38.623" v="2770"/>
          <pc:sldLayoutMkLst>
            <pc:docMk/>
            <pc:sldMasterMk cId="922807393" sldId="2147483660"/>
            <pc:sldLayoutMk cId="1871610686" sldId="2147483666"/>
          </pc:sldLayoutMkLst>
          <pc:spChg chg="mod">
            <ac:chgData name="Hossain, Tanvir" userId="5379524b-2947-4ff6-93a6-0f4602028252" providerId="ADAL" clId="{010DD536-A2BC-423C-BF7F-E9AFD76B2992}" dt="2024-11-03T19:18:38.623" v="2770"/>
            <ac:spMkLst>
              <pc:docMk/>
              <pc:sldMasterMk cId="922807393" sldId="2147483660"/>
              <pc:sldLayoutMk cId="1871610686" sldId="2147483666"/>
              <ac:spMk id="2" creationId="{3E1AC2C8-0BCA-449D-8895-4CF24664576E}"/>
            </ac:spMkLst>
          </pc:spChg>
          <pc:spChg chg="mod">
            <ac:chgData name="Hossain, Tanvir" userId="5379524b-2947-4ff6-93a6-0f4602028252" providerId="ADAL" clId="{010DD536-A2BC-423C-BF7F-E9AFD76B2992}" dt="2024-11-03T19:18:38.623" v="2770"/>
            <ac:spMkLst>
              <pc:docMk/>
              <pc:sldMasterMk cId="922807393" sldId="2147483660"/>
              <pc:sldLayoutMk cId="1871610686" sldId="2147483666"/>
              <ac:spMk id="3" creationId="{70D6D452-DE1A-481C-8BD5-85ADAB44EDAB}"/>
            </ac:spMkLst>
          </pc:spChg>
          <pc:spChg chg="mod">
            <ac:chgData name="Hossain, Tanvir" userId="5379524b-2947-4ff6-93a6-0f4602028252" providerId="ADAL" clId="{010DD536-A2BC-423C-BF7F-E9AFD76B2992}" dt="2024-11-03T19:18:38.623" v="2770"/>
            <ac:spMkLst>
              <pc:docMk/>
              <pc:sldMasterMk cId="922807393" sldId="2147483660"/>
              <pc:sldLayoutMk cId="1871610686" sldId="2147483666"/>
              <ac:spMk id="4" creationId="{4B00AB0E-0E39-4C37-9C6B-EAD7E01FF460}"/>
            </ac:spMkLst>
          </pc:spChg>
          <pc:spChg chg="mod">
            <ac:chgData name="Hossain, Tanvir" userId="5379524b-2947-4ff6-93a6-0f4602028252" providerId="ADAL" clId="{010DD536-A2BC-423C-BF7F-E9AFD76B2992}" dt="2024-11-03T19:18:38.623" v="2770"/>
            <ac:spMkLst>
              <pc:docMk/>
              <pc:sldMasterMk cId="922807393" sldId="2147483660"/>
              <pc:sldLayoutMk cId="1871610686" sldId="2147483666"/>
              <ac:spMk id="5" creationId="{B3E68ABB-EF4A-444A-A847-545896AC87FE}"/>
            </ac:spMkLst>
          </pc:spChg>
          <pc:spChg chg="mod">
            <ac:chgData name="Hossain, Tanvir" userId="5379524b-2947-4ff6-93a6-0f4602028252" providerId="ADAL" clId="{010DD536-A2BC-423C-BF7F-E9AFD76B2992}" dt="2024-11-03T19:18:38.623" v="2770"/>
            <ac:spMkLst>
              <pc:docMk/>
              <pc:sldMasterMk cId="922807393" sldId="2147483660"/>
              <pc:sldLayoutMk cId="1871610686" sldId="2147483666"/>
              <ac:spMk id="6" creationId="{FE820607-12E0-43F2-8891-4A8CE3DCE981}"/>
            </ac:spMkLst>
          </pc:spChg>
        </pc:sldLayoutChg>
      </pc:sldMasterChg>
    </pc:docChg>
  </pc:docChgLst>
  <pc:docChgLst>
    <pc:chgData name="Hossain, Tanvir" userId="5379524b-2947-4ff6-93a6-0f4602028252" providerId="ADAL" clId="{F66C817B-0377-DF4E-9619-3FE92036EDD3}"/>
    <pc:docChg chg="undo custSel addSld delSld modSld">
      <pc:chgData name="Hossain, Tanvir" userId="5379524b-2947-4ff6-93a6-0f4602028252" providerId="ADAL" clId="{F66C817B-0377-DF4E-9619-3FE92036EDD3}" dt="2024-11-02T15:36:57.904" v="501"/>
      <pc:docMkLst>
        <pc:docMk/>
      </pc:docMkLst>
      <pc:sldChg chg="addSp delSp modSp">
        <pc:chgData name="Hossain, Tanvir" userId="5379524b-2947-4ff6-93a6-0f4602028252" providerId="ADAL" clId="{F66C817B-0377-DF4E-9619-3FE92036EDD3}" dt="2024-10-31T19:32:42.036" v="380"/>
        <pc:sldMkLst>
          <pc:docMk/>
          <pc:sldMk cId="2409443978" sldId="257"/>
        </pc:sldMkLst>
      </pc:sldChg>
      <pc:sldChg chg="new del">
        <pc:chgData name="Hossain, Tanvir" userId="5379524b-2947-4ff6-93a6-0f4602028252" providerId="ADAL" clId="{F66C817B-0377-DF4E-9619-3FE92036EDD3}" dt="2024-10-31T01:00:36.021" v="25" actId="2696"/>
        <pc:sldMkLst>
          <pc:docMk/>
          <pc:sldMk cId="2055907153" sldId="261"/>
        </pc:sldMkLst>
      </pc:sldChg>
      <pc:sldChg chg="delSp add">
        <pc:chgData name="Hossain, Tanvir" userId="5379524b-2947-4ff6-93a6-0f4602028252" providerId="ADAL" clId="{F66C817B-0377-DF4E-9619-3FE92036EDD3}" dt="2024-10-31T01:00:48.387" v="33"/>
        <pc:sldMkLst>
          <pc:docMk/>
          <pc:sldMk cId="1730249725" sldId="262"/>
        </pc:sldMkLst>
      </pc:sldChg>
      <pc:sldChg chg="addSp delSp add">
        <pc:chgData name="Hossain, Tanvir" userId="5379524b-2947-4ff6-93a6-0f4602028252" providerId="ADAL" clId="{F66C817B-0377-DF4E-9619-3FE92036EDD3}" dt="2024-10-31T01:10:25.663" v="159"/>
        <pc:sldMkLst>
          <pc:docMk/>
          <pc:sldMk cId="538125563" sldId="263"/>
        </pc:sldMkLst>
      </pc:sldChg>
      <pc:sldChg chg="add del replId">
        <pc:chgData name="Hossain, Tanvir" userId="5379524b-2947-4ff6-93a6-0f4602028252" providerId="ADAL" clId="{F66C817B-0377-DF4E-9619-3FE92036EDD3}" dt="2024-10-31T01:00:39.332" v="26" actId="2696"/>
        <pc:sldMkLst>
          <pc:docMk/>
          <pc:sldMk cId="2225698674" sldId="263"/>
        </pc:sldMkLst>
      </pc:sldChg>
      <pc:sldChg chg="addSp delSp modSp add del">
        <pc:chgData name="Hossain, Tanvir" userId="5379524b-2947-4ff6-93a6-0f4602028252" providerId="ADAL" clId="{F66C817B-0377-DF4E-9619-3FE92036EDD3}" dt="2024-10-31T01:20:53.273" v="261" actId="2696"/>
        <pc:sldMkLst>
          <pc:docMk/>
          <pc:sldMk cId="131310744" sldId="264"/>
        </pc:sldMkLst>
      </pc:sldChg>
      <pc:sldChg chg="addSp delSp add">
        <pc:chgData name="Hossain, Tanvir" userId="5379524b-2947-4ff6-93a6-0f4602028252" providerId="ADAL" clId="{F66C817B-0377-DF4E-9619-3FE92036EDD3}" dt="2024-10-31T01:24:27.892" v="345"/>
        <pc:sldMkLst>
          <pc:docMk/>
          <pc:sldMk cId="3373043845" sldId="265"/>
        </pc:sldMkLst>
      </pc:sldChg>
      <pc:sldChg chg="addSp delSp modSp add">
        <pc:chgData name="Hossain, Tanvir" userId="5379524b-2947-4ff6-93a6-0f4602028252" providerId="ADAL" clId="{F66C817B-0377-DF4E-9619-3FE92036EDD3}" dt="2024-10-31T07:03:03.080" v="373"/>
        <pc:sldMkLst>
          <pc:docMk/>
          <pc:sldMk cId="3880326868" sldId="266"/>
        </pc:sldMkLst>
      </pc:sldChg>
      <pc:sldChg chg="modSp">
        <pc:chgData name="Hossain, Tanvir" userId="5379524b-2947-4ff6-93a6-0f4602028252" providerId="ADAL" clId="{F66C817B-0377-DF4E-9619-3FE92036EDD3}" dt="2024-10-31T19:32:50.038" v="382"/>
        <pc:sldMkLst>
          <pc:docMk/>
          <pc:sldMk cId="1729915323" sldId="268"/>
        </pc:sldMkLst>
      </pc:sldChg>
      <pc:sldChg chg="modSp">
        <pc:chgData name="Hossain, Tanvir" userId="5379524b-2947-4ff6-93a6-0f4602028252" providerId="ADAL" clId="{F66C817B-0377-DF4E-9619-3FE92036EDD3}" dt="2024-10-31T19:32:57.838" v="385"/>
        <pc:sldMkLst>
          <pc:docMk/>
          <pc:sldMk cId="3948692902" sldId="269"/>
        </pc:sldMkLst>
      </pc:sldChg>
      <pc:sldChg chg="modSp">
        <pc:chgData name="Hossain, Tanvir" userId="5379524b-2947-4ff6-93a6-0f4602028252" providerId="ADAL" clId="{F66C817B-0377-DF4E-9619-3FE92036EDD3}" dt="2024-10-31T19:33:19.365" v="387"/>
        <pc:sldMkLst>
          <pc:docMk/>
          <pc:sldMk cId="3178234004" sldId="270"/>
        </pc:sldMkLst>
      </pc:sldChg>
      <pc:sldChg chg="delSp">
        <pc:chgData name="Hossain, Tanvir" userId="5379524b-2947-4ff6-93a6-0f4602028252" providerId="ADAL" clId="{F66C817B-0377-DF4E-9619-3FE92036EDD3}" dt="2024-10-31T19:32:25.929" v="374"/>
        <pc:sldMkLst>
          <pc:docMk/>
          <pc:sldMk cId="402523472" sldId="273"/>
        </pc:sldMkLst>
      </pc:sldChg>
      <pc:sldChg chg="modSp">
        <pc:chgData name="Hossain, Tanvir" userId="5379524b-2947-4ff6-93a6-0f4602028252" providerId="ADAL" clId="{F66C817B-0377-DF4E-9619-3FE92036EDD3}" dt="2024-10-31T19:38:19.891" v="388"/>
        <pc:sldMkLst>
          <pc:docMk/>
          <pc:sldMk cId="2446670331" sldId="275"/>
        </pc:sldMkLst>
      </pc:sldChg>
      <pc:sldChg chg="modSp">
        <pc:chgData name="Hossain, Tanvir" userId="5379524b-2947-4ff6-93a6-0f4602028252" providerId="ADAL" clId="{F66C817B-0377-DF4E-9619-3FE92036EDD3}" dt="2024-10-31T19:39:09.865" v="395"/>
        <pc:sldMkLst>
          <pc:docMk/>
          <pc:sldMk cId="4173929640" sldId="277"/>
        </pc:sldMkLst>
      </pc:sldChg>
      <pc:sldChg chg="modSp">
        <pc:chgData name="Hossain, Tanvir" userId="5379524b-2947-4ff6-93a6-0f4602028252" providerId="ADAL" clId="{F66C817B-0377-DF4E-9619-3FE92036EDD3}" dt="2024-10-31T19:39:00.360" v="392"/>
        <pc:sldMkLst>
          <pc:docMk/>
          <pc:sldMk cId="3249034943" sldId="278"/>
        </pc:sldMkLst>
      </pc:sldChg>
      <pc:sldChg chg="modSp">
        <pc:chgData name="Hossain, Tanvir" userId="5379524b-2947-4ff6-93a6-0f4602028252" providerId="ADAL" clId="{F66C817B-0377-DF4E-9619-3FE92036EDD3}" dt="2024-10-31T19:39:18.614" v="396"/>
        <pc:sldMkLst>
          <pc:docMk/>
          <pc:sldMk cId="936687709" sldId="279"/>
        </pc:sldMkLst>
      </pc:sldChg>
      <pc:sldChg chg="addSp delSp modSp">
        <pc:chgData name="Hossain, Tanvir" userId="5379524b-2947-4ff6-93a6-0f4602028252" providerId="ADAL" clId="{F66C817B-0377-DF4E-9619-3FE92036EDD3}" dt="2024-11-02T15:36:57.904" v="501"/>
        <pc:sldMkLst>
          <pc:docMk/>
          <pc:sldMk cId="2325894209" sldId="291"/>
        </pc:sldMkLst>
      </pc:sldChg>
    </pc:docChg>
  </pc:docChgLst>
  <pc:docChgLst>
    <pc:chgData name="Hossain, Tanvir" userId="5379524b-2947-4ff6-93a6-0f4602028252" providerId="ADAL" clId="{E6EFB77A-F123-084A-9750-4CB20F3F80C1}"/>
    <pc:docChg chg="modSld">
      <pc:chgData name="Hossain, Tanvir" userId="5379524b-2947-4ff6-93a6-0f4602028252" providerId="ADAL" clId="{E6EFB77A-F123-084A-9750-4CB20F3F80C1}" dt="2024-12-03T13:55:03.100" v="3" actId="20577"/>
      <pc:docMkLst>
        <pc:docMk/>
      </pc:docMkLst>
      <pc:sldChg chg="modSp">
        <pc:chgData name="Hossain, Tanvir" userId="5379524b-2947-4ff6-93a6-0f4602028252" providerId="ADAL" clId="{E6EFB77A-F123-084A-9750-4CB20F3F80C1}" dt="2024-12-03T13:55:03.100" v="3" actId="20577"/>
        <pc:sldMkLst>
          <pc:docMk/>
          <pc:sldMk cId="552244406" sldId="329"/>
        </pc:sldMkLst>
        <pc:spChg chg="mod">
          <ac:chgData name="Hossain, Tanvir" userId="5379524b-2947-4ff6-93a6-0f4602028252" providerId="ADAL" clId="{E6EFB77A-F123-084A-9750-4CB20F3F80C1}" dt="2024-12-03T13:55:03.100" v="3" actId="20577"/>
          <ac:spMkLst>
            <pc:docMk/>
            <pc:sldMk cId="552244406" sldId="329"/>
            <ac:spMk id="5" creationId="{D1F18F32-3EEA-244D-D912-9BD0F142BE2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7553A5-C122-4D2B-867E-B349CDBD53E9}"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479153-4E26-428D-926C-5D54B9668C5D}" type="slidenum">
              <a:rPr lang="en-US" smtClean="0"/>
              <a:t>‹#›</a:t>
            </a:fld>
            <a:endParaRPr lang="en-US"/>
          </a:p>
        </p:txBody>
      </p:sp>
    </p:spTree>
    <p:extLst>
      <p:ext uri="{BB962C8B-B14F-4D97-AF65-F5344CB8AC3E}">
        <p14:creationId xmlns:p14="http://schemas.microsoft.com/office/powerpoint/2010/main" val="2296672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722C-B3E2-5765-63BB-952727A84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CB6B12-167B-E667-F84D-F1163FF11826}"/>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2" indent="0" algn="ctr">
              <a:buNone/>
              <a:defRPr sz="1800"/>
            </a:lvl3pPr>
            <a:lvl4pPr marL="1371618" indent="0" algn="ctr">
              <a:buNone/>
              <a:defRPr sz="1600"/>
            </a:lvl4pPr>
            <a:lvl5pPr marL="1828824" indent="0" algn="ctr">
              <a:buNone/>
              <a:defRPr sz="1600"/>
            </a:lvl5pPr>
            <a:lvl6pPr marL="2286030" indent="0" algn="ctr">
              <a:buNone/>
              <a:defRPr sz="1600"/>
            </a:lvl6pPr>
            <a:lvl7pPr marL="2743237" indent="0" algn="ctr">
              <a:buNone/>
              <a:defRPr sz="1600"/>
            </a:lvl7pPr>
            <a:lvl8pPr marL="3200443" indent="0" algn="ctr">
              <a:buNone/>
              <a:defRPr sz="1600"/>
            </a:lvl8pPr>
            <a:lvl9pPr marL="365764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A68C61-EFC4-89A5-6FE6-CFDB921B3EB3}"/>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FD4BF525-0C41-83D6-56E1-B29142BF6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B69E5-66ED-BF5D-B6AB-D52012312169}"/>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359229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2992-DD5F-3B19-3B5E-59FA8A127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BA53DD-8A9D-6AB3-7A42-6D775C8CA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4454A-6AF4-DBDE-CED2-0A76E2D2A358}"/>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9A9279D3-358E-2E52-CC07-721CBDD808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558715-BCC3-253F-02F7-79EFF2518068}"/>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2704929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DCBC-26DA-7884-3B3C-D6BE7B272117}"/>
              </a:ext>
            </a:extLst>
          </p:cNvPr>
          <p:cNvSpPr>
            <a:spLocks noGrp="1"/>
          </p:cNvSpPr>
          <p:nvPr>
            <p:ph type="title"/>
          </p:nvPr>
        </p:nvSpPr>
        <p:spPr>
          <a:xfrm>
            <a:off x="831850" y="1709741"/>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2C0C38-1752-098B-CE8B-01782B09323F}"/>
              </a:ext>
            </a:extLst>
          </p:cNvPr>
          <p:cNvSpPr>
            <a:spLocks noGrp="1"/>
          </p:cNvSpPr>
          <p:nvPr>
            <p:ph type="body" idx="1"/>
          </p:nvPr>
        </p:nvSpPr>
        <p:spPr>
          <a:xfrm>
            <a:off x="831850" y="4589465"/>
            <a:ext cx="10515600" cy="1500187"/>
          </a:xfrm>
        </p:spPr>
        <p:txBody>
          <a:bodyPr/>
          <a:lstStyle>
            <a:lvl1pPr marL="0" indent="0">
              <a:buNone/>
              <a:defRPr sz="2400">
                <a:solidFill>
                  <a:schemeClr val="tx1">
                    <a:tint val="82000"/>
                  </a:schemeClr>
                </a:solidFill>
              </a:defRPr>
            </a:lvl1pPr>
            <a:lvl2pPr marL="457206" indent="0">
              <a:buNone/>
              <a:defRPr sz="2000">
                <a:solidFill>
                  <a:schemeClr val="tx1">
                    <a:tint val="82000"/>
                  </a:schemeClr>
                </a:solidFill>
              </a:defRPr>
            </a:lvl2pPr>
            <a:lvl3pPr marL="914412" indent="0">
              <a:buNone/>
              <a:defRPr sz="1800">
                <a:solidFill>
                  <a:schemeClr val="tx1">
                    <a:tint val="82000"/>
                  </a:schemeClr>
                </a:solidFill>
              </a:defRPr>
            </a:lvl3pPr>
            <a:lvl4pPr marL="1371618" indent="0">
              <a:buNone/>
              <a:defRPr sz="1600">
                <a:solidFill>
                  <a:schemeClr val="tx1">
                    <a:tint val="82000"/>
                  </a:schemeClr>
                </a:solidFill>
              </a:defRPr>
            </a:lvl4pPr>
            <a:lvl5pPr marL="1828824" indent="0">
              <a:buNone/>
              <a:defRPr sz="1600">
                <a:solidFill>
                  <a:schemeClr val="tx1">
                    <a:tint val="82000"/>
                  </a:schemeClr>
                </a:solidFill>
              </a:defRPr>
            </a:lvl5pPr>
            <a:lvl6pPr marL="2286030" indent="0">
              <a:buNone/>
              <a:defRPr sz="1600">
                <a:solidFill>
                  <a:schemeClr val="tx1">
                    <a:tint val="82000"/>
                  </a:schemeClr>
                </a:solidFill>
              </a:defRPr>
            </a:lvl6pPr>
            <a:lvl7pPr marL="2743237" indent="0">
              <a:buNone/>
              <a:defRPr sz="1600">
                <a:solidFill>
                  <a:schemeClr val="tx1">
                    <a:tint val="82000"/>
                  </a:schemeClr>
                </a:solidFill>
              </a:defRPr>
            </a:lvl7pPr>
            <a:lvl8pPr marL="3200443" indent="0">
              <a:buNone/>
              <a:defRPr sz="1600">
                <a:solidFill>
                  <a:schemeClr val="tx1">
                    <a:tint val="82000"/>
                  </a:schemeClr>
                </a:solidFill>
              </a:defRPr>
            </a:lvl8pPr>
            <a:lvl9pPr marL="365764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E0A055-37DA-4759-E437-67711FC84EA1}"/>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BB47DEC8-F83E-405E-3FD6-639690AB58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157A9-D50C-16A1-189E-6AB79E070707}"/>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1496432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68EBD-243E-F686-F9A1-1039F6B21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7A224-F95B-9991-52B8-4CAC0074A1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CC2031-31D3-F606-2710-E120EBE686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B1AB02-FD27-E09B-D96A-BFFFAD60DA21}"/>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6" name="Footer Placeholder 5">
            <a:extLst>
              <a:ext uri="{FF2B5EF4-FFF2-40B4-BE49-F238E27FC236}">
                <a16:creationId xmlns:a16="http://schemas.microsoft.com/office/drawing/2014/main" id="{771BB602-D2CD-E13F-4034-7EA60AD09B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0D48F3-9B8E-29B4-C350-B9BA35CE6D8C}"/>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531456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CBDD-90D2-39E9-B21F-A22C98A13063}"/>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F08493-8CBB-F253-57EC-E88515FC8E77}"/>
              </a:ext>
            </a:extLst>
          </p:cNvPr>
          <p:cNvSpPr>
            <a:spLocks noGrp="1"/>
          </p:cNvSpPr>
          <p:nvPr>
            <p:ph type="body" idx="1"/>
          </p:nvPr>
        </p:nvSpPr>
        <p:spPr>
          <a:xfrm>
            <a:off x="839791" y="1681165"/>
            <a:ext cx="5157787" cy="823912"/>
          </a:xfrm>
        </p:spPr>
        <p:txBody>
          <a:bodyPr anchor="b"/>
          <a:lstStyle>
            <a:lvl1pPr marL="0" indent="0">
              <a:buNone/>
              <a:defRPr sz="2400" b="1"/>
            </a:lvl1pPr>
            <a:lvl2pPr marL="457206" indent="0">
              <a:buNone/>
              <a:defRPr sz="2000" b="1"/>
            </a:lvl2pPr>
            <a:lvl3pPr marL="914412" indent="0">
              <a:buNone/>
              <a:defRPr sz="1800" b="1"/>
            </a:lvl3pPr>
            <a:lvl4pPr marL="1371618" indent="0">
              <a:buNone/>
              <a:defRPr sz="1600" b="1"/>
            </a:lvl4pPr>
            <a:lvl5pPr marL="1828824" indent="0">
              <a:buNone/>
              <a:defRPr sz="1600" b="1"/>
            </a:lvl5pPr>
            <a:lvl6pPr marL="2286030" indent="0">
              <a:buNone/>
              <a:defRPr sz="1600" b="1"/>
            </a:lvl6pPr>
            <a:lvl7pPr marL="2743237" indent="0">
              <a:buNone/>
              <a:defRPr sz="1600" b="1"/>
            </a:lvl7pPr>
            <a:lvl8pPr marL="3200443" indent="0">
              <a:buNone/>
              <a:defRPr sz="1600" b="1"/>
            </a:lvl8pPr>
            <a:lvl9pPr marL="365764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FDD6B2-96FF-2FF5-CAAC-8C239FC8715C}"/>
              </a:ext>
            </a:extLst>
          </p:cNvPr>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2E2743-EFE5-A672-509D-EB01C35F1A5E}"/>
              </a:ext>
            </a:extLst>
          </p:cNvPr>
          <p:cNvSpPr>
            <a:spLocks noGrp="1"/>
          </p:cNvSpPr>
          <p:nvPr>
            <p:ph type="body" sz="quarter" idx="3"/>
          </p:nvPr>
        </p:nvSpPr>
        <p:spPr>
          <a:xfrm>
            <a:off x="6172200" y="1681165"/>
            <a:ext cx="5183188" cy="823912"/>
          </a:xfrm>
        </p:spPr>
        <p:txBody>
          <a:bodyPr anchor="b"/>
          <a:lstStyle>
            <a:lvl1pPr marL="0" indent="0">
              <a:buNone/>
              <a:defRPr sz="2400" b="1"/>
            </a:lvl1pPr>
            <a:lvl2pPr marL="457206" indent="0">
              <a:buNone/>
              <a:defRPr sz="2000" b="1"/>
            </a:lvl2pPr>
            <a:lvl3pPr marL="914412" indent="0">
              <a:buNone/>
              <a:defRPr sz="1800" b="1"/>
            </a:lvl3pPr>
            <a:lvl4pPr marL="1371618" indent="0">
              <a:buNone/>
              <a:defRPr sz="1600" b="1"/>
            </a:lvl4pPr>
            <a:lvl5pPr marL="1828824" indent="0">
              <a:buNone/>
              <a:defRPr sz="1600" b="1"/>
            </a:lvl5pPr>
            <a:lvl6pPr marL="2286030" indent="0">
              <a:buNone/>
              <a:defRPr sz="1600" b="1"/>
            </a:lvl6pPr>
            <a:lvl7pPr marL="2743237" indent="0">
              <a:buNone/>
              <a:defRPr sz="1600" b="1"/>
            </a:lvl7pPr>
            <a:lvl8pPr marL="3200443" indent="0">
              <a:buNone/>
              <a:defRPr sz="1600" b="1"/>
            </a:lvl8pPr>
            <a:lvl9pPr marL="365764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AFF299-9665-8A1D-4B13-5D58D1B9ED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98D811-8E66-6073-7E95-D171FCFBD6BB}"/>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8" name="Footer Placeholder 7">
            <a:extLst>
              <a:ext uri="{FF2B5EF4-FFF2-40B4-BE49-F238E27FC236}">
                <a16:creationId xmlns:a16="http://schemas.microsoft.com/office/drawing/2014/main" id="{B1994387-3E2E-13D3-8BBA-F4C53E7B9A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B81446-E1D4-5431-1580-18C53779E500}"/>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66847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4B31-9C25-9B06-DA66-682DBEDC2C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3AB91E-A864-6A6E-2AE1-527AE463CD72}"/>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4" name="Footer Placeholder 3">
            <a:extLst>
              <a:ext uri="{FF2B5EF4-FFF2-40B4-BE49-F238E27FC236}">
                <a16:creationId xmlns:a16="http://schemas.microsoft.com/office/drawing/2014/main" id="{A600E939-9C4E-0CCF-DBD2-1EAA0B021D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6B40C6-27C9-908D-90EF-35881873C373}"/>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2036469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2FE23-2920-83BE-FD74-42E58EBC48BB}"/>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3" name="Footer Placeholder 2">
            <a:extLst>
              <a:ext uri="{FF2B5EF4-FFF2-40B4-BE49-F238E27FC236}">
                <a16:creationId xmlns:a16="http://schemas.microsoft.com/office/drawing/2014/main" id="{C94D88A3-171C-07DC-13D2-A73D263035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48791F-0D73-33E9-785D-9175A218CFC0}"/>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3792416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3DE81-FE2A-B61B-A42F-B19272073827}"/>
              </a:ext>
            </a:extLst>
          </p:cNvPr>
          <p:cNvSpPr>
            <a:spLocks noGrp="1"/>
          </p:cNvSpPr>
          <p:nvPr>
            <p:ph type="title"/>
          </p:nvPr>
        </p:nvSpPr>
        <p:spPr>
          <a:xfrm>
            <a:off x="839794"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509864-FE61-49D8-44AE-125F5DD505EC}"/>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A093E5-B2EB-C53C-1D1E-9E1AB5FB418F}"/>
              </a:ext>
            </a:extLst>
          </p:cNvPr>
          <p:cNvSpPr>
            <a:spLocks noGrp="1"/>
          </p:cNvSpPr>
          <p:nvPr>
            <p:ph type="body" sz="half" idx="2"/>
          </p:nvPr>
        </p:nvSpPr>
        <p:spPr>
          <a:xfrm>
            <a:off x="839794" y="2057400"/>
            <a:ext cx="3932237" cy="3811588"/>
          </a:xfrm>
        </p:spPr>
        <p:txBody>
          <a:bodyPr/>
          <a:lstStyle>
            <a:lvl1pPr marL="0" indent="0">
              <a:buNone/>
              <a:defRPr sz="1600"/>
            </a:lvl1pPr>
            <a:lvl2pPr marL="457206" indent="0">
              <a:buNone/>
              <a:defRPr sz="1400"/>
            </a:lvl2pPr>
            <a:lvl3pPr marL="914412" indent="0">
              <a:buNone/>
              <a:defRPr sz="1200"/>
            </a:lvl3pPr>
            <a:lvl4pPr marL="1371618" indent="0">
              <a:buNone/>
              <a:defRPr sz="1000"/>
            </a:lvl4pPr>
            <a:lvl5pPr marL="1828824" indent="0">
              <a:buNone/>
              <a:defRPr sz="1000"/>
            </a:lvl5pPr>
            <a:lvl6pPr marL="2286030" indent="0">
              <a:buNone/>
              <a:defRPr sz="1000"/>
            </a:lvl6pPr>
            <a:lvl7pPr marL="2743237" indent="0">
              <a:buNone/>
              <a:defRPr sz="1000"/>
            </a:lvl7pPr>
            <a:lvl8pPr marL="3200443" indent="0">
              <a:buNone/>
              <a:defRPr sz="1000"/>
            </a:lvl8pPr>
            <a:lvl9pPr marL="365764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450C9F-F7C2-A050-F8D8-0320F1A2998C}"/>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6" name="Footer Placeholder 5">
            <a:extLst>
              <a:ext uri="{FF2B5EF4-FFF2-40B4-BE49-F238E27FC236}">
                <a16:creationId xmlns:a16="http://schemas.microsoft.com/office/drawing/2014/main" id="{D848031B-4D93-C337-24FB-6D1813268B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99921-4C66-4AE2-53F6-24492AF52485}"/>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1165597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58F0-3284-EEE9-B795-5970A889DAB2}"/>
              </a:ext>
            </a:extLst>
          </p:cNvPr>
          <p:cNvSpPr>
            <a:spLocks noGrp="1"/>
          </p:cNvSpPr>
          <p:nvPr>
            <p:ph type="title"/>
          </p:nvPr>
        </p:nvSpPr>
        <p:spPr>
          <a:xfrm>
            <a:off x="839794"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16EB85-6617-75F1-E46E-6827087618E7}"/>
              </a:ext>
            </a:extLst>
          </p:cNvPr>
          <p:cNvSpPr>
            <a:spLocks noGrp="1"/>
          </p:cNvSpPr>
          <p:nvPr>
            <p:ph type="pic" idx="1"/>
          </p:nvPr>
        </p:nvSpPr>
        <p:spPr>
          <a:xfrm>
            <a:off x="5183188" y="987427"/>
            <a:ext cx="6172200" cy="4873625"/>
          </a:xfrm>
        </p:spPr>
        <p:txBody>
          <a:bodyPr/>
          <a:lstStyle>
            <a:lvl1pPr marL="0" indent="0">
              <a:buNone/>
              <a:defRPr sz="3200"/>
            </a:lvl1pPr>
            <a:lvl2pPr marL="457206" indent="0">
              <a:buNone/>
              <a:defRPr sz="2800"/>
            </a:lvl2pPr>
            <a:lvl3pPr marL="914412" indent="0">
              <a:buNone/>
              <a:defRPr sz="2400"/>
            </a:lvl3pPr>
            <a:lvl4pPr marL="1371618" indent="0">
              <a:buNone/>
              <a:defRPr sz="2000"/>
            </a:lvl4pPr>
            <a:lvl5pPr marL="1828824" indent="0">
              <a:buNone/>
              <a:defRPr sz="2000"/>
            </a:lvl5pPr>
            <a:lvl6pPr marL="2286030" indent="0">
              <a:buNone/>
              <a:defRPr sz="2000"/>
            </a:lvl6pPr>
            <a:lvl7pPr marL="2743237" indent="0">
              <a:buNone/>
              <a:defRPr sz="2000"/>
            </a:lvl7pPr>
            <a:lvl8pPr marL="3200443" indent="0">
              <a:buNone/>
              <a:defRPr sz="2000"/>
            </a:lvl8pPr>
            <a:lvl9pPr marL="3657649" indent="0">
              <a:buNone/>
              <a:defRPr sz="2000"/>
            </a:lvl9pPr>
          </a:lstStyle>
          <a:p>
            <a:endParaRPr lang="en-US"/>
          </a:p>
        </p:txBody>
      </p:sp>
      <p:sp>
        <p:nvSpPr>
          <p:cNvPr id="4" name="Text Placeholder 3">
            <a:extLst>
              <a:ext uri="{FF2B5EF4-FFF2-40B4-BE49-F238E27FC236}">
                <a16:creationId xmlns:a16="http://schemas.microsoft.com/office/drawing/2014/main" id="{1C1E50A5-C1B6-2973-FDAB-32FC2A3D6CB5}"/>
              </a:ext>
            </a:extLst>
          </p:cNvPr>
          <p:cNvSpPr>
            <a:spLocks noGrp="1"/>
          </p:cNvSpPr>
          <p:nvPr>
            <p:ph type="body" sz="half" idx="2"/>
          </p:nvPr>
        </p:nvSpPr>
        <p:spPr>
          <a:xfrm>
            <a:off x="839794" y="2057400"/>
            <a:ext cx="3932237" cy="3811588"/>
          </a:xfrm>
        </p:spPr>
        <p:txBody>
          <a:bodyPr/>
          <a:lstStyle>
            <a:lvl1pPr marL="0" indent="0">
              <a:buNone/>
              <a:defRPr sz="1600"/>
            </a:lvl1pPr>
            <a:lvl2pPr marL="457206" indent="0">
              <a:buNone/>
              <a:defRPr sz="1400"/>
            </a:lvl2pPr>
            <a:lvl3pPr marL="914412" indent="0">
              <a:buNone/>
              <a:defRPr sz="1200"/>
            </a:lvl3pPr>
            <a:lvl4pPr marL="1371618" indent="0">
              <a:buNone/>
              <a:defRPr sz="1000"/>
            </a:lvl4pPr>
            <a:lvl5pPr marL="1828824" indent="0">
              <a:buNone/>
              <a:defRPr sz="1000"/>
            </a:lvl5pPr>
            <a:lvl6pPr marL="2286030" indent="0">
              <a:buNone/>
              <a:defRPr sz="1000"/>
            </a:lvl6pPr>
            <a:lvl7pPr marL="2743237" indent="0">
              <a:buNone/>
              <a:defRPr sz="1000"/>
            </a:lvl7pPr>
            <a:lvl8pPr marL="3200443" indent="0">
              <a:buNone/>
              <a:defRPr sz="1000"/>
            </a:lvl8pPr>
            <a:lvl9pPr marL="365764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8FFBB-1353-E004-B542-D44C96C0AC8F}"/>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6" name="Footer Placeholder 5">
            <a:extLst>
              <a:ext uri="{FF2B5EF4-FFF2-40B4-BE49-F238E27FC236}">
                <a16:creationId xmlns:a16="http://schemas.microsoft.com/office/drawing/2014/main" id="{4644B20E-36B9-6CD9-A79F-67E13366F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4C7972-E0BD-55F8-8FED-680A5C8D1CB0}"/>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250096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5EEC6-894A-2FCA-80ED-320BFFD1A9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8910E9-53AA-501B-54EF-81221E3CD1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158CC-63DC-9A4B-F636-6B57E24E2BF1}"/>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D6381955-FE05-F737-3A29-F903F7BB1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AC0972-FA0C-248B-21E5-4984BBF2FED8}"/>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2715477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39FB05-EB74-E616-724F-08492588F3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2DCE90-93DD-B07A-9086-2D889F53C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6670F5-A161-D8FC-93DE-2ACE38F5A2DE}"/>
              </a:ext>
            </a:extLst>
          </p:cNvPr>
          <p:cNvSpPr>
            <a:spLocks noGrp="1"/>
          </p:cNvSpPr>
          <p:nvPr>
            <p:ph type="dt" sz="half" idx="10"/>
          </p:nvPr>
        </p:nvSpPr>
        <p:spPr/>
        <p:txBody>
          <a:body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A085E6A3-7AB3-29E7-0D64-7F78F6E7D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B4B1CA-D611-2D92-7412-1C5E30035D0E}"/>
              </a:ext>
            </a:extLst>
          </p:cNvPr>
          <p:cNvSpPr>
            <a:spLocks noGrp="1"/>
          </p:cNvSpPr>
          <p:nvPr>
            <p:ph type="sldNum" sz="quarter" idx="12"/>
          </p:nvPr>
        </p:nvSpPr>
        <p:spPr/>
        <p:txBody>
          <a:bodyPr/>
          <a:lstStyle/>
          <a:p>
            <a:fld id="{CF9E3E05-F75F-4534-818A-D6AB62862ED2}" type="slidenum">
              <a:rPr lang="en-US" smtClean="0"/>
              <a:t>‹#›</a:t>
            </a:fld>
            <a:endParaRPr lang="en-US"/>
          </a:p>
        </p:txBody>
      </p:sp>
    </p:spTree>
    <p:extLst>
      <p:ext uri="{BB962C8B-B14F-4D97-AF65-F5344CB8AC3E}">
        <p14:creationId xmlns:p14="http://schemas.microsoft.com/office/powerpoint/2010/main" val="1193193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80A3-7FE0-4766-873D-468B0B1C48A0}"/>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0260696-6A57-40F1-82F3-7609AD613832}"/>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6" indent="0" algn="ctr">
              <a:buNone/>
              <a:defRPr sz="2000"/>
            </a:lvl2pPr>
            <a:lvl3pPr marL="914412" indent="0" algn="ctr">
              <a:buNone/>
              <a:defRPr sz="1800"/>
            </a:lvl3pPr>
            <a:lvl4pPr marL="1371618" indent="0" algn="ctr">
              <a:buNone/>
              <a:defRPr sz="1600"/>
            </a:lvl4pPr>
            <a:lvl5pPr marL="1828824" indent="0" algn="ctr">
              <a:buNone/>
              <a:defRPr sz="1600"/>
            </a:lvl5pPr>
            <a:lvl6pPr marL="2286030" indent="0" algn="ctr">
              <a:buNone/>
              <a:defRPr sz="1600"/>
            </a:lvl6pPr>
            <a:lvl7pPr marL="2743237" indent="0" algn="ctr">
              <a:buNone/>
              <a:defRPr sz="1600"/>
            </a:lvl7pPr>
            <a:lvl8pPr marL="3200443" indent="0" algn="ctr">
              <a:buNone/>
              <a:defRPr sz="1600"/>
            </a:lvl8pPr>
            <a:lvl9pPr marL="3657649"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B25B8F27-346F-4296-A158-BEDA20D96A59}"/>
              </a:ext>
            </a:extLst>
          </p:cNvPr>
          <p:cNvSpPr/>
          <p:nvPr userDrawn="1"/>
        </p:nvSpPr>
        <p:spPr>
          <a:xfrm>
            <a:off x="152400" y="103911"/>
            <a:ext cx="11921836" cy="6650182"/>
          </a:xfrm>
          <a:prstGeom prst="rect">
            <a:avLst/>
          </a:prstGeom>
          <a:noFill/>
          <a:ln w="92075">
            <a:solidFill>
              <a:srgbClr val="002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074" name="Picture 2" descr="Faculty | Electrical Engineering and Computer Science">
            <a:extLst>
              <a:ext uri="{FF2B5EF4-FFF2-40B4-BE49-F238E27FC236}">
                <a16:creationId xmlns:a16="http://schemas.microsoft.com/office/drawing/2014/main" id="{D83803D9-B09A-471E-8BB3-5FB9C337244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25278" y="4711415"/>
            <a:ext cx="2176080" cy="1860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208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80A3-7FE0-4766-873D-468B0B1C48A0}"/>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D0260696-6A57-40F1-82F3-7609AD613832}"/>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6" indent="0" algn="ctr">
              <a:buNone/>
              <a:defRPr sz="2000"/>
            </a:lvl2pPr>
            <a:lvl3pPr marL="914412" indent="0" algn="ctr">
              <a:buNone/>
              <a:defRPr sz="1800"/>
            </a:lvl3pPr>
            <a:lvl4pPr marL="1371618" indent="0" algn="ctr">
              <a:buNone/>
              <a:defRPr sz="1600"/>
            </a:lvl4pPr>
            <a:lvl5pPr marL="1828824" indent="0" algn="ctr">
              <a:buNone/>
              <a:defRPr sz="1600"/>
            </a:lvl5pPr>
            <a:lvl6pPr marL="2286030" indent="0" algn="ctr">
              <a:buNone/>
              <a:defRPr sz="1600"/>
            </a:lvl6pPr>
            <a:lvl7pPr marL="2743237" indent="0" algn="ctr">
              <a:buNone/>
              <a:defRPr sz="1600"/>
            </a:lvl7pPr>
            <a:lvl8pPr marL="3200443" indent="0" algn="ctr">
              <a:buNone/>
              <a:defRPr sz="1600"/>
            </a:lvl8pPr>
            <a:lvl9pPr marL="3657649"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9F226BED-3BE4-4415-B3F1-5DACE4D3AF7C}"/>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2BE5B650-4DBA-4B0F-9FC8-0B4B974B6420}"/>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E50D7063-E1B7-4171-85E1-C17E3AC9EA6F}" type="slidenum">
              <a:rPr lang="en-US" smtClean="0"/>
              <a:pPr/>
              <a:t>‹#›</a:t>
            </a:fld>
            <a:endParaRPr lang="en-US"/>
          </a:p>
        </p:txBody>
      </p:sp>
      <p:sp>
        <p:nvSpPr>
          <p:cNvPr id="7" name="Rectangle 6">
            <a:extLst>
              <a:ext uri="{FF2B5EF4-FFF2-40B4-BE49-F238E27FC236}">
                <a16:creationId xmlns:a16="http://schemas.microsoft.com/office/drawing/2014/main" id="{B25B8F27-346F-4296-A158-BEDA20D96A59}"/>
              </a:ext>
            </a:extLst>
          </p:cNvPr>
          <p:cNvSpPr/>
          <p:nvPr userDrawn="1"/>
        </p:nvSpPr>
        <p:spPr>
          <a:xfrm>
            <a:off x="152400" y="103911"/>
            <a:ext cx="11921836" cy="6650182"/>
          </a:xfrm>
          <a:prstGeom prst="rect">
            <a:avLst/>
          </a:prstGeom>
          <a:noFill/>
          <a:ln w="92075">
            <a:solidFill>
              <a:srgbClr val="002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232025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3AD8B-F107-4623-A361-ACBAD49E8C71}"/>
              </a:ext>
            </a:extLst>
          </p:cNvPr>
          <p:cNvSpPr>
            <a:spLocks noGrp="1"/>
          </p:cNvSpPr>
          <p:nvPr>
            <p:ph type="title"/>
          </p:nvPr>
        </p:nvSpPr>
        <p:spPr>
          <a:xfrm>
            <a:off x="0" y="16030"/>
            <a:ext cx="12192000" cy="1095506"/>
          </a:xfrm>
          <a:solidFill>
            <a:srgbClr val="0022B4"/>
          </a:solidFill>
        </p:spPr>
        <p:txBody>
          <a:bodyPr/>
          <a:lstStyle>
            <a:lvl1pPr>
              <a:defRPr b="1">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BB99C6F-F22D-4789-B790-966E755E7420}"/>
              </a:ext>
            </a:extLst>
          </p:cNvPr>
          <p:cNvSpPr>
            <a:spLocks noGrp="1"/>
          </p:cNvSpPr>
          <p:nvPr>
            <p:ph idx="1"/>
          </p:nvPr>
        </p:nvSpPr>
        <p:spPr>
          <a:xfrm>
            <a:off x="0" y="1344329"/>
            <a:ext cx="12192000" cy="4917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16B29E2-7342-44E4-A9D5-419A1D7E1242}"/>
              </a:ext>
            </a:extLst>
          </p:cNvPr>
          <p:cNvSpPr>
            <a:spLocks noGrp="1"/>
          </p:cNvSpPr>
          <p:nvPr>
            <p:ph type="ftr" sz="quarter" idx="11"/>
          </p:nvPr>
        </p:nvSpPr>
        <p:spPr/>
        <p:txBody>
          <a:bodyPr/>
          <a:lstStyle>
            <a:lvl1pPr>
              <a:defRPr>
                <a:solidFill>
                  <a:srgbClr val="0022B4"/>
                </a:solidFill>
              </a:defRPr>
            </a:lvl1pPr>
          </a:lstStyle>
          <a:p>
            <a:endParaRPr lang="en-US"/>
          </a:p>
        </p:txBody>
      </p:sp>
      <p:sp>
        <p:nvSpPr>
          <p:cNvPr id="6" name="Slide Number Placeholder 5">
            <a:extLst>
              <a:ext uri="{FF2B5EF4-FFF2-40B4-BE49-F238E27FC236}">
                <a16:creationId xmlns:a16="http://schemas.microsoft.com/office/drawing/2014/main" id="{1548BB4B-3ECC-417A-A924-1C946339886A}"/>
              </a:ext>
            </a:extLst>
          </p:cNvPr>
          <p:cNvSpPr>
            <a:spLocks noGrp="1"/>
          </p:cNvSpPr>
          <p:nvPr>
            <p:ph type="sldNum" sz="quarter" idx="12"/>
          </p:nvPr>
        </p:nvSpPr>
        <p:spPr/>
        <p:txBody>
          <a:bodyPr/>
          <a:lstStyle>
            <a:lvl1pPr>
              <a:defRPr>
                <a:solidFill>
                  <a:srgbClr val="0022B4"/>
                </a:solidFill>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2188179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7D15-6E60-42FE-871C-80385C255A97}"/>
              </a:ext>
            </a:extLst>
          </p:cNvPr>
          <p:cNvSpPr>
            <a:spLocks noGrp="1"/>
          </p:cNvSpPr>
          <p:nvPr>
            <p:ph type="title"/>
          </p:nvPr>
        </p:nvSpPr>
        <p:spPr>
          <a:xfrm>
            <a:off x="0" y="16030"/>
            <a:ext cx="12192000" cy="1095506"/>
          </a:xfrm>
          <a:solidFill>
            <a:srgbClr val="0022B4"/>
          </a:solidFill>
        </p:spPr>
        <p:txBody>
          <a:bodyPr/>
          <a:lstStyle>
            <a:lvl1pPr>
              <a:defRPr b="1">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B13E8404-3BF4-4CDA-9EDD-D668EC95AF1B}"/>
              </a:ext>
            </a:extLst>
          </p:cNvPr>
          <p:cNvSpPr>
            <a:spLocks noGrp="1"/>
          </p:cNvSpPr>
          <p:nvPr>
            <p:ph type="ftr" sz="quarter" idx="11"/>
          </p:nvPr>
        </p:nvSpPr>
        <p:spPr/>
        <p:txBody>
          <a:bodyPr/>
          <a:lstStyle>
            <a:lvl1pPr>
              <a:defRPr>
                <a:solidFill>
                  <a:srgbClr val="0022B4"/>
                </a:solidFill>
              </a:defRPr>
            </a:lvl1pPr>
          </a:lstStyle>
          <a:p>
            <a:endParaRPr lang="en-US"/>
          </a:p>
        </p:txBody>
      </p:sp>
      <p:sp>
        <p:nvSpPr>
          <p:cNvPr id="5" name="Slide Number Placeholder 4">
            <a:extLst>
              <a:ext uri="{FF2B5EF4-FFF2-40B4-BE49-F238E27FC236}">
                <a16:creationId xmlns:a16="http://schemas.microsoft.com/office/drawing/2014/main" id="{613FBA08-36E2-4675-A112-43AA22877F95}"/>
              </a:ext>
            </a:extLst>
          </p:cNvPr>
          <p:cNvSpPr>
            <a:spLocks noGrp="1"/>
          </p:cNvSpPr>
          <p:nvPr>
            <p:ph type="sldNum" sz="quarter" idx="12"/>
          </p:nvPr>
        </p:nvSpPr>
        <p:spPr/>
        <p:txBody>
          <a:bodyPr/>
          <a:lstStyle>
            <a:lvl1pPr>
              <a:defRPr>
                <a:solidFill>
                  <a:srgbClr val="0022B4"/>
                </a:solidFill>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3700953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1BE7-AA66-4575-BA61-2D09F683E01E}"/>
              </a:ext>
            </a:extLst>
          </p:cNvPr>
          <p:cNvSpPr>
            <a:spLocks noGrp="1"/>
          </p:cNvSpPr>
          <p:nvPr>
            <p:ph type="title"/>
          </p:nvPr>
        </p:nvSpPr>
        <p:spPr>
          <a:xfrm>
            <a:off x="831850" y="1709741"/>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55A831-277C-4D8A-BDB0-3ACB52DDA8D5}"/>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2" indent="0">
              <a:buNone/>
              <a:defRPr sz="1800">
                <a:solidFill>
                  <a:schemeClr val="tx1">
                    <a:tint val="75000"/>
                  </a:schemeClr>
                </a:solidFill>
              </a:defRPr>
            </a:lvl3pPr>
            <a:lvl4pPr marL="1371618" indent="0">
              <a:buNone/>
              <a:defRPr sz="1600">
                <a:solidFill>
                  <a:schemeClr val="tx1">
                    <a:tint val="75000"/>
                  </a:schemeClr>
                </a:solidFill>
              </a:defRPr>
            </a:lvl4pPr>
            <a:lvl5pPr marL="1828824" indent="0">
              <a:buNone/>
              <a:defRPr sz="1600">
                <a:solidFill>
                  <a:schemeClr val="tx1">
                    <a:tint val="75000"/>
                  </a:schemeClr>
                </a:solidFill>
              </a:defRPr>
            </a:lvl5pPr>
            <a:lvl6pPr marL="2286030" indent="0">
              <a:buNone/>
              <a:defRPr sz="1600">
                <a:solidFill>
                  <a:schemeClr val="tx1">
                    <a:tint val="75000"/>
                  </a:schemeClr>
                </a:solidFill>
              </a:defRPr>
            </a:lvl6pPr>
            <a:lvl7pPr marL="2743237" indent="0">
              <a:buNone/>
              <a:defRPr sz="1600">
                <a:solidFill>
                  <a:schemeClr val="tx1">
                    <a:tint val="75000"/>
                  </a:schemeClr>
                </a:solidFill>
              </a:defRPr>
            </a:lvl7pPr>
            <a:lvl8pPr marL="3200443" indent="0">
              <a:buNone/>
              <a:defRPr sz="1600">
                <a:solidFill>
                  <a:schemeClr val="tx1">
                    <a:tint val="75000"/>
                  </a:schemeClr>
                </a:solidFill>
              </a:defRPr>
            </a:lvl8pPr>
            <a:lvl9pPr marL="3657649"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69D35601-837D-4B0D-957A-1F516271DDFA}"/>
              </a:ext>
            </a:extLst>
          </p:cNvPr>
          <p:cNvSpPr>
            <a:spLocks noGrp="1"/>
          </p:cNvSpPr>
          <p:nvPr>
            <p:ph type="ftr" sz="quarter" idx="11"/>
          </p:nvPr>
        </p:nvSpPr>
        <p:spPr/>
        <p:txBody>
          <a:bodyPr/>
          <a:lstStyle>
            <a:lvl1pPr>
              <a:defRPr>
                <a:solidFill>
                  <a:srgbClr val="0022B4"/>
                </a:solidFill>
              </a:defRPr>
            </a:lvl1pPr>
          </a:lstStyle>
          <a:p>
            <a:endParaRPr lang="en-US"/>
          </a:p>
        </p:txBody>
      </p:sp>
      <p:sp>
        <p:nvSpPr>
          <p:cNvPr id="6" name="Slide Number Placeholder 5">
            <a:extLst>
              <a:ext uri="{FF2B5EF4-FFF2-40B4-BE49-F238E27FC236}">
                <a16:creationId xmlns:a16="http://schemas.microsoft.com/office/drawing/2014/main" id="{EF9D75AC-71CC-4DAA-9314-34D98A46E828}"/>
              </a:ext>
            </a:extLst>
          </p:cNvPr>
          <p:cNvSpPr>
            <a:spLocks noGrp="1"/>
          </p:cNvSpPr>
          <p:nvPr>
            <p:ph type="sldNum" sz="quarter" idx="12"/>
          </p:nvPr>
        </p:nvSpPr>
        <p:spPr/>
        <p:txBody>
          <a:bodyPr/>
          <a:lstStyle>
            <a:lvl1pPr>
              <a:defRPr>
                <a:solidFill>
                  <a:srgbClr val="0022B4"/>
                </a:solidFill>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1800665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C2C8-0BCA-449D-8895-4CF24664576E}"/>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D6D452-DE1A-481C-8BD5-85ADAB44EDAB}"/>
              </a:ext>
            </a:extLst>
          </p:cNvPr>
          <p:cNvSpPr>
            <a:spLocks noGrp="1"/>
          </p:cNvSpPr>
          <p:nvPr>
            <p:ph type="body" idx="1"/>
          </p:nvPr>
        </p:nvSpPr>
        <p:spPr>
          <a:xfrm>
            <a:off x="839791" y="1681165"/>
            <a:ext cx="5157787" cy="823912"/>
          </a:xfrm>
        </p:spPr>
        <p:txBody>
          <a:bodyPr anchor="b"/>
          <a:lstStyle>
            <a:lvl1pPr marL="0" indent="0">
              <a:buNone/>
              <a:defRPr sz="2400" b="1"/>
            </a:lvl1pPr>
            <a:lvl2pPr marL="457206" indent="0">
              <a:buNone/>
              <a:defRPr sz="2000" b="1"/>
            </a:lvl2pPr>
            <a:lvl3pPr marL="914412" indent="0">
              <a:buNone/>
              <a:defRPr sz="1800" b="1"/>
            </a:lvl3pPr>
            <a:lvl4pPr marL="1371618" indent="0">
              <a:buNone/>
              <a:defRPr sz="1600" b="1"/>
            </a:lvl4pPr>
            <a:lvl5pPr marL="1828824" indent="0">
              <a:buNone/>
              <a:defRPr sz="1600" b="1"/>
            </a:lvl5pPr>
            <a:lvl6pPr marL="2286030" indent="0">
              <a:buNone/>
              <a:defRPr sz="1600" b="1"/>
            </a:lvl6pPr>
            <a:lvl7pPr marL="2743237" indent="0">
              <a:buNone/>
              <a:defRPr sz="1600" b="1"/>
            </a:lvl7pPr>
            <a:lvl8pPr marL="3200443" indent="0">
              <a:buNone/>
              <a:defRPr sz="1600" b="1"/>
            </a:lvl8pPr>
            <a:lvl9pPr marL="365764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00AB0E-0E39-4C37-9C6B-EAD7E01FF460}"/>
              </a:ext>
            </a:extLst>
          </p:cNvPr>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E68ABB-EF4A-444A-A847-545896AC87FE}"/>
              </a:ext>
            </a:extLst>
          </p:cNvPr>
          <p:cNvSpPr>
            <a:spLocks noGrp="1"/>
          </p:cNvSpPr>
          <p:nvPr>
            <p:ph type="body" sz="quarter" idx="3"/>
          </p:nvPr>
        </p:nvSpPr>
        <p:spPr>
          <a:xfrm>
            <a:off x="6172200" y="1681165"/>
            <a:ext cx="5183188" cy="823912"/>
          </a:xfrm>
        </p:spPr>
        <p:txBody>
          <a:bodyPr anchor="b"/>
          <a:lstStyle>
            <a:lvl1pPr marL="0" indent="0">
              <a:buNone/>
              <a:defRPr sz="2400" b="1"/>
            </a:lvl1pPr>
            <a:lvl2pPr marL="457206" indent="0">
              <a:buNone/>
              <a:defRPr sz="2000" b="1"/>
            </a:lvl2pPr>
            <a:lvl3pPr marL="914412" indent="0">
              <a:buNone/>
              <a:defRPr sz="1800" b="1"/>
            </a:lvl3pPr>
            <a:lvl4pPr marL="1371618" indent="0">
              <a:buNone/>
              <a:defRPr sz="1600" b="1"/>
            </a:lvl4pPr>
            <a:lvl5pPr marL="1828824" indent="0">
              <a:buNone/>
              <a:defRPr sz="1600" b="1"/>
            </a:lvl5pPr>
            <a:lvl6pPr marL="2286030" indent="0">
              <a:buNone/>
              <a:defRPr sz="1600" b="1"/>
            </a:lvl6pPr>
            <a:lvl7pPr marL="2743237" indent="0">
              <a:buNone/>
              <a:defRPr sz="1600" b="1"/>
            </a:lvl7pPr>
            <a:lvl8pPr marL="3200443" indent="0">
              <a:buNone/>
              <a:defRPr sz="1600" b="1"/>
            </a:lvl8pPr>
            <a:lvl9pPr marL="365764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820607-12E0-43F2-8891-4A8CE3DCE9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07FF53C4-B812-425A-ACC0-8F8B0E060BC0}"/>
              </a:ext>
            </a:extLst>
          </p:cNvPr>
          <p:cNvSpPr>
            <a:spLocks noGrp="1"/>
          </p:cNvSpPr>
          <p:nvPr>
            <p:ph type="ftr" sz="quarter" idx="11"/>
          </p:nvPr>
        </p:nvSpPr>
        <p:spPr/>
        <p:txBody>
          <a:bodyPr/>
          <a:lstStyle>
            <a:lvl1pPr>
              <a:defRPr>
                <a:solidFill>
                  <a:srgbClr val="0022B4"/>
                </a:solidFill>
              </a:defRPr>
            </a:lvl1pPr>
          </a:lstStyle>
          <a:p>
            <a:endParaRPr lang="en-US"/>
          </a:p>
        </p:txBody>
      </p:sp>
      <p:sp>
        <p:nvSpPr>
          <p:cNvPr id="9" name="Slide Number Placeholder 8">
            <a:extLst>
              <a:ext uri="{FF2B5EF4-FFF2-40B4-BE49-F238E27FC236}">
                <a16:creationId xmlns:a16="http://schemas.microsoft.com/office/drawing/2014/main" id="{30298079-A543-4898-A275-3DCBA8A9FA47}"/>
              </a:ext>
            </a:extLst>
          </p:cNvPr>
          <p:cNvSpPr>
            <a:spLocks noGrp="1"/>
          </p:cNvSpPr>
          <p:nvPr>
            <p:ph type="sldNum" sz="quarter" idx="12"/>
          </p:nvPr>
        </p:nvSpPr>
        <p:spPr/>
        <p:txBody>
          <a:bodyPr/>
          <a:lstStyle>
            <a:lvl1pPr>
              <a:defRPr>
                <a:solidFill>
                  <a:srgbClr val="0022B4"/>
                </a:solidFill>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18716106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76968E1-1E60-4FA5-9F65-D8A0C2726B5F}"/>
              </a:ext>
            </a:extLst>
          </p:cNvPr>
          <p:cNvSpPr>
            <a:spLocks noGrp="1"/>
          </p:cNvSpPr>
          <p:nvPr>
            <p:ph type="ftr" sz="quarter" idx="11"/>
          </p:nvPr>
        </p:nvSpPr>
        <p:spPr/>
        <p:txBody>
          <a:bodyPr/>
          <a:lstStyle>
            <a:lvl1pPr>
              <a:defRPr>
                <a:solidFill>
                  <a:srgbClr val="0022B4"/>
                </a:solidFill>
              </a:defRPr>
            </a:lvl1pPr>
          </a:lstStyle>
          <a:p>
            <a:endParaRPr lang="en-US"/>
          </a:p>
        </p:txBody>
      </p:sp>
      <p:sp>
        <p:nvSpPr>
          <p:cNvPr id="4" name="Slide Number Placeholder 3">
            <a:extLst>
              <a:ext uri="{FF2B5EF4-FFF2-40B4-BE49-F238E27FC236}">
                <a16:creationId xmlns:a16="http://schemas.microsoft.com/office/drawing/2014/main" id="{0AF50FFD-E61E-48D8-8810-73C6D2F70978}"/>
              </a:ext>
            </a:extLst>
          </p:cNvPr>
          <p:cNvSpPr>
            <a:spLocks noGrp="1"/>
          </p:cNvSpPr>
          <p:nvPr>
            <p:ph type="sldNum" sz="quarter" idx="12"/>
          </p:nvPr>
        </p:nvSpPr>
        <p:spPr/>
        <p:txBody>
          <a:bodyPr/>
          <a:lstStyle>
            <a:lvl1pPr>
              <a:defRPr>
                <a:solidFill>
                  <a:srgbClr val="0022B4"/>
                </a:solidFill>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4000456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A9D02F-45A5-B922-363F-74F9787DAD22}"/>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F8C18E-A8A0-0281-6A17-40265D849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623BE-07DA-53A6-CD69-1805AC755C15}"/>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9F8872-5103-48DC-A343-B1E9A623953B}" type="datetimeFigureOut">
              <a:rPr lang="en-US" smtClean="0"/>
              <a:t>12/3/24</a:t>
            </a:fld>
            <a:endParaRPr lang="en-US"/>
          </a:p>
        </p:txBody>
      </p:sp>
      <p:sp>
        <p:nvSpPr>
          <p:cNvPr id="5" name="Footer Placeholder 4">
            <a:extLst>
              <a:ext uri="{FF2B5EF4-FFF2-40B4-BE49-F238E27FC236}">
                <a16:creationId xmlns:a16="http://schemas.microsoft.com/office/drawing/2014/main" id="{6B1C7BF0-4B57-3A1D-9360-94F922EC3D4A}"/>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34B25-C17A-D370-FE94-0B95E757E17C}"/>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9E3E05-F75F-4534-818A-D6AB62862ED2}" type="slidenum">
              <a:rPr lang="en-US" smtClean="0"/>
              <a:t>‹#›</a:t>
            </a:fld>
            <a:endParaRPr lang="en-US"/>
          </a:p>
        </p:txBody>
      </p:sp>
    </p:spTree>
    <p:extLst>
      <p:ext uri="{BB962C8B-B14F-4D97-AF65-F5344CB8AC3E}">
        <p14:creationId xmlns:p14="http://schemas.microsoft.com/office/powerpoint/2010/main" val="1625926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0" indent="-228604" algn="l" defTabSz="91441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6" indent="-228604" algn="l" defTabSz="91441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2"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8"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4"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0"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6"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52"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2" rtl="0" eaLnBrk="1" latinLnBrk="0" hangingPunct="1">
        <a:defRPr sz="1800" kern="1200">
          <a:solidFill>
            <a:schemeClr val="tx1"/>
          </a:solidFill>
          <a:latin typeface="+mn-lt"/>
          <a:ea typeface="+mn-ea"/>
          <a:cs typeface="+mn-cs"/>
        </a:defRPr>
      </a:lvl1pPr>
      <a:lvl2pPr marL="457206" algn="l" defTabSz="914412" rtl="0" eaLnBrk="1" latinLnBrk="0" hangingPunct="1">
        <a:defRPr sz="1800" kern="1200">
          <a:solidFill>
            <a:schemeClr val="tx1"/>
          </a:solidFill>
          <a:latin typeface="+mn-lt"/>
          <a:ea typeface="+mn-ea"/>
          <a:cs typeface="+mn-cs"/>
        </a:defRPr>
      </a:lvl2pPr>
      <a:lvl3pPr marL="914412" algn="l" defTabSz="914412" rtl="0" eaLnBrk="1" latinLnBrk="0" hangingPunct="1">
        <a:defRPr sz="1800" kern="1200">
          <a:solidFill>
            <a:schemeClr val="tx1"/>
          </a:solidFill>
          <a:latin typeface="+mn-lt"/>
          <a:ea typeface="+mn-ea"/>
          <a:cs typeface="+mn-cs"/>
        </a:defRPr>
      </a:lvl3pPr>
      <a:lvl4pPr marL="1371618" algn="l" defTabSz="914412" rtl="0" eaLnBrk="1" latinLnBrk="0" hangingPunct="1">
        <a:defRPr sz="1800" kern="1200">
          <a:solidFill>
            <a:schemeClr val="tx1"/>
          </a:solidFill>
          <a:latin typeface="+mn-lt"/>
          <a:ea typeface="+mn-ea"/>
          <a:cs typeface="+mn-cs"/>
        </a:defRPr>
      </a:lvl4pPr>
      <a:lvl5pPr marL="1828824" algn="l" defTabSz="914412" rtl="0" eaLnBrk="1" latinLnBrk="0" hangingPunct="1">
        <a:defRPr sz="1800" kern="1200">
          <a:solidFill>
            <a:schemeClr val="tx1"/>
          </a:solidFill>
          <a:latin typeface="+mn-lt"/>
          <a:ea typeface="+mn-ea"/>
          <a:cs typeface="+mn-cs"/>
        </a:defRPr>
      </a:lvl5pPr>
      <a:lvl6pPr marL="2286030" algn="l" defTabSz="914412" rtl="0" eaLnBrk="1" latinLnBrk="0" hangingPunct="1">
        <a:defRPr sz="1800" kern="1200">
          <a:solidFill>
            <a:schemeClr val="tx1"/>
          </a:solidFill>
          <a:latin typeface="+mn-lt"/>
          <a:ea typeface="+mn-ea"/>
          <a:cs typeface="+mn-cs"/>
        </a:defRPr>
      </a:lvl6pPr>
      <a:lvl7pPr marL="2743237" algn="l" defTabSz="914412" rtl="0" eaLnBrk="1" latinLnBrk="0" hangingPunct="1">
        <a:defRPr sz="1800" kern="1200">
          <a:solidFill>
            <a:schemeClr val="tx1"/>
          </a:solidFill>
          <a:latin typeface="+mn-lt"/>
          <a:ea typeface="+mn-ea"/>
          <a:cs typeface="+mn-cs"/>
        </a:defRPr>
      </a:lvl7pPr>
      <a:lvl8pPr marL="3200443" algn="l" defTabSz="914412" rtl="0" eaLnBrk="1" latinLnBrk="0" hangingPunct="1">
        <a:defRPr sz="1800" kern="1200">
          <a:solidFill>
            <a:schemeClr val="tx1"/>
          </a:solidFill>
          <a:latin typeface="+mn-lt"/>
          <a:ea typeface="+mn-ea"/>
          <a:cs typeface="+mn-cs"/>
        </a:defRPr>
      </a:lvl8pPr>
      <a:lvl9pPr marL="3657649" algn="l" defTabSz="91441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DC732D-F859-4104-9312-9642B4A0D151}"/>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2649BF-D5BC-4455-8E36-1D7195F9B4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EF11F1B3-5F5A-43EF-9525-CDC19278DC0A}"/>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3C9BE8F6-57C4-47F2-A675-E90369C1D1F6}"/>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E50D7063-E1B7-4171-85E1-C17E3AC9EA6F}" type="slidenum">
              <a:rPr lang="en-US" smtClean="0"/>
              <a:pPr/>
              <a:t>‹#›</a:t>
            </a:fld>
            <a:endParaRPr lang="en-US"/>
          </a:p>
        </p:txBody>
      </p:sp>
    </p:spTree>
    <p:extLst>
      <p:ext uri="{BB962C8B-B14F-4D97-AF65-F5344CB8AC3E}">
        <p14:creationId xmlns:p14="http://schemas.microsoft.com/office/powerpoint/2010/main" val="922807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12"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4" indent="-228604" algn="l" defTabSz="914412"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10" indent="-228604" algn="l" defTabSz="914412"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16" indent="-228604" algn="l" defTabSz="914412"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22"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28"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34"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0"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6"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52" indent="-228604" algn="l" defTabSz="91441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2" rtl="0" eaLnBrk="1" latinLnBrk="0" hangingPunct="1">
        <a:defRPr sz="1800" kern="1200">
          <a:solidFill>
            <a:schemeClr val="tx1"/>
          </a:solidFill>
          <a:latin typeface="+mn-lt"/>
          <a:ea typeface="+mn-ea"/>
          <a:cs typeface="+mn-cs"/>
        </a:defRPr>
      </a:lvl1pPr>
      <a:lvl2pPr marL="457206" algn="l" defTabSz="914412" rtl="0" eaLnBrk="1" latinLnBrk="0" hangingPunct="1">
        <a:defRPr sz="1800" kern="1200">
          <a:solidFill>
            <a:schemeClr val="tx1"/>
          </a:solidFill>
          <a:latin typeface="+mn-lt"/>
          <a:ea typeface="+mn-ea"/>
          <a:cs typeface="+mn-cs"/>
        </a:defRPr>
      </a:lvl2pPr>
      <a:lvl3pPr marL="914412" algn="l" defTabSz="914412" rtl="0" eaLnBrk="1" latinLnBrk="0" hangingPunct="1">
        <a:defRPr sz="1800" kern="1200">
          <a:solidFill>
            <a:schemeClr val="tx1"/>
          </a:solidFill>
          <a:latin typeface="+mn-lt"/>
          <a:ea typeface="+mn-ea"/>
          <a:cs typeface="+mn-cs"/>
        </a:defRPr>
      </a:lvl3pPr>
      <a:lvl4pPr marL="1371618" algn="l" defTabSz="914412" rtl="0" eaLnBrk="1" latinLnBrk="0" hangingPunct="1">
        <a:defRPr sz="1800" kern="1200">
          <a:solidFill>
            <a:schemeClr val="tx1"/>
          </a:solidFill>
          <a:latin typeface="+mn-lt"/>
          <a:ea typeface="+mn-ea"/>
          <a:cs typeface="+mn-cs"/>
        </a:defRPr>
      </a:lvl4pPr>
      <a:lvl5pPr marL="1828824" algn="l" defTabSz="914412" rtl="0" eaLnBrk="1" latinLnBrk="0" hangingPunct="1">
        <a:defRPr sz="1800" kern="1200">
          <a:solidFill>
            <a:schemeClr val="tx1"/>
          </a:solidFill>
          <a:latin typeface="+mn-lt"/>
          <a:ea typeface="+mn-ea"/>
          <a:cs typeface="+mn-cs"/>
        </a:defRPr>
      </a:lvl5pPr>
      <a:lvl6pPr marL="2286030" algn="l" defTabSz="914412" rtl="0" eaLnBrk="1" latinLnBrk="0" hangingPunct="1">
        <a:defRPr sz="1800" kern="1200">
          <a:solidFill>
            <a:schemeClr val="tx1"/>
          </a:solidFill>
          <a:latin typeface="+mn-lt"/>
          <a:ea typeface="+mn-ea"/>
          <a:cs typeface="+mn-cs"/>
        </a:defRPr>
      </a:lvl6pPr>
      <a:lvl7pPr marL="2743237" algn="l" defTabSz="914412" rtl="0" eaLnBrk="1" latinLnBrk="0" hangingPunct="1">
        <a:defRPr sz="1800" kern="1200">
          <a:solidFill>
            <a:schemeClr val="tx1"/>
          </a:solidFill>
          <a:latin typeface="+mn-lt"/>
          <a:ea typeface="+mn-ea"/>
          <a:cs typeface="+mn-cs"/>
        </a:defRPr>
      </a:lvl7pPr>
      <a:lvl8pPr marL="3200443" algn="l" defTabSz="914412" rtl="0" eaLnBrk="1" latinLnBrk="0" hangingPunct="1">
        <a:defRPr sz="1800" kern="1200">
          <a:solidFill>
            <a:schemeClr val="tx1"/>
          </a:solidFill>
          <a:latin typeface="+mn-lt"/>
          <a:ea typeface="+mn-ea"/>
          <a:cs typeface="+mn-cs"/>
        </a:defRPr>
      </a:lvl8pPr>
      <a:lvl9pPr marL="3657649" algn="l" defTabSz="91441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allpaperflare.com/motherboard-cpu-i5-intel-capacitor-tech-technology-chips-wallpaper-ehcac" TargetMode="External"/><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pic>
        <p:nvPicPr>
          <p:cNvPr id="5" name="Picture 4" descr="A close-up of a circuit board&#10;&#10;Description automatically generated with medium confidence">
            <a:extLst>
              <a:ext uri="{FF2B5EF4-FFF2-40B4-BE49-F238E27FC236}">
                <a16:creationId xmlns:a16="http://schemas.microsoft.com/office/drawing/2014/main" id="{0A155DED-59B8-753D-E0CB-2DA63F335D1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5418" r="23298" b="3673"/>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11A26416-FC0F-4EEA-99E1-3A73DAC6033F}"/>
              </a:ext>
            </a:extLst>
          </p:cNvPr>
          <p:cNvSpPr>
            <a:spLocks noGrp="1"/>
          </p:cNvSpPr>
          <p:nvPr>
            <p:ph type="ctrTitle"/>
          </p:nvPr>
        </p:nvSpPr>
        <p:spPr>
          <a:xfrm>
            <a:off x="477984" y="1122363"/>
            <a:ext cx="6247939" cy="3204134"/>
          </a:xfrm>
        </p:spPr>
        <p:txBody>
          <a:bodyPr anchor="b">
            <a:normAutofit/>
          </a:bodyPr>
          <a:lstStyle/>
          <a:p>
            <a:pPr algn="l"/>
            <a:br>
              <a:rPr lang="en-US" sz="3700" b="1" dirty="0">
                <a:ea typeface="Calibri" panose="020F0502020204030204" pitchFamily="34" charset="0"/>
              </a:rPr>
            </a:br>
            <a:br>
              <a:rPr lang="en-US" sz="3700" b="1" dirty="0">
                <a:ea typeface="Calibri" panose="020F0502020204030204" pitchFamily="34" charset="0"/>
              </a:rPr>
            </a:br>
            <a:r>
              <a:rPr lang="en-US" sz="3700" b="1" dirty="0">
                <a:ea typeface="Calibri" panose="020F0502020204030204" pitchFamily="34" charset="0"/>
              </a:rPr>
              <a:t>EECS 645:                                                               Computer Architecture, Fall 2024</a:t>
            </a:r>
            <a:endParaRPr lang="en-US" sz="3700" dirty="0"/>
          </a:p>
        </p:txBody>
      </p:sp>
      <p:sp>
        <p:nvSpPr>
          <p:cNvPr id="3" name="Subtitle 2">
            <a:extLst>
              <a:ext uri="{FF2B5EF4-FFF2-40B4-BE49-F238E27FC236}">
                <a16:creationId xmlns:a16="http://schemas.microsoft.com/office/drawing/2014/main" id="{E94E92C6-AD72-4BF7-8A91-DDA807C252EA}"/>
              </a:ext>
            </a:extLst>
          </p:cNvPr>
          <p:cNvSpPr>
            <a:spLocks noGrp="1"/>
          </p:cNvSpPr>
          <p:nvPr>
            <p:ph type="subTitle" idx="1"/>
          </p:nvPr>
        </p:nvSpPr>
        <p:spPr>
          <a:xfrm>
            <a:off x="433229" y="6077015"/>
            <a:ext cx="4632500" cy="322965"/>
          </a:xfrm>
        </p:spPr>
        <p:txBody>
          <a:bodyPr>
            <a:normAutofit fontScale="92500" lnSpcReduction="20000"/>
          </a:bodyPr>
          <a:lstStyle/>
          <a:p>
            <a:pPr algn="l"/>
            <a:r>
              <a:rPr lang="en-US" sz="2000" b="1" dirty="0"/>
              <a:t>Tanvir Hossain</a:t>
            </a:r>
            <a:endParaRPr lang="en-US" sz="2000" b="1" dirty="0">
              <a:ea typeface="Calibri" panose="020F0502020204030204" pitchFamily="34" charset="0"/>
            </a:endParaRP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30"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pic>
        <p:nvPicPr>
          <p:cNvPr id="2050" name="Picture 2" descr="Home | Brand Center | The University of Kansas">
            <a:extLst>
              <a:ext uri="{FF2B5EF4-FFF2-40B4-BE49-F238E27FC236}">
                <a16:creationId xmlns:a16="http://schemas.microsoft.com/office/drawing/2014/main" id="{BA09179F-40A0-4A17-2785-1C45BD9F8D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855" y="1006720"/>
            <a:ext cx="2525787" cy="551810"/>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2">
            <a:extLst>
              <a:ext uri="{FF2B5EF4-FFF2-40B4-BE49-F238E27FC236}">
                <a16:creationId xmlns:a16="http://schemas.microsoft.com/office/drawing/2014/main" id="{9FFEC02B-5988-8F30-77A3-198C9CEE9E0F}"/>
              </a:ext>
            </a:extLst>
          </p:cNvPr>
          <p:cNvSpPr txBox="1">
            <a:spLocks/>
          </p:cNvSpPr>
          <p:nvPr/>
        </p:nvSpPr>
        <p:spPr>
          <a:xfrm>
            <a:off x="433229" y="4756245"/>
            <a:ext cx="5095504" cy="89102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1" dirty="0">
                <a:ea typeface="Calibri" panose="020F0502020204030204" pitchFamily="34" charset="0"/>
              </a:rPr>
              <a:t>Cache Side-Channel Attacks</a:t>
            </a:r>
          </a:p>
          <a:p>
            <a:pPr algn="l"/>
            <a:r>
              <a:rPr lang="en-US" sz="2800" b="1" dirty="0">
                <a:ea typeface="Calibri" panose="020F0502020204030204" pitchFamily="34" charset="0"/>
              </a:rPr>
              <a:t>Part-1</a:t>
            </a:r>
          </a:p>
        </p:txBody>
      </p:sp>
    </p:spTree>
    <p:extLst>
      <p:ext uri="{BB962C8B-B14F-4D97-AF65-F5344CB8AC3E}">
        <p14:creationId xmlns:p14="http://schemas.microsoft.com/office/powerpoint/2010/main" val="1190987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30C-9EA4-0760-BAC3-0DD234DFF5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7A22EA2-E261-4BBC-D3A4-7D0C8528AA2F}"/>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What is Cache?</a:t>
            </a:r>
            <a:endParaRPr lang="en-US" sz="2800" dirty="0"/>
          </a:p>
        </p:txBody>
      </p:sp>
      <p:pic>
        <p:nvPicPr>
          <p:cNvPr id="2" name="Picture 1">
            <a:extLst>
              <a:ext uri="{FF2B5EF4-FFF2-40B4-BE49-F238E27FC236}">
                <a16:creationId xmlns:a16="http://schemas.microsoft.com/office/drawing/2014/main" id="{2D1B17EE-063E-B767-7E2E-FB28D7D42FD7}"/>
              </a:ext>
            </a:extLst>
          </p:cNvPr>
          <p:cNvPicPr>
            <a:picLocks noChangeAspect="1"/>
          </p:cNvPicPr>
          <p:nvPr/>
        </p:nvPicPr>
        <p:blipFill>
          <a:blip r:embed="rId2"/>
          <a:stretch>
            <a:fillRect/>
          </a:stretch>
        </p:blipFill>
        <p:spPr>
          <a:xfrm>
            <a:off x="3205162" y="1471612"/>
            <a:ext cx="5781675" cy="3914775"/>
          </a:xfrm>
          <a:prstGeom prst="rect">
            <a:avLst/>
          </a:prstGeom>
        </p:spPr>
      </p:pic>
    </p:spTree>
    <p:extLst>
      <p:ext uri="{BB962C8B-B14F-4D97-AF65-F5344CB8AC3E}">
        <p14:creationId xmlns:p14="http://schemas.microsoft.com/office/powerpoint/2010/main" val="355887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BB216-7223-C11B-467E-429B8A52E0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9B2FE6D-1196-324D-479B-29265A9305F3}"/>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in Microarchitecture</a:t>
            </a:r>
            <a:endParaRPr lang="en-US" sz="2800" dirty="0"/>
          </a:p>
        </p:txBody>
      </p:sp>
      <p:sp>
        <p:nvSpPr>
          <p:cNvPr id="2" name="Rectangle 1">
            <a:extLst>
              <a:ext uri="{FF2B5EF4-FFF2-40B4-BE49-F238E27FC236}">
                <a16:creationId xmlns:a16="http://schemas.microsoft.com/office/drawing/2014/main" id="{33D5A5EC-2C52-0EB7-4715-B8C119F2A1A0}"/>
              </a:ext>
            </a:extLst>
          </p:cNvPr>
          <p:cNvSpPr/>
          <p:nvPr/>
        </p:nvSpPr>
        <p:spPr>
          <a:xfrm>
            <a:off x="1413934" y="1274233"/>
            <a:ext cx="2048933" cy="100753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CPU</a:t>
            </a:r>
          </a:p>
          <a:p>
            <a:pPr algn="ctr"/>
            <a:endParaRPr lang="en-US" sz="2800" b="1" dirty="0">
              <a:solidFill>
                <a:schemeClr val="tx1"/>
              </a:solidFill>
            </a:endParaRPr>
          </a:p>
        </p:txBody>
      </p:sp>
      <p:sp>
        <p:nvSpPr>
          <p:cNvPr id="5" name="Rectangle 4">
            <a:extLst>
              <a:ext uri="{FF2B5EF4-FFF2-40B4-BE49-F238E27FC236}">
                <a16:creationId xmlns:a16="http://schemas.microsoft.com/office/drawing/2014/main" id="{DC311096-7060-632F-A880-1D294EDE7F7F}"/>
              </a:ext>
            </a:extLst>
          </p:cNvPr>
          <p:cNvSpPr/>
          <p:nvPr/>
        </p:nvSpPr>
        <p:spPr>
          <a:xfrm>
            <a:off x="1413934" y="2925233"/>
            <a:ext cx="2048933" cy="100753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Cache</a:t>
            </a:r>
          </a:p>
        </p:txBody>
      </p:sp>
      <p:sp>
        <p:nvSpPr>
          <p:cNvPr id="6" name="Rectangle 5">
            <a:extLst>
              <a:ext uri="{FF2B5EF4-FFF2-40B4-BE49-F238E27FC236}">
                <a16:creationId xmlns:a16="http://schemas.microsoft.com/office/drawing/2014/main" id="{C7CD1F45-74D6-01C1-9C91-2FFE09591877}"/>
              </a:ext>
            </a:extLst>
          </p:cNvPr>
          <p:cNvSpPr/>
          <p:nvPr/>
        </p:nvSpPr>
        <p:spPr>
          <a:xfrm>
            <a:off x="1413934" y="4652433"/>
            <a:ext cx="2048933" cy="1007533"/>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DRAM</a:t>
            </a:r>
          </a:p>
          <a:p>
            <a:pPr algn="ctr"/>
            <a:r>
              <a:rPr lang="en-US" b="1" dirty="0">
                <a:solidFill>
                  <a:schemeClr val="tx1"/>
                </a:solidFill>
              </a:rPr>
              <a:t>(main memory)</a:t>
            </a:r>
          </a:p>
        </p:txBody>
      </p:sp>
      <p:cxnSp>
        <p:nvCxnSpPr>
          <p:cNvPr id="13" name="Straight Arrow Connector 12">
            <a:extLst>
              <a:ext uri="{FF2B5EF4-FFF2-40B4-BE49-F238E27FC236}">
                <a16:creationId xmlns:a16="http://schemas.microsoft.com/office/drawing/2014/main" id="{83DC8AC6-D33E-37FF-C204-F2B3CD74C9FD}"/>
              </a:ext>
            </a:extLst>
          </p:cNvPr>
          <p:cNvCxnSpPr>
            <a:stCxn id="2" idx="2"/>
            <a:endCxn id="5" idx="0"/>
          </p:cNvCxnSpPr>
          <p:nvPr/>
        </p:nvCxnSpPr>
        <p:spPr>
          <a:xfrm>
            <a:off x="2438401" y="2281766"/>
            <a:ext cx="0" cy="6434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01C56A6-AE67-57AF-2765-C91557D4E6A6}"/>
              </a:ext>
            </a:extLst>
          </p:cNvPr>
          <p:cNvCxnSpPr>
            <a:stCxn id="5" idx="2"/>
            <a:endCxn id="6" idx="0"/>
          </p:cNvCxnSpPr>
          <p:nvPr/>
        </p:nvCxnSpPr>
        <p:spPr>
          <a:xfrm>
            <a:off x="2438401" y="3932766"/>
            <a:ext cx="0" cy="7196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548F3E65-DDFA-31EC-067E-C86F1A68A8B6}"/>
              </a:ext>
            </a:extLst>
          </p:cNvPr>
          <p:cNvSpPr/>
          <p:nvPr/>
        </p:nvSpPr>
        <p:spPr>
          <a:xfrm>
            <a:off x="1748367" y="1837265"/>
            <a:ext cx="1380066" cy="3302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Registers</a:t>
            </a:r>
          </a:p>
        </p:txBody>
      </p:sp>
      <p:grpSp>
        <p:nvGrpSpPr>
          <p:cNvPr id="31" name="Group 30">
            <a:extLst>
              <a:ext uri="{FF2B5EF4-FFF2-40B4-BE49-F238E27FC236}">
                <a16:creationId xmlns:a16="http://schemas.microsoft.com/office/drawing/2014/main" id="{655AA52F-F0C3-8884-FBBA-15EE7B035F0A}"/>
              </a:ext>
            </a:extLst>
          </p:cNvPr>
          <p:cNvGrpSpPr/>
          <p:nvPr/>
        </p:nvGrpSpPr>
        <p:grpSpPr>
          <a:xfrm>
            <a:off x="8170331" y="944033"/>
            <a:ext cx="2048936" cy="5337892"/>
            <a:chOff x="8170331" y="944033"/>
            <a:chExt cx="2048936" cy="5337892"/>
          </a:xfrm>
        </p:grpSpPr>
        <p:grpSp>
          <p:nvGrpSpPr>
            <p:cNvPr id="28" name="Group 27">
              <a:extLst>
                <a:ext uri="{FF2B5EF4-FFF2-40B4-BE49-F238E27FC236}">
                  <a16:creationId xmlns:a16="http://schemas.microsoft.com/office/drawing/2014/main" id="{C41CBD52-DDDB-0DB3-5CBF-AAC306A34EA2}"/>
                </a:ext>
              </a:extLst>
            </p:cNvPr>
            <p:cNvGrpSpPr/>
            <p:nvPr/>
          </p:nvGrpSpPr>
          <p:grpSpPr>
            <a:xfrm>
              <a:off x="8170331" y="944033"/>
              <a:ext cx="2048936" cy="5337892"/>
              <a:chOff x="8170331" y="944033"/>
              <a:chExt cx="2048936" cy="5337892"/>
            </a:xfrm>
          </p:grpSpPr>
          <p:sp>
            <p:nvSpPr>
              <p:cNvPr id="7" name="Rectangle 6">
                <a:extLst>
                  <a:ext uri="{FF2B5EF4-FFF2-40B4-BE49-F238E27FC236}">
                    <a16:creationId xmlns:a16="http://schemas.microsoft.com/office/drawing/2014/main" id="{AB9E26E2-FAD0-75B8-93A9-CE9BC72A5604}"/>
                  </a:ext>
                </a:extLst>
              </p:cNvPr>
              <p:cNvSpPr/>
              <p:nvPr/>
            </p:nvSpPr>
            <p:spPr>
              <a:xfrm>
                <a:off x="8170334" y="944033"/>
                <a:ext cx="2048933" cy="100753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CPU</a:t>
                </a:r>
              </a:p>
              <a:p>
                <a:pPr algn="ctr"/>
                <a:endParaRPr lang="en-US" sz="2800" b="1" dirty="0">
                  <a:solidFill>
                    <a:schemeClr val="tx1"/>
                  </a:solidFill>
                </a:endParaRPr>
              </a:p>
            </p:txBody>
          </p:sp>
          <p:sp>
            <p:nvSpPr>
              <p:cNvPr id="8" name="Rectangle 7">
                <a:extLst>
                  <a:ext uri="{FF2B5EF4-FFF2-40B4-BE49-F238E27FC236}">
                    <a16:creationId xmlns:a16="http://schemas.microsoft.com/office/drawing/2014/main" id="{389F4DE2-9878-9D91-1EB9-B73462256831}"/>
                  </a:ext>
                </a:extLst>
              </p:cNvPr>
              <p:cNvSpPr/>
              <p:nvPr/>
            </p:nvSpPr>
            <p:spPr>
              <a:xfrm>
                <a:off x="8170334" y="2281766"/>
                <a:ext cx="2048933" cy="55456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a:t>
                </a:r>
              </a:p>
            </p:txBody>
          </p:sp>
          <p:sp>
            <p:nvSpPr>
              <p:cNvPr id="9" name="Rectangle 8">
                <a:extLst>
                  <a:ext uri="{FF2B5EF4-FFF2-40B4-BE49-F238E27FC236}">
                    <a16:creationId xmlns:a16="http://schemas.microsoft.com/office/drawing/2014/main" id="{5DAD1837-190D-34A8-41AA-9A189F2B0301}"/>
                  </a:ext>
                </a:extLst>
              </p:cNvPr>
              <p:cNvSpPr/>
              <p:nvPr/>
            </p:nvSpPr>
            <p:spPr>
              <a:xfrm>
                <a:off x="8170332" y="5274392"/>
                <a:ext cx="2048933" cy="1007533"/>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DRAM</a:t>
                </a:r>
              </a:p>
              <a:p>
                <a:pPr algn="ctr"/>
                <a:r>
                  <a:rPr lang="en-US" b="1" dirty="0">
                    <a:solidFill>
                      <a:schemeClr val="tx1"/>
                    </a:solidFill>
                  </a:rPr>
                  <a:t>(main memory)</a:t>
                </a:r>
              </a:p>
            </p:txBody>
          </p:sp>
          <p:sp>
            <p:nvSpPr>
              <p:cNvPr id="10" name="Rectangle 9">
                <a:extLst>
                  <a:ext uri="{FF2B5EF4-FFF2-40B4-BE49-F238E27FC236}">
                    <a16:creationId xmlns:a16="http://schemas.microsoft.com/office/drawing/2014/main" id="{2BBB2A01-E3A0-1B14-EDE6-B416801E3CA8}"/>
                  </a:ext>
                </a:extLst>
              </p:cNvPr>
              <p:cNvSpPr/>
              <p:nvPr/>
            </p:nvSpPr>
            <p:spPr>
              <a:xfrm>
                <a:off x="8170333" y="3151715"/>
                <a:ext cx="2048933" cy="55456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L2</a:t>
                </a:r>
              </a:p>
            </p:txBody>
          </p:sp>
          <p:sp>
            <p:nvSpPr>
              <p:cNvPr id="11" name="Rectangle 10">
                <a:extLst>
                  <a:ext uri="{FF2B5EF4-FFF2-40B4-BE49-F238E27FC236}">
                    <a16:creationId xmlns:a16="http://schemas.microsoft.com/office/drawing/2014/main" id="{1B3323C3-43DD-5675-6154-F24B6B285A3D}"/>
                  </a:ext>
                </a:extLst>
              </p:cNvPr>
              <p:cNvSpPr/>
              <p:nvPr/>
            </p:nvSpPr>
            <p:spPr>
              <a:xfrm>
                <a:off x="8170331" y="4036482"/>
                <a:ext cx="2048933" cy="719667"/>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L3</a:t>
                </a:r>
              </a:p>
            </p:txBody>
          </p:sp>
          <p:cxnSp>
            <p:nvCxnSpPr>
              <p:cNvPr id="17" name="Straight Arrow Connector 16">
                <a:extLst>
                  <a:ext uri="{FF2B5EF4-FFF2-40B4-BE49-F238E27FC236}">
                    <a16:creationId xmlns:a16="http://schemas.microsoft.com/office/drawing/2014/main" id="{E2ED030E-5BEB-5A09-C8FB-4724AC79B61A}"/>
                  </a:ext>
                </a:extLst>
              </p:cNvPr>
              <p:cNvCxnSpPr>
                <a:stCxn id="7" idx="2"/>
                <a:endCxn id="8" idx="0"/>
              </p:cNvCxnSpPr>
              <p:nvPr/>
            </p:nvCxnSpPr>
            <p:spPr>
              <a:xfrm>
                <a:off x="9194801" y="1951566"/>
                <a:ext cx="0" cy="330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D6CFB14-9C08-86E1-D89D-5EA15B08021D}"/>
                  </a:ext>
                </a:extLst>
              </p:cNvPr>
              <p:cNvCxnSpPr>
                <a:stCxn id="8" idx="2"/>
                <a:endCxn id="10" idx="0"/>
              </p:cNvCxnSpPr>
              <p:nvPr/>
            </p:nvCxnSpPr>
            <p:spPr>
              <a:xfrm flipH="1">
                <a:off x="9194800" y="2836333"/>
                <a:ext cx="1" cy="315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5F002D4-8040-09A0-6637-0D2EF0B4710A}"/>
                  </a:ext>
                </a:extLst>
              </p:cNvPr>
              <p:cNvCxnSpPr>
                <a:cxnSpLocks/>
                <a:stCxn id="10" idx="2"/>
                <a:endCxn id="11" idx="0"/>
              </p:cNvCxnSpPr>
              <p:nvPr/>
            </p:nvCxnSpPr>
            <p:spPr>
              <a:xfrm flipH="1">
                <a:off x="9194798" y="3706282"/>
                <a:ext cx="2" cy="330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2401047-8FCA-4DD0-FFE5-945E5759839E}"/>
                  </a:ext>
                </a:extLst>
              </p:cNvPr>
              <p:cNvCxnSpPr>
                <a:cxnSpLocks/>
                <a:stCxn id="11" idx="2"/>
                <a:endCxn id="9" idx="0"/>
              </p:cNvCxnSpPr>
              <p:nvPr/>
            </p:nvCxnSpPr>
            <p:spPr>
              <a:xfrm>
                <a:off x="9194798" y="4756149"/>
                <a:ext cx="1" cy="5182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0" name="Rectangle 29">
              <a:extLst>
                <a:ext uri="{FF2B5EF4-FFF2-40B4-BE49-F238E27FC236}">
                  <a16:creationId xmlns:a16="http://schemas.microsoft.com/office/drawing/2014/main" id="{2ED8131F-17B0-4487-8A8F-1C38918A41B1}"/>
                </a:ext>
              </a:extLst>
            </p:cNvPr>
            <p:cNvSpPr/>
            <p:nvPr/>
          </p:nvSpPr>
          <p:spPr>
            <a:xfrm>
              <a:off x="8504764" y="1533693"/>
              <a:ext cx="1380066" cy="3302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Registers</a:t>
              </a:r>
            </a:p>
          </p:txBody>
        </p:sp>
      </p:grpSp>
    </p:spTree>
    <p:extLst>
      <p:ext uri="{BB962C8B-B14F-4D97-AF65-F5344CB8AC3E}">
        <p14:creationId xmlns:p14="http://schemas.microsoft.com/office/powerpoint/2010/main" val="45904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7BEE-C82A-F1C7-D9DA-AF8128A8C6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99E62D-6085-C63F-99AE-ECFD66B17BF3}"/>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in Microarchitecture</a:t>
            </a:r>
            <a:endParaRPr lang="en-US" sz="2800" dirty="0"/>
          </a:p>
        </p:txBody>
      </p:sp>
      <p:sp>
        <p:nvSpPr>
          <p:cNvPr id="7" name="Rectangle 6">
            <a:extLst>
              <a:ext uri="{FF2B5EF4-FFF2-40B4-BE49-F238E27FC236}">
                <a16:creationId xmlns:a16="http://schemas.microsoft.com/office/drawing/2014/main" id="{FD9B6312-4248-8777-1505-E8F0D6269F54}"/>
              </a:ext>
            </a:extLst>
          </p:cNvPr>
          <p:cNvSpPr/>
          <p:nvPr/>
        </p:nvSpPr>
        <p:spPr>
          <a:xfrm rot="16200000">
            <a:off x="-288297" y="2491739"/>
            <a:ext cx="2048933" cy="99669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CPU</a:t>
            </a:r>
          </a:p>
          <a:p>
            <a:pPr algn="ctr"/>
            <a:endParaRPr lang="en-US" sz="2800" b="1" dirty="0">
              <a:solidFill>
                <a:schemeClr val="tx1"/>
              </a:solidFill>
            </a:endParaRPr>
          </a:p>
        </p:txBody>
      </p:sp>
      <p:sp>
        <p:nvSpPr>
          <p:cNvPr id="8" name="Rectangle 7">
            <a:extLst>
              <a:ext uri="{FF2B5EF4-FFF2-40B4-BE49-F238E27FC236}">
                <a16:creationId xmlns:a16="http://schemas.microsoft.com/office/drawing/2014/main" id="{D5214279-1B88-2A58-43A6-FC76435E2EAA}"/>
              </a:ext>
            </a:extLst>
          </p:cNvPr>
          <p:cNvSpPr/>
          <p:nvPr/>
        </p:nvSpPr>
        <p:spPr>
          <a:xfrm>
            <a:off x="1538243" y="1422435"/>
            <a:ext cx="2732042" cy="313530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Level 1 Cache (L1)</a:t>
            </a:r>
          </a:p>
          <a:p>
            <a:pPr algn="ctr"/>
            <a:endParaRPr lang="en-US" sz="2000" b="1" dirty="0">
              <a:solidFill>
                <a:schemeClr val="tx1"/>
              </a:solidFill>
            </a:endParaRPr>
          </a:p>
          <a:p>
            <a:pPr algn="just"/>
            <a:r>
              <a:rPr lang="en-US" sz="1600" dirty="0">
                <a:solidFill>
                  <a:schemeClr val="tx1"/>
                </a:solidFill>
              </a:rPr>
              <a:t>Closest to CPU cores; smallest and fastest. </a:t>
            </a:r>
          </a:p>
          <a:p>
            <a:pPr algn="just"/>
            <a:endParaRPr lang="en-US" sz="1600" dirty="0">
              <a:solidFill>
                <a:schemeClr val="tx1"/>
              </a:solidFill>
            </a:endParaRPr>
          </a:p>
          <a:p>
            <a:pPr algn="ctr"/>
            <a:r>
              <a:rPr lang="en-US" sz="1600" b="1" dirty="0">
                <a:solidFill>
                  <a:schemeClr val="tx1"/>
                </a:solidFill>
              </a:rPr>
              <a:t>Divided into two types</a:t>
            </a:r>
          </a:p>
          <a:p>
            <a:pPr algn="ctr"/>
            <a:endParaRPr lang="en-US" sz="1600" b="1" dirty="0">
              <a:solidFill>
                <a:schemeClr val="tx1"/>
              </a:solidFill>
            </a:endParaRPr>
          </a:p>
          <a:p>
            <a:pPr marL="285750" indent="-285750" algn="just">
              <a:buFont typeface="Arial" panose="020B0604020202020204" pitchFamily="34" charset="0"/>
              <a:buChar char="•"/>
            </a:pPr>
            <a:r>
              <a:rPr lang="en-US" sz="1400" i="1" dirty="0">
                <a:solidFill>
                  <a:schemeClr val="tx1"/>
                </a:solidFill>
              </a:rPr>
              <a:t>L1 Instruction Cache (L1i): </a:t>
            </a:r>
            <a:r>
              <a:rPr lang="en-US" sz="1400" dirty="0">
                <a:solidFill>
                  <a:schemeClr val="tx1"/>
                </a:solidFill>
              </a:rPr>
              <a:t>Stores instructions.</a:t>
            </a:r>
          </a:p>
          <a:p>
            <a:pPr marL="285750" indent="-285750" algn="just">
              <a:buFont typeface="Arial" panose="020B0604020202020204" pitchFamily="34" charset="0"/>
              <a:buChar char="•"/>
            </a:pPr>
            <a:r>
              <a:rPr lang="en-US" sz="1400" i="1" dirty="0">
                <a:solidFill>
                  <a:schemeClr val="tx1"/>
                </a:solidFill>
              </a:rPr>
              <a:t>L1 Data Cache (L1d): </a:t>
            </a:r>
            <a:r>
              <a:rPr lang="en-US" sz="1400" dirty="0">
                <a:solidFill>
                  <a:schemeClr val="tx1"/>
                </a:solidFill>
              </a:rPr>
              <a:t>Stores data.</a:t>
            </a:r>
          </a:p>
          <a:p>
            <a:pPr algn="just"/>
            <a:endParaRPr lang="en-US" sz="2000" b="1" dirty="0">
              <a:solidFill>
                <a:schemeClr val="tx1"/>
              </a:solidFill>
            </a:endParaRPr>
          </a:p>
        </p:txBody>
      </p:sp>
      <p:sp>
        <p:nvSpPr>
          <p:cNvPr id="9" name="Rectangle 8">
            <a:extLst>
              <a:ext uri="{FF2B5EF4-FFF2-40B4-BE49-F238E27FC236}">
                <a16:creationId xmlns:a16="http://schemas.microsoft.com/office/drawing/2014/main" id="{4D125A64-9299-2DB6-E6B9-61BA81830618}"/>
              </a:ext>
            </a:extLst>
          </p:cNvPr>
          <p:cNvSpPr/>
          <p:nvPr/>
        </p:nvSpPr>
        <p:spPr>
          <a:xfrm rot="16200000">
            <a:off x="10193623" y="2540313"/>
            <a:ext cx="2048933" cy="914399"/>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DRAM</a:t>
            </a:r>
          </a:p>
          <a:p>
            <a:pPr algn="ctr"/>
            <a:r>
              <a:rPr lang="en-US" b="1" dirty="0">
                <a:solidFill>
                  <a:schemeClr val="tx1"/>
                </a:solidFill>
              </a:rPr>
              <a:t>(main memory)</a:t>
            </a:r>
          </a:p>
        </p:txBody>
      </p:sp>
      <p:sp>
        <p:nvSpPr>
          <p:cNvPr id="10" name="Rectangle 9">
            <a:extLst>
              <a:ext uri="{FF2B5EF4-FFF2-40B4-BE49-F238E27FC236}">
                <a16:creationId xmlns:a16="http://schemas.microsoft.com/office/drawing/2014/main" id="{1DDD8BC1-0C49-5D39-E250-C5C8D68D31CB}"/>
              </a:ext>
            </a:extLst>
          </p:cNvPr>
          <p:cNvSpPr/>
          <p:nvPr/>
        </p:nvSpPr>
        <p:spPr>
          <a:xfrm>
            <a:off x="4574011" y="1432336"/>
            <a:ext cx="2732043" cy="312540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Level 2 Cache (L2):</a:t>
            </a:r>
          </a:p>
          <a:p>
            <a:pPr algn="ctr"/>
            <a:endParaRPr lang="en-US" sz="2000" b="1" dirty="0">
              <a:solidFill>
                <a:schemeClr val="tx1"/>
              </a:solidFill>
            </a:endParaRPr>
          </a:p>
          <a:p>
            <a:pPr marL="342900" indent="-342900" algn="just">
              <a:buFont typeface="Arial" panose="020B0604020202020204" pitchFamily="34" charset="0"/>
              <a:buChar char="•"/>
            </a:pPr>
            <a:r>
              <a:rPr lang="en-US" sz="1400" dirty="0">
                <a:solidFill>
                  <a:schemeClr val="tx1"/>
                </a:solidFill>
              </a:rPr>
              <a:t>Larger and slightly slower than L1.</a:t>
            </a:r>
          </a:p>
          <a:p>
            <a:pPr marL="342900" indent="-342900" algn="just">
              <a:buFont typeface="Arial" panose="020B0604020202020204" pitchFamily="34" charset="0"/>
              <a:buChar char="•"/>
            </a:pPr>
            <a:r>
              <a:rPr lang="en-US" sz="1400" dirty="0">
                <a:solidFill>
                  <a:schemeClr val="tx1"/>
                </a:solidFill>
              </a:rPr>
              <a:t>Can be shared between cores in some architectures.</a:t>
            </a:r>
          </a:p>
        </p:txBody>
      </p:sp>
      <p:sp>
        <p:nvSpPr>
          <p:cNvPr id="11" name="Rectangle 10">
            <a:extLst>
              <a:ext uri="{FF2B5EF4-FFF2-40B4-BE49-F238E27FC236}">
                <a16:creationId xmlns:a16="http://schemas.microsoft.com/office/drawing/2014/main" id="{8E0F588A-BEFD-B0B0-48E9-8D84FAF74C64}"/>
              </a:ext>
            </a:extLst>
          </p:cNvPr>
          <p:cNvSpPr/>
          <p:nvPr/>
        </p:nvSpPr>
        <p:spPr>
          <a:xfrm>
            <a:off x="7620939" y="1432336"/>
            <a:ext cx="2732043" cy="313530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 Level 3 Cache (L3):</a:t>
            </a:r>
          </a:p>
          <a:p>
            <a:pPr algn="ctr"/>
            <a:endParaRPr lang="en-US" sz="2000" b="1" dirty="0">
              <a:solidFill>
                <a:schemeClr val="tx1"/>
              </a:solidFill>
            </a:endParaRPr>
          </a:p>
          <a:p>
            <a:pPr marL="342900" indent="-342900">
              <a:buFont typeface="Arial" panose="020B0604020202020204" pitchFamily="34" charset="0"/>
              <a:buChar char="•"/>
            </a:pPr>
            <a:r>
              <a:rPr lang="en-US" sz="1400" dirty="0">
                <a:solidFill>
                  <a:schemeClr val="tx1"/>
                </a:solidFill>
              </a:rPr>
              <a:t>Largest and slowest among the cache levels.</a:t>
            </a:r>
          </a:p>
          <a:p>
            <a:pPr marL="342900" indent="-342900">
              <a:buFont typeface="Arial" panose="020B0604020202020204" pitchFamily="34" charset="0"/>
              <a:buChar char="•"/>
            </a:pPr>
            <a:r>
              <a:rPr lang="en-US" sz="1400" dirty="0">
                <a:solidFill>
                  <a:schemeClr val="tx1"/>
                </a:solidFill>
              </a:rPr>
              <a:t>Typically shared among all CPU cores.</a:t>
            </a:r>
          </a:p>
        </p:txBody>
      </p:sp>
      <p:sp>
        <p:nvSpPr>
          <p:cNvPr id="30" name="Rectangle 29">
            <a:extLst>
              <a:ext uri="{FF2B5EF4-FFF2-40B4-BE49-F238E27FC236}">
                <a16:creationId xmlns:a16="http://schemas.microsoft.com/office/drawing/2014/main" id="{63040D03-5338-C637-33CA-67501BFB3B30}"/>
              </a:ext>
            </a:extLst>
          </p:cNvPr>
          <p:cNvSpPr/>
          <p:nvPr/>
        </p:nvSpPr>
        <p:spPr>
          <a:xfrm rot="16200000">
            <a:off x="293530" y="2908381"/>
            <a:ext cx="1380066" cy="3302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Registers</a:t>
            </a:r>
          </a:p>
        </p:txBody>
      </p:sp>
      <p:cxnSp>
        <p:nvCxnSpPr>
          <p:cNvPr id="12" name="Straight Arrow Connector 11">
            <a:extLst>
              <a:ext uri="{FF2B5EF4-FFF2-40B4-BE49-F238E27FC236}">
                <a16:creationId xmlns:a16="http://schemas.microsoft.com/office/drawing/2014/main" id="{C0CD37DF-0A22-1D3D-E3AA-C2FCD0408ABC}"/>
              </a:ext>
            </a:extLst>
          </p:cNvPr>
          <p:cNvCxnSpPr>
            <a:stCxn id="7" idx="2"/>
            <a:endCxn id="8" idx="1"/>
          </p:cNvCxnSpPr>
          <p:nvPr/>
        </p:nvCxnSpPr>
        <p:spPr>
          <a:xfrm>
            <a:off x="1234518" y="2990087"/>
            <a:ext cx="303725" cy="0"/>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29BA2ED-1F62-A3C8-C0D4-3F2A229EF2A6}"/>
              </a:ext>
            </a:extLst>
          </p:cNvPr>
          <p:cNvCxnSpPr>
            <a:stCxn id="8" idx="3"/>
            <a:endCxn id="10" idx="1"/>
          </p:cNvCxnSpPr>
          <p:nvPr/>
        </p:nvCxnSpPr>
        <p:spPr>
          <a:xfrm>
            <a:off x="4270285" y="2990087"/>
            <a:ext cx="303726" cy="4951"/>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247F085-58AA-18C1-65F2-6E621AF830CA}"/>
              </a:ext>
            </a:extLst>
          </p:cNvPr>
          <p:cNvCxnSpPr>
            <a:stCxn id="10" idx="3"/>
            <a:endCxn id="11" idx="1"/>
          </p:cNvCxnSpPr>
          <p:nvPr/>
        </p:nvCxnSpPr>
        <p:spPr>
          <a:xfrm>
            <a:off x="7306054" y="2995038"/>
            <a:ext cx="314885" cy="4950"/>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18C0901-74EF-E91B-EBBE-ABEC10244E99}"/>
              </a:ext>
            </a:extLst>
          </p:cNvPr>
          <p:cNvCxnSpPr>
            <a:stCxn id="11" idx="3"/>
            <a:endCxn id="9" idx="0"/>
          </p:cNvCxnSpPr>
          <p:nvPr/>
        </p:nvCxnSpPr>
        <p:spPr>
          <a:xfrm flipV="1">
            <a:off x="10352982" y="2997512"/>
            <a:ext cx="407908" cy="2476"/>
          </a:xfrm>
          <a:prstGeom prst="straightConnector1">
            <a:avLst/>
          </a:prstGeom>
          <a:ln w="28575">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431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CF4C-3E5D-4CEA-989C-45748BBC00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2AB3863-E62A-C653-7C11-CAD70BF61AB5}"/>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Characteristics</a:t>
            </a:r>
            <a:endParaRPr lang="en-US" sz="2800" dirty="0"/>
          </a:p>
        </p:txBody>
      </p:sp>
      <p:sp>
        <p:nvSpPr>
          <p:cNvPr id="3" name="TextBox 2">
            <a:extLst>
              <a:ext uri="{FF2B5EF4-FFF2-40B4-BE49-F238E27FC236}">
                <a16:creationId xmlns:a16="http://schemas.microsoft.com/office/drawing/2014/main" id="{0AADB867-4875-EB61-9B59-4D7A4FD82D7A}"/>
              </a:ext>
            </a:extLst>
          </p:cNvPr>
          <p:cNvSpPr txBox="1"/>
          <p:nvPr/>
        </p:nvSpPr>
        <p:spPr>
          <a:xfrm>
            <a:off x="210312" y="860197"/>
            <a:ext cx="11009376" cy="2677656"/>
          </a:xfrm>
          <a:prstGeom prst="rect">
            <a:avLst/>
          </a:prstGeom>
          <a:noFill/>
        </p:spPr>
        <p:txBody>
          <a:bodyPr wrap="square">
            <a:spAutoFit/>
          </a:bodyPr>
          <a:lstStyle/>
          <a:p>
            <a:r>
              <a:rPr lang="en-US" sz="2400" b="1" dirty="0"/>
              <a:t>Key Attributes:</a:t>
            </a:r>
          </a:p>
          <a:p>
            <a:endParaRPr lang="en-US" dirty="0"/>
          </a:p>
          <a:p>
            <a:pPr marL="285750" indent="-285750">
              <a:buFont typeface="Arial" panose="020B0604020202020204" pitchFamily="34" charset="0"/>
              <a:buChar char="•"/>
            </a:pPr>
            <a:r>
              <a:rPr lang="en-US" b="1" dirty="0"/>
              <a:t>Size:</a:t>
            </a:r>
            <a:r>
              <a:rPr lang="en-US" dirty="0"/>
              <a:t> Total storage capacity (e.g., 32 KB, 256 KB, 8 MB).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Associativity (Ways):</a:t>
            </a:r>
            <a:r>
              <a:rPr lang="en-US" dirty="0"/>
              <a:t> Number of ways in a set-associative cache.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Line Size:</a:t>
            </a:r>
            <a:r>
              <a:rPr lang="en-US" dirty="0"/>
              <a:t> Size of each cache line (e.g., 64 bytes).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Type:</a:t>
            </a:r>
            <a:r>
              <a:rPr lang="en-US" dirty="0"/>
              <a:t> Instruction (</a:t>
            </a:r>
            <a:r>
              <a:rPr lang="en-US" dirty="0" err="1"/>
              <a:t>i</a:t>
            </a:r>
            <a:r>
              <a:rPr lang="en-US" dirty="0"/>
              <a:t>), Data (d), or Unified (u) cache.</a:t>
            </a:r>
          </a:p>
        </p:txBody>
      </p:sp>
    </p:spTree>
    <p:extLst>
      <p:ext uri="{BB962C8B-B14F-4D97-AF65-F5344CB8AC3E}">
        <p14:creationId xmlns:p14="http://schemas.microsoft.com/office/powerpoint/2010/main" val="280182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FFF84-6B3D-2F76-A0C0-82F9F6558F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A02FB8-EC4E-DCD0-AA29-CF2C83187FB5}"/>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Observing Cache Information in Linux</a:t>
            </a:r>
            <a:endParaRPr lang="en-US" sz="2800" dirty="0"/>
          </a:p>
        </p:txBody>
      </p:sp>
      <p:pic>
        <p:nvPicPr>
          <p:cNvPr id="5" name="Picture 4">
            <a:extLst>
              <a:ext uri="{FF2B5EF4-FFF2-40B4-BE49-F238E27FC236}">
                <a16:creationId xmlns:a16="http://schemas.microsoft.com/office/drawing/2014/main" id="{7EAFAD98-9571-0439-84A8-9220E9D14732}"/>
              </a:ext>
            </a:extLst>
          </p:cNvPr>
          <p:cNvPicPr>
            <a:picLocks noChangeAspect="1"/>
          </p:cNvPicPr>
          <p:nvPr/>
        </p:nvPicPr>
        <p:blipFill>
          <a:blip r:embed="rId2"/>
          <a:stretch>
            <a:fillRect/>
          </a:stretch>
        </p:blipFill>
        <p:spPr>
          <a:xfrm>
            <a:off x="198422" y="2277122"/>
            <a:ext cx="4596384" cy="1044030"/>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9C0BDD92-7618-63E8-4EC5-62AEEB1B7857}"/>
              </a:ext>
            </a:extLst>
          </p:cNvPr>
          <p:cNvSpPr txBox="1"/>
          <p:nvPr/>
        </p:nvSpPr>
        <p:spPr>
          <a:xfrm>
            <a:off x="198422" y="878305"/>
            <a:ext cx="4596384" cy="923330"/>
          </a:xfrm>
          <a:prstGeom prst="rect">
            <a:avLst/>
          </a:prstGeom>
          <a:solidFill>
            <a:schemeClr val="bg1">
              <a:lumMod val="85000"/>
            </a:schemeClr>
          </a:solidFill>
          <a:ln>
            <a:solidFill>
              <a:schemeClr val="tx1"/>
            </a:solidFill>
          </a:ln>
        </p:spPr>
        <p:txBody>
          <a:bodyPr wrap="square" rtlCol="0">
            <a:spAutoFit/>
          </a:bodyPr>
          <a:lstStyle/>
          <a:p>
            <a:endParaRPr lang="en-US" dirty="0"/>
          </a:p>
          <a:p>
            <a:r>
              <a:rPr lang="en-US" dirty="0" err="1">
                <a:solidFill>
                  <a:schemeClr val="accent6">
                    <a:lumMod val="50000"/>
                  </a:schemeClr>
                </a:solidFill>
                <a:latin typeface="Consolas" panose="020B0609020204030204" pitchFamily="49" charset="0"/>
              </a:rPr>
              <a:t>username@nephrite</a:t>
            </a:r>
            <a:r>
              <a:rPr lang="en-US" dirty="0">
                <a:solidFill>
                  <a:schemeClr val="accent6">
                    <a:lumMod val="50000"/>
                  </a:schemeClr>
                </a:solidFill>
                <a:latin typeface="Consolas" panose="020B0609020204030204" pitchFamily="49" charset="0"/>
              </a:rPr>
              <a:t>:~$ </a:t>
            </a:r>
            <a:r>
              <a:rPr lang="en-US" b="1" dirty="0" err="1">
                <a:solidFill>
                  <a:srgbClr val="FF0000"/>
                </a:solidFill>
                <a:latin typeface="Consolas" panose="020B0609020204030204" pitchFamily="49" charset="0"/>
              </a:rPr>
              <a:t>lscpu</a:t>
            </a:r>
            <a:endParaRPr lang="en-US" b="1" dirty="0">
              <a:solidFill>
                <a:srgbClr val="FF0000"/>
              </a:solidFill>
              <a:latin typeface="Consolas" panose="020B0609020204030204" pitchFamily="49" charset="0"/>
            </a:endParaRPr>
          </a:p>
          <a:p>
            <a:endParaRPr lang="en-US" dirty="0"/>
          </a:p>
        </p:txBody>
      </p:sp>
      <p:sp>
        <p:nvSpPr>
          <p:cNvPr id="12" name="TextBox 11">
            <a:extLst>
              <a:ext uri="{FF2B5EF4-FFF2-40B4-BE49-F238E27FC236}">
                <a16:creationId xmlns:a16="http://schemas.microsoft.com/office/drawing/2014/main" id="{2AE0F58F-960A-AF48-8267-15ACC8F80F3B}"/>
              </a:ext>
            </a:extLst>
          </p:cNvPr>
          <p:cNvSpPr txBox="1"/>
          <p:nvPr/>
        </p:nvSpPr>
        <p:spPr>
          <a:xfrm>
            <a:off x="198422" y="4290270"/>
            <a:ext cx="4596384" cy="1754326"/>
          </a:xfrm>
          <a:prstGeom prst="rect">
            <a:avLst/>
          </a:prstGeom>
          <a:solidFill>
            <a:schemeClr val="bg1">
              <a:lumMod val="85000"/>
            </a:schemeClr>
          </a:solidFill>
          <a:ln>
            <a:solidFill>
              <a:schemeClr val="tx1"/>
            </a:solidFill>
          </a:ln>
        </p:spPr>
        <p:txBody>
          <a:bodyPr wrap="square">
            <a:spAutoFit/>
          </a:bodyPr>
          <a:lstStyle/>
          <a:p>
            <a:pPr algn="ctr"/>
            <a:r>
              <a:rPr lang="en-US" b="1" dirty="0"/>
              <a:t>Explanation</a:t>
            </a:r>
          </a:p>
          <a:p>
            <a:pPr algn="ctr"/>
            <a:endParaRPr lang="en-US" dirty="0"/>
          </a:p>
          <a:p>
            <a:pPr marL="285750" indent="-285750">
              <a:buFont typeface="Arial" panose="020B0604020202020204" pitchFamily="34" charset="0"/>
              <a:buChar char="•"/>
            </a:pPr>
            <a:r>
              <a:rPr lang="en-US" b="1" dirty="0"/>
              <a:t>L1d cache:</a:t>
            </a:r>
            <a:r>
              <a:rPr lang="en-US" dirty="0"/>
              <a:t> Level 1 Data Cache size.</a:t>
            </a:r>
          </a:p>
          <a:p>
            <a:pPr marL="285750" indent="-285750">
              <a:buFont typeface="Arial" panose="020B0604020202020204" pitchFamily="34" charset="0"/>
              <a:buChar char="•"/>
            </a:pPr>
            <a:r>
              <a:rPr lang="en-US" b="1" dirty="0"/>
              <a:t>L1i cache:</a:t>
            </a:r>
            <a:r>
              <a:rPr lang="en-US" dirty="0"/>
              <a:t> Level 1 Instruction Cache size.</a:t>
            </a:r>
          </a:p>
          <a:p>
            <a:pPr marL="285750" indent="-285750">
              <a:buFont typeface="Arial" panose="020B0604020202020204" pitchFamily="34" charset="0"/>
              <a:buChar char="•"/>
            </a:pPr>
            <a:r>
              <a:rPr lang="en-US" b="1" dirty="0"/>
              <a:t>L2 cache:</a:t>
            </a:r>
            <a:r>
              <a:rPr lang="en-US" dirty="0"/>
              <a:t> Level 2 Cache size.</a:t>
            </a:r>
          </a:p>
          <a:p>
            <a:pPr marL="285750" indent="-285750">
              <a:buFont typeface="Arial" panose="020B0604020202020204" pitchFamily="34" charset="0"/>
              <a:buChar char="•"/>
            </a:pPr>
            <a:r>
              <a:rPr lang="en-US" b="1" dirty="0"/>
              <a:t>L3 cache:</a:t>
            </a:r>
            <a:r>
              <a:rPr lang="en-US" dirty="0"/>
              <a:t> Level 3 Cache size</a:t>
            </a:r>
          </a:p>
        </p:txBody>
      </p:sp>
      <p:cxnSp>
        <p:nvCxnSpPr>
          <p:cNvPr id="14" name="Straight Arrow Connector 13">
            <a:extLst>
              <a:ext uri="{FF2B5EF4-FFF2-40B4-BE49-F238E27FC236}">
                <a16:creationId xmlns:a16="http://schemas.microsoft.com/office/drawing/2014/main" id="{5452ABF4-7711-B26A-007B-D05C7A33BC46}"/>
              </a:ext>
            </a:extLst>
          </p:cNvPr>
          <p:cNvCxnSpPr>
            <a:cxnSpLocks/>
            <a:stCxn id="8" idx="2"/>
            <a:endCxn id="5" idx="0"/>
          </p:cNvCxnSpPr>
          <p:nvPr/>
        </p:nvCxnSpPr>
        <p:spPr>
          <a:xfrm>
            <a:off x="2496614" y="1801635"/>
            <a:ext cx="0" cy="475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30198B0-2BAC-E1C5-27FB-E453B334A21B}"/>
              </a:ext>
            </a:extLst>
          </p:cNvPr>
          <p:cNvCxnSpPr>
            <a:cxnSpLocks/>
            <a:stCxn id="5" idx="2"/>
            <a:endCxn id="12" idx="0"/>
          </p:cNvCxnSpPr>
          <p:nvPr/>
        </p:nvCxnSpPr>
        <p:spPr>
          <a:xfrm>
            <a:off x="2496614" y="3321152"/>
            <a:ext cx="0" cy="9691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01" name="Group 100">
            <a:extLst>
              <a:ext uri="{FF2B5EF4-FFF2-40B4-BE49-F238E27FC236}">
                <a16:creationId xmlns:a16="http://schemas.microsoft.com/office/drawing/2014/main" id="{0B523F42-D69F-DFCB-C05F-23A320E3B274}"/>
              </a:ext>
            </a:extLst>
          </p:cNvPr>
          <p:cNvGrpSpPr/>
          <p:nvPr/>
        </p:nvGrpSpPr>
        <p:grpSpPr>
          <a:xfrm>
            <a:off x="5879592" y="1655064"/>
            <a:ext cx="5889539" cy="3706336"/>
            <a:chOff x="5879592" y="1655064"/>
            <a:chExt cx="5889539" cy="3706336"/>
          </a:xfrm>
        </p:grpSpPr>
        <p:sp>
          <p:nvSpPr>
            <p:cNvPr id="98" name="Rectangle 97">
              <a:extLst>
                <a:ext uri="{FF2B5EF4-FFF2-40B4-BE49-F238E27FC236}">
                  <a16:creationId xmlns:a16="http://schemas.microsoft.com/office/drawing/2014/main" id="{87E456EC-9A7F-05B4-8FDF-CAE49B6EE61D}"/>
                </a:ext>
              </a:extLst>
            </p:cNvPr>
            <p:cNvSpPr/>
            <p:nvPr/>
          </p:nvSpPr>
          <p:spPr>
            <a:xfrm>
              <a:off x="7375663" y="1655064"/>
              <a:ext cx="1426464" cy="2635206"/>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751BD118-3023-DE99-CB74-F83A98832292}"/>
                </a:ext>
              </a:extLst>
            </p:cNvPr>
            <p:cNvSpPr/>
            <p:nvPr/>
          </p:nvSpPr>
          <p:spPr>
            <a:xfrm>
              <a:off x="8859165" y="1655064"/>
              <a:ext cx="1426464" cy="2635206"/>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A3C27B84-5FEF-D0C8-68AE-1562E4A5416A}"/>
                </a:ext>
              </a:extLst>
            </p:cNvPr>
            <p:cNvSpPr/>
            <p:nvPr/>
          </p:nvSpPr>
          <p:spPr>
            <a:xfrm>
              <a:off x="10342667" y="1655064"/>
              <a:ext cx="1426464" cy="2635206"/>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BD003040-8AAA-E945-38B5-3F8C17C73F65}"/>
                </a:ext>
              </a:extLst>
            </p:cNvPr>
            <p:cNvSpPr/>
            <p:nvPr/>
          </p:nvSpPr>
          <p:spPr>
            <a:xfrm>
              <a:off x="5879592" y="1655064"/>
              <a:ext cx="1426464" cy="2635206"/>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77F2376-8170-A525-A40D-3B98DF55E6AF}"/>
                </a:ext>
              </a:extLst>
            </p:cNvPr>
            <p:cNvSpPr/>
            <p:nvPr/>
          </p:nvSpPr>
          <p:spPr>
            <a:xfrm>
              <a:off x="7448862" y="1753947"/>
              <a:ext cx="1260878" cy="49446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CPU1</a:t>
              </a:r>
            </a:p>
          </p:txBody>
        </p:sp>
        <p:sp>
          <p:nvSpPr>
            <p:cNvPr id="48" name="Rectangle 47">
              <a:extLst>
                <a:ext uri="{FF2B5EF4-FFF2-40B4-BE49-F238E27FC236}">
                  <a16:creationId xmlns:a16="http://schemas.microsoft.com/office/drawing/2014/main" id="{D9637200-3A79-CCD3-7AB2-B31009ED5206}"/>
                </a:ext>
              </a:extLst>
            </p:cNvPr>
            <p:cNvSpPr/>
            <p:nvPr/>
          </p:nvSpPr>
          <p:spPr>
            <a:xfrm>
              <a:off x="8919748" y="1753947"/>
              <a:ext cx="1260878" cy="49446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CPU2</a:t>
              </a:r>
            </a:p>
          </p:txBody>
        </p:sp>
        <p:sp>
          <p:nvSpPr>
            <p:cNvPr id="49" name="Rectangle 48">
              <a:extLst>
                <a:ext uri="{FF2B5EF4-FFF2-40B4-BE49-F238E27FC236}">
                  <a16:creationId xmlns:a16="http://schemas.microsoft.com/office/drawing/2014/main" id="{4152A69E-9352-CA27-1738-1CF4B58C5BA8}"/>
                </a:ext>
              </a:extLst>
            </p:cNvPr>
            <p:cNvSpPr/>
            <p:nvPr/>
          </p:nvSpPr>
          <p:spPr>
            <a:xfrm>
              <a:off x="10390634" y="1746452"/>
              <a:ext cx="1260878" cy="49446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CPU3</a:t>
              </a:r>
            </a:p>
          </p:txBody>
        </p:sp>
        <p:sp>
          <p:nvSpPr>
            <p:cNvPr id="50" name="Rectangle 49">
              <a:extLst>
                <a:ext uri="{FF2B5EF4-FFF2-40B4-BE49-F238E27FC236}">
                  <a16:creationId xmlns:a16="http://schemas.microsoft.com/office/drawing/2014/main" id="{EFC91C69-A40A-4757-DA08-14D42D2E56B9}"/>
                </a:ext>
              </a:extLst>
            </p:cNvPr>
            <p:cNvSpPr/>
            <p:nvPr/>
          </p:nvSpPr>
          <p:spPr>
            <a:xfrm>
              <a:off x="5973323" y="1746452"/>
              <a:ext cx="1260878" cy="52164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CPU0</a:t>
              </a:r>
            </a:p>
          </p:txBody>
        </p:sp>
        <p:sp>
          <p:nvSpPr>
            <p:cNvPr id="51" name="Rectangle 50">
              <a:extLst>
                <a:ext uri="{FF2B5EF4-FFF2-40B4-BE49-F238E27FC236}">
                  <a16:creationId xmlns:a16="http://schemas.microsoft.com/office/drawing/2014/main" id="{C910C7C9-B1C3-E743-8AB0-48BC905349E1}"/>
                </a:ext>
              </a:extLst>
            </p:cNvPr>
            <p:cNvSpPr/>
            <p:nvPr/>
          </p:nvSpPr>
          <p:spPr>
            <a:xfrm>
              <a:off x="5973323" y="2560018"/>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L1d (128kib)</a:t>
              </a:r>
            </a:p>
          </p:txBody>
        </p:sp>
        <p:sp>
          <p:nvSpPr>
            <p:cNvPr id="52" name="Rectangle 51">
              <a:extLst>
                <a:ext uri="{FF2B5EF4-FFF2-40B4-BE49-F238E27FC236}">
                  <a16:creationId xmlns:a16="http://schemas.microsoft.com/office/drawing/2014/main" id="{E16724AA-CFF1-7330-2A4A-4F997BB78C9A}"/>
                </a:ext>
              </a:extLst>
            </p:cNvPr>
            <p:cNvSpPr/>
            <p:nvPr/>
          </p:nvSpPr>
          <p:spPr>
            <a:xfrm>
              <a:off x="7448862" y="2537283"/>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L1d (128kib)</a:t>
              </a:r>
            </a:p>
          </p:txBody>
        </p:sp>
        <p:sp>
          <p:nvSpPr>
            <p:cNvPr id="53" name="Rectangle 52">
              <a:extLst>
                <a:ext uri="{FF2B5EF4-FFF2-40B4-BE49-F238E27FC236}">
                  <a16:creationId xmlns:a16="http://schemas.microsoft.com/office/drawing/2014/main" id="{26774319-BC42-658A-4C4A-9F45852581F8}"/>
                </a:ext>
              </a:extLst>
            </p:cNvPr>
            <p:cNvSpPr/>
            <p:nvPr/>
          </p:nvSpPr>
          <p:spPr>
            <a:xfrm>
              <a:off x="8919748" y="2537283"/>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L1d (128kib)</a:t>
              </a:r>
            </a:p>
          </p:txBody>
        </p:sp>
        <p:sp>
          <p:nvSpPr>
            <p:cNvPr id="54" name="Rectangle 53">
              <a:extLst>
                <a:ext uri="{FF2B5EF4-FFF2-40B4-BE49-F238E27FC236}">
                  <a16:creationId xmlns:a16="http://schemas.microsoft.com/office/drawing/2014/main" id="{133B00A3-1B88-C118-9080-F1F498A8F874}"/>
                </a:ext>
              </a:extLst>
            </p:cNvPr>
            <p:cNvSpPr/>
            <p:nvPr/>
          </p:nvSpPr>
          <p:spPr>
            <a:xfrm>
              <a:off x="10390634" y="2529788"/>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L1d (128kib)</a:t>
              </a:r>
            </a:p>
          </p:txBody>
        </p:sp>
        <p:sp>
          <p:nvSpPr>
            <p:cNvPr id="55" name="Rectangle 54">
              <a:extLst>
                <a:ext uri="{FF2B5EF4-FFF2-40B4-BE49-F238E27FC236}">
                  <a16:creationId xmlns:a16="http://schemas.microsoft.com/office/drawing/2014/main" id="{8E684BBA-AFC2-C1F3-A678-26BD2DDBC88D}"/>
                </a:ext>
              </a:extLst>
            </p:cNvPr>
            <p:cNvSpPr/>
            <p:nvPr/>
          </p:nvSpPr>
          <p:spPr>
            <a:xfrm>
              <a:off x="5973322" y="3450263"/>
              <a:ext cx="1260878" cy="6152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rPr>
                <a:t>L2 (1MiB)</a:t>
              </a:r>
            </a:p>
          </p:txBody>
        </p:sp>
        <p:sp>
          <p:nvSpPr>
            <p:cNvPr id="56" name="Rectangle 55">
              <a:extLst>
                <a:ext uri="{FF2B5EF4-FFF2-40B4-BE49-F238E27FC236}">
                  <a16:creationId xmlns:a16="http://schemas.microsoft.com/office/drawing/2014/main" id="{8DA98575-82AC-40B3-0904-9236B91ACDA7}"/>
                </a:ext>
              </a:extLst>
            </p:cNvPr>
            <p:cNvSpPr/>
            <p:nvPr/>
          </p:nvSpPr>
          <p:spPr>
            <a:xfrm>
              <a:off x="7448861" y="3450263"/>
              <a:ext cx="1260878" cy="60609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rPr>
                <a:t>L2 (1MiB)</a:t>
              </a:r>
            </a:p>
          </p:txBody>
        </p:sp>
        <p:sp>
          <p:nvSpPr>
            <p:cNvPr id="57" name="Rectangle 56">
              <a:extLst>
                <a:ext uri="{FF2B5EF4-FFF2-40B4-BE49-F238E27FC236}">
                  <a16:creationId xmlns:a16="http://schemas.microsoft.com/office/drawing/2014/main" id="{EDC8E3C4-5C21-3453-4F61-67813CA67BBE}"/>
                </a:ext>
              </a:extLst>
            </p:cNvPr>
            <p:cNvSpPr/>
            <p:nvPr/>
          </p:nvSpPr>
          <p:spPr>
            <a:xfrm>
              <a:off x="8919747" y="3430576"/>
              <a:ext cx="1260878" cy="62578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rPr>
                <a:t>L2 (1MiB)</a:t>
              </a:r>
            </a:p>
          </p:txBody>
        </p:sp>
        <p:sp>
          <p:nvSpPr>
            <p:cNvPr id="58" name="Rectangle 57">
              <a:extLst>
                <a:ext uri="{FF2B5EF4-FFF2-40B4-BE49-F238E27FC236}">
                  <a16:creationId xmlns:a16="http://schemas.microsoft.com/office/drawing/2014/main" id="{7CBE815C-2754-A629-8536-6BDFC861C7D2}"/>
                </a:ext>
              </a:extLst>
            </p:cNvPr>
            <p:cNvSpPr/>
            <p:nvPr/>
          </p:nvSpPr>
          <p:spPr>
            <a:xfrm>
              <a:off x="10390633" y="3430576"/>
              <a:ext cx="1260878" cy="62578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rPr>
                <a:t>L2 (1MiB)</a:t>
              </a:r>
            </a:p>
          </p:txBody>
        </p:sp>
        <p:sp>
          <p:nvSpPr>
            <p:cNvPr id="59" name="Rectangle 58">
              <a:extLst>
                <a:ext uri="{FF2B5EF4-FFF2-40B4-BE49-F238E27FC236}">
                  <a16:creationId xmlns:a16="http://schemas.microsoft.com/office/drawing/2014/main" id="{8DA84B30-69B5-1688-44D3-8FE97F36F18C}"/>
                </a:ext>
              </a:extLst>
            </p:cNvPr>
            <p:cNvSpPr/>
            <p:nvPr/>
          </p:nvSpPr>
          <p:spPr>
            <a:xfrm>
              <a:off x="5973322" y="4617087"/>
              <a:ext cx="5678190" cy="74431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nsolas" panose="020B0609020204030204" pitchFamily="49" charset="0"/>
                </a:rPr>
                <a:t>L3 (8 MiB)</a:t>
              </a:r>
            </a:p>
          </p:txBody>
        </p:sp>
        <p:sp>
          <p:nvSpPr>
            <p:cNvPr id="60" name="Rectangle 59">
              <a:extLst>
                <a:ext uri="{FF2B5EF4-FFF2-40B4-BE49-F238E27FC236}">
                  <a16:creationId xmlns:a16="http://schemas.microsoft.com/office/drawing/2014/main" id="{7DC183B6-BD59-C3C7-DA62-66AFD0E196ED}"/>
                </a:ext>
              </a:extLst>
            </p:cNvPr>
            <p:cNvSpPr/>
            <p:nvPr/>
          </p:nvSpPr>
          <p:spPr>
            <a:xfrm>
              <a:off x="5973322" y="2877447"/>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L1i (128KiB)</a:t>
              </a:r>
            </a:p>
          </p:txBody>
        </p:sp>
        <p:sp>
          <p:nvSpPr>
            <p:cNvPr id="61" name="Rectangle 60">
              <a:extLst>
                <a:ext uri="{FF2B5EF4-FFF2-40B4-BE49-F238E27FC236}">
                  <a16:creationId xmlns:a16="http://schemas.microsoft.com/office/drawing/2014/main" id="{FA53462F-A173-CAEA-6FE1-3D6677AB6DE1}"/>
                </a:ext>
              </a:extLst>
            </p:cNvPr>
            <p:cNvSpPr/>
            <p:nvPr/>
          </p:nvSpPr>
          <p:spPr>
            <a:xfrm>
              <a:off x="7448861" y="2854712"/>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L1i (128KiB)</a:t>
              </a:r>
            </a:p>
          </p:txBody>
        </p:sp>
        <p:sp>
          <p:nvSpPr>
            <p:cNvPr id="62" name="Rectangle 61">
              <a:extLst>
                <a:ext uri="{FF2B5EF4-FFF2-40B4-BE49-F238E27FC236}">
                  <a16:creationId xmlns:a16="http://schemas.microsoft.com/office/drawing/2014/main" id="{7A1B27BE-A0F4-FA33-15C7-BAD4564EFE5D}"/>
                </a:ext>
              </a:extLst>
            </p:cNvPr>
            <p:cNvSpPr/>
            <p:nvPr/>
          </p:nvSpPr>
          <p:spPr>
            <a:xfrm>
              <a:off x="8919747" y="2854712"/>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L1i (128KiB)</a:t>
              </a:r>
            </a:p>
          </p:txBody>
        </p:sp>
        <p:sp>
          <p:nvSpPr>
            <p:cNvPr id="63" name="Rectangle 62">
              <a:extLst>
                <a:ext uri="{FF2B5EF4-FFF2-40B4-BE49-F238E27FC236}">
                  <a16:creationId xmlns:a16="http://schemas.microsoft.com/office/drawing/2014/main" id="{FEA8BDD5-A1C6-035C-90FD-DE8CEDCB66B3}"/>
                </a:ext>
              </a:extLst>
            </p:cNvPr>
            <p:cNvSpPr/>
            <p:nvPr/>
          </p:nvSpPr>
          <p:spPr>
            <a:xfrm>
              <a:off x="10390633" y="2847217"/>
              <a:ext cx="1260878" cy="28019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onsolas" panose="020B0609020204030204" pitchFamily="49" charset="0"/>
                </a:rPr>
                <a:t>L1i (128KiB)</a:t>
              </a:r>
            </a:p>
            <a:p>
              <a:pPr algn="ctr"/>
              <a:endParaRPr lang="en-US" sz="1200" b="1" dirty="0">
                <a:solidFill>
                  <a:schemeClr val="tx1"/>
                </a:solidFill>
                <a:latin typeface="Consolas" panose="020B0609020204030204" pitchFamily="49" charset="0"/>
              </a:endParaRPr>
            </a:p>
          </p:txBody>
        </p:sp>
        <p:cxnSp>
          <p:nvCxnSpPr>
            <p:cNvPr id="65" name="Straight Arrow Connector 64">
              <a:extLst>
                <a:ext uri="{FF2B5EF4-FFF2-40B4-BE49-F238E27FC236}">
                  <a16:creationId xmlns:a16="http://schemas.microsoft.com/office/drawing/2014/main" id="{D9AA9A47-C33B-862B-64E5-4BAE01BAE922}"/>
                </a:ext>
              </a:extLst>
            </p:cNvPr>
            <p:cNvCxnSpPr>
              <a:stCxn id="50" idx="2"/>
              <a:endCxn id="51" idx="0"/>
            </p:cNvCxnSpPr>
            <p:nvPr/>
          </p:nvCxnSpPr>
          <p:spPr>
            <a:xfrm>
              <a:off x="6603762" y="2268096"/>
              <a:ext cx="0" cy="291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5B57CDF7-BC2E-3E6A-5BFB-D5BD32C03047}"/>
                </a:ext>
              </a:extLst>
            </p:cNvPr>
            <p:cNvCxnSpPr>
              <a:stCxn id="60" idx="2"/>
              <a:endCxn id="55" idx="0"/>
            </p:cNvCxnSpPr>
            <p:nvPr/>
          </p:nvCxnSpPr>
          <p:spPr>
            <a:xfrm>
              <a:off x="6603761" y="3157642"/>
              <a:ext cx="0" cy="292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5123941F-3D07-6A44-D981-D5DE2E407AD7}"/>
                </a:ext>
              </a:extLst>
            </p:cNvPr>
            <p:cNvCxnSpPr>
              <a:stCxn id="47" idx="2"/>
              <a:endCxn id="52" idx="0"/>
            </p:cNvCxnSpPr>
            <p:nvPr/>
          </p:nvCxnSpPr>
          <p:spPr>
            <a:xfrm>
              <a:off x="8079301" y="2248409"/>
              <a:ext cx="0" cy="2888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F68ACC09-E14A-9B9A-994F-7A37FC500BF9}"/>
                </a:ext>
              </a:extLst>
            </p:cNvPr>
            <p:cNvCxnSpPr>
              <a:stCxn id="61" idx="2"/>
              <a:endCxn id="56" idx="0"/>
            </p:cNvCxnSpPr>
            <p:nvPr/>
          </p:nvCxnSpPr>
          <p:spPr>
            <a:xfrm>
              <a:off x="8079300" y="3134907"/>
              <a:ext cx="0" cy="315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5BA8DD93-DF76-0671-C741-3388730D641C}"/>
                </a:ext>
              </a:extLst>
            </p:cNvPr>
            <p:cNvCxnSpPr>
              <a:stCxn id="48" idx="2"/>
              <a:endCxn id="53" idx="0"/>
            </p:cNvCxnSpPr>
            <p:nvPr/>
          </p:nvCxnSpPr>
          <p:spPr>
            <a:xfrm>
              <a:off x="9550187" y="2248409"/>
              <a:ext cx="0" cy="2888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99C53869-FEEF-1780-EB74-71EF98357954}"/>
                </a:ext>
              </a:extLst>
            </p:cNvPr>
            <p:cNvCxnSpPr>
              <a:stCxn id="62" idx="2"/>
              <a:endCxn id="57" idx="0"/>
            </p:cNvCxnSpPr>
            <p:nvPr/>
          </p:nvCxnSpPr>
          <p:spPr>
            <a:xfrm>
              <a:off x="9550186" y="3134907"/>
              <a:ext cx="0" cy="2956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91EE0A36-A2C3-EA32-A70F-2015331E125C}"/>
                </a:ext>
              </a:extLst>
            </p:cNvPr>
            <p:cNvCxnSpPr>
              <a:stCxn id="49" idx="2"/>
              <a:endCxn id="54" idx="0"/>
            </p:cNvCxnSpPr>
            <p:nvPr/>
          </p:nvCxnSpPr>
          <p:spPr>
            <a:xfrm>
              <a:off x="11021073" y="2240914"/>
              <a:ext cx="0" cy="2888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701E327D-EB00-D62F-1131-5B6BA16AD895}"/>
                </a:ext>
              </a:extLst>
            </p:cNvPr>
            <p:cNvCxnSpPr>
              <a:stCxn id="63" idx="2"/>
              <a:endCxn id="58" idx="0"/>
            </p:cNvCxnSpPr>
            <p:nvPr/>
          </p:nvCxnSpPr>
          <p:spPr>
            <a:xfrm>
              <a:off x="11021072" y="3127412"/>
              <a:ext cx="0" cy="303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48B10BB-2B33-F3F5-8FB8-03AEB0E49B1A}"/>
                </a:ext>
              </a:extLst>
            </p:cNvPr>
            <p:cNvCxnSpPr>
              <a:stCxn id="55" idx="2"/>
            </p:cNvCxnSpPr>
            <p:nvPr/>
          </p:nvCxnSpPr>
          <p:spPr>
            <a:xfrm>
              <a:off x="6603761" y="4065465"/>
              <a:ext cx="0" cy="551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8C2DFA02-4542-A879-AF4B-E05FB13BC588}"/>
                </a:ext>
              </a:extLst>
            </p:cNvPr>
            <p:cNvCxnSpPr>
              <a:stCxn id="56" idx="2"/>
            </p:cNvCxnSpPr>
            <p:nvPr/>
          </p:nvCxnSpPr>
          <p:spPr>
            <a:xfrm>
              <a:off x="8079300" y="4056356"/>
              <a:ext cx="0" cy="560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45D4FB9A-67D7-462E-12F9-9770EB7ADE5A}"/>
                </a:ext>
              </a:extLst>
            </p:cNvPr>
            <p:cNvCxnSpPr>
              <a:stCxn id="57" idx="2"/>
            </p:cNvCxnSpPr>
            <p:nvPr/>
          </p:nvCxnSpPr>
          <p:spPr>
            <a:xfrm>
              <a:off x="9550186" y="4056356"/>
              <a:ext cx="0" cy="560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DACFC039-65A9-7620-18A5-652CAB214E7C}"/>
                </a:ext>
              </a:extLst>
            </p:cNvPr>
            <p:cNvCxnSpPr>
              <a:stCxn id="58" idx="2"/>
            </p:cNvCxnSpPr>
            <p:nvPr/>
          </p:nvCxnSpPr>
          <p:spPr>
            <a:xfrm>
              <a:off x="11021072" y="4056356"/>
              <a:ext cx="0" cy="560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3127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89DA7-6623-9E56-7092-DD7FDB92B0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931371-A886-5ED0-7E89-772C5C4674F3}"/>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Exploring </a:t>
            </a:r>
            <a:r>
              <a:rPr lang="en-US" sz="2800" b="1" dirty="0">
                <a:latin typeface="Congenial UltraLight" panose="020F0502020204030204" pitchFamily="2" charset="0"/>
              </a:rPr>
              <a:t>/sys/devices/system/</a:t>
            </a:r>
            <a:r>
              <a:rPr lang="en-US" sz="2800" b="1" dirty="0" err="1">
                <a:latin typeface="Congenial UltraLight" panose="020F0502020204030204" pitchFamily="2" charset="0"/>
              </a:rPr>
              <a:t>cpu</a:t>
            </a:r>
            <a:r>
              <a:rPr lang="en-US" sz="2800" b="1" dirty="0">
                <a:latin typeface="Congenial UltraLight" panose="020F0502020204030204" pitchFamily="2" charset="0"/>
              </a:rPr>
              <a:t>/</a:t>
            </a:r>
            <a:endParaRPr lang="en-US" sz="2800" dirty="0">
              <a:latin typeface="Congenial UltraLight" panose="020F0502020204030204" pitchFamily="2" charset="0"/>
            </a:endParaRPr>
          </a:p>
        </p:txBody>
      </p:sp>
      <p:grpSp>
        <p:nvGrpSpPr>
          <p:cNvPr id="6" name="Group 5">
            <a:extLst>
              <a:ext uri="{FF2B5EF4-FFF2-40B4-BE49-F238E27FC236}">
                <a16:creationId xmlns:a16="http://schemas.microsoft.com/office/drawing/2014/main" id="{CDD74E91-CD79-D0AD-E2B4-B76DD1365CC5}"/>
              </a:ext>
            </a:extLst>
          </p:cNvPr>
          <p:cNvGrpSpPr/>
          <p:nvPr/>
        </p:nvGrpSpPr>
        <p:grpSpPr>
          <a:xfrm>
            <a:off x="8436557" y="1372654"/>
            <a:ext cx="3409725" cy="523345"/>
            <a:chOff x="4981920" y="1744751"/>
            <a:chExt cx="3409725" cy="523345"/>
          </a:xfrm>
        </p:grpSpPr>
        <p:sp>
          <p:nvSpPr>
            <p:cNvPr id="47" name="Rectangle 46">
              <a:extLst>
                <a:ext uri="{FF2B5EF4-FFF2-40B4-BE49-F238E27FC236}">
                  <a16:creationId xmlns:a16="http://schemas.microsoft.com/office/drawing/2014/main" id="{5117F0A4-D5B7-6A92-6E7A-1C2BBB359076}"/>
                </a:ext>
              </a:extLst>
            </p:cNvPr>
            <p:cNvSpPr/>
            <p:nvPr/>
          </p:nvSpPr>
          <p:spPr>
            <a:xfrm>
              <a:off x="5864991" y="1746452"/>
              <a:ext cx="760512" cy="52164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CPU1</a:t>
              </a:r>
            </a:p>
          </p:txBody>
        </p:sp>
        <p:sp>
          <p:nvSpPr>
            <p:cNvPr id="48" name="Rectangle 47">
              <a:extLst>
                <a:ext uri="{FF2B5EF4-FFF2-40B4-BE49-F238E27FC236}">
                  <a16:creationId xmlns:a16="http://schemas.microsoft.com/office/drawing/2014/main" id="{AA1CCEC2-91DF-483E-E362-C6765539D1A8}"/>
                </a:ext>
              </a:extLst>
            </p:cNvPr>
            <p:cNvSpPr/>
            <p:nvPr/>
          </p:nvSpPr>
          <p:spPr>
            <a:xfrm>
              <a:off x="6748062" y="1744751"/>
              <a:ext cx="760512" cy="52164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CPU2</a:t>
              </a:r>
            </a:p>
          </p:txBody>
        </p:sp>
        <p:sp>
          <p:nvSpPr>
            <p:cNvPr id="49" name="Rectangle 48">
              <a:extLst>
                <a:ext uri="{FF2B5EF4-FFF2-40B4-BE49-F238E27FC236}">
                  <a16:creationId xmlns:a16="http://schemas.microsoft.com/office/drawing/2014/main" id="{CE2F0BC7-F04A-A367-5317-CE6D5515C1EB}"/>
                </a:ext>
              </a:extLst>
            </p:cNvPr>
            <p:cNvSpPr/>
            <p:nvPr/>
          </p:nvSpPr>
          <p:spPr>
            <a:xfrm>
              <a:off x="7631133" y="1744751"/>
              <a:ext cx="760512" cy="52164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CPU3</a:t>
              </a:r>
            </a:p>
          </p:txBody>
        </p:sp>
        <p:sp>
          <p:nvSpPr>
            <p:cNvPr id="50" name="Rectangle 49">
              <a:extLst>
                <a:ext uri="{FF2B5EF4-FFF2-40B4-BE49-F238E27FC236}">
                  <a16:creationId xmlns:a16="http://schemas.microsoft.com/office/drawing/2014/main" id="{1581FEB2-62F9-55BB-3F91-B99CB339AA9A}"/>
                </a:ext>
              </a:extLst>
            </p:cNvPr>
            <p:cNvSpPr/>
            <p:nvPr/>
          </p:nvSpPr>
          <p:spPr>
            <a:xfrm>
              <a:off x="4981920" y="1746452"/>
              <a:ext cx="760512" cy="52164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CPU0</a:t>
              </a:r>
            </a:p>
          </p:txBody>
        </p:sp>
      </p:grpSp>
      <p:pic>
        <p:nvPicPr>
          <p:cNvPr id="3" name="Picture 2">
            <a:extLst>
              <a:ext uri="{FF2B5EF4-FFF2-40B4-BE49-F238E27FC236}">
                <a16:creationId xmlns:a16="http://schemas.microsoft.com/office/drawing/2014/main" id="{98B52ACD-CA73-47A8-D46B-6A236FDB8EFF}"/>
              </a:ext>
            </a:extLst>
          </p:cNvPr>
          <p:cNvPicPr>
            <a:picLocks noChangeAspect="1"/>
          </p:cNvPicPr>
          <p:nvPr/>
        </p:nvPicPr>
        <p:blipFill>
          <a:blip r:embed="rId2"/>
          <a:stretch>
            <a:fillRect/>
          </a:stretch>
        </p:blipFill>
        <p:spPr>
          <a:xfrm>
            <a:off x="4060435" y="1011498"/>
            <a:ext cx="4071130" cy="1213173"/>
          </a:xfrm>
          <a:prstGeom prst="rect">
            <a:avLst/>
          </a:prstGeom>
        </p:spPr>
      </p:pic>
      <p:sp>
        <p:nvSpPr>
          <p:cNvPr id="11" name="TextBox 10">
            <a:extLst>
              <a:ext uri="{FF2B5EF4-FFF2-40B4-BE49-F238E27FC236}">
                <a16:creationId xmlns:a16="http://schemas.microsoft.com/office/drawing/2014/main" id="{F6992E68-961A-F62D-42AD-23CD02B0631F}"/>
              </a:ext>
            </a:extLst>
          </p:cNvPr>
          <p:cNvSpPr txBox="1"/>
          <p:nvPr/>
        </p:nvSpPr>
        <p:spPr>
          <a:xfrm>
            <a:off x="156019" y="1310309"/>
            <a:ext cx="3245549" cy="615553"/>
          </a:xfrm>
          <a:prstGeom prst="rect">
            <a:avLst/>
          </a:prstGeom>
          <a:solidFill>
            <a:schemeClr val="bg1">
              <a:lumMod val="95000"/>
            </a:schemeClr>
          </a:solidFill>
          <a:ln>
            <a:solidFill>
              <a:schemeClr val="tx1"/>
            </a:solidFill>
          </a:ln>
        </p:spPr>
        <p:txBody>
          <a:bodyPr wrap="square">
            <a:spAutoFit/>
          </a:bodyPr>
          <a:lstStyle/>
          <a:p>
            <a:r>
              <a:rPr lang="fr-FR" b="1" dirty="0">
                <a:solidFill>
                  <a:schemeClr val="accent6">
                    <a:lumMod val="75000"/>
                  </a:schemeClr>
                </a:solidFill>
                <a:latin typeface="Consolas" panose="020B0609020204030204" pitchFamily="49" charset="0"/>
              </a:rPr>
              <a:t>t177h608@nephrite:~$ </a:t>
            </a:r>
          </a:p>
          <a:p>
            <a:r>
              <a:rPr lang="fr-FR" sz="1600" b="1" dirty="0">
                <a:solidFill>
                  <a:srgbClr val="FF0000"/>
                </a:solidFill>
                <a:latin typeface="Consolas" panose="020B0609020204030204" pitchFamily="49" charset="0"/>
              </a:rPr>
              <a:t>cd /</a:t>
            </a:r>
            <a:r>
              <a:rPr lang="fr-FR" sz="1600" b="1" dirty="0" err="1">
                <a:solidFill>
                  <a:srgbClr val="FF0000"/>
                </a:solidFill>
                <a:latin typeface="Consolas" panose="020B0609020204030204" pitchFamily="49" charset="0"/>
              </a:rPr>
              <a:t>sys</a:t>
            </a:r>
            <a:r>
              <a:rPr lang="fr-FR" sz="1600" b="1" dirty="0">
                <a:solidFill>
                  <a:srgbClr val="FF0000"/>
                </a:solidFill>
                <a:latin typeface="Consolas" panose="020B0609020204030204" pitchFamily="49" charset="0"/>
              </a:rPr>
              <a:t>/</a:t>
            </a:r>
            <a:r>
              <a:rPr lang="fr-FR" sz="1600" b="1" dirty="0" err="1">
                <a:solidFill>
                  <a:srgbClr val="FF0000"/>
                </a:solidFill>
                <a:latin typeface="Consolas" panose="020B0609020204030204" pitchFamily="49" charset="0"/>
              </a:rPr>
              <a:t>devices</a:t>
            </a:r>
            <a:r>
              <a:rPr lang="fr-FR" sz="1600" b="1" dirty="0">
                <a:solidFill>
                  <a:srgbClr val="FF0000"/>
                </a:solidFill>
                <a:latin typeface="Consolas" panose="020B0609020204030204" pitchFamily="49" charset="0"/>
              </a:rPr>
              <a:t>/system/</a:t>
            </a:r>
            <a:r>
              <a:rPr lang="fr-FR" sz="1600" b="1" dirty="0" err="1">
                <a:solidFill>
                  <a:srgbClr val="FF0000"/>
                </a:solidFill>
                <a:latin typeface="Consolas" panose="020B0609020204030204" pitchFamily="49" charset="0"/>
              </a:rPr>
              <a:t>cpu</a:t>
            </a:r>
            <a:r>
              <a:rPr lang="fr-FR" sz="1050" b="1" dirty="0">
                <a:solidFill>
                  <a:srgbClr val="FF0000"/>
                </a:solidFill>
                <a:latin typeface="Consolas" panose="020B0609020204030204" pitchFamily="49" charset="0"/>
              </a:rPr>
              <a:t>/</a:t>
            </a:r>
            <a:endParaRPr lang="en-US" b="1" dirty="0">
              <a:solidFill>
                <a:srgbClr val="FF0000"/>
              </a:solidFill>
              <a:latin typeface="Consolas" panose="020B0609020204030204" pitchFamily="49" charset="0"/>
            </a:endParaRPr>
          </a:p>
        </p:txBody>
      </p:sp>
      <p:sp>
        <p:nvSpPr>
          <p:cNvPr id="15" name="TextBox 14">
            <a:extLst>
              <a:ext uri="{FF2B5EF4-FFF2-40B4-BE49-F238E27FC236}">
                <a16:creationId xmlns:a16="http://schemas.microsoft.com/office/drawing/2014/main" id="{80DF73E3-91F2-D51E-2F85-BC6838F7103C}"/>
              </a:ext>
            </a:extLst>
          </p:cNvPr>
          <p:cNvSpPr txBox="1"/>
          <p:nvPr/>
        </p:nvSpPr>
        <p:spPr>
          <a:xfrm>
            <a:off x="832675" y="3299628"/>
            <a:ext cx="7104317" cy="2031325"/>
          </a:xfrm>
          <a:prstGeom prst="rect">
            <a:avLst/>
          </a:prstGeom>
          <a:solidFill>
            <a:schemeClr val="bg1">
              <a:lumMod val="95000"/>
            </a:schemeClr>
          </a:solidFill>
          <a:ln>
            <a:solidFill>
              <a:schemeClr val="tx1"/>
            </a:solidFill>
          </a:ln>
        </p:spPr>
        <p:txBody>
          <a:bodyPr wrap="square">
            <a:spAutoFit/>
          </a:bodyPr>
          <a:lstStyle/>
          <a:p>
            <a:r>
              <a:rPr lang="en-US" b="1" dirty="0">
                <a:solidFill>
                  <a:schemeClr val="accent6">
                    <a:lumMod val="75000"/>
                  </a:schemeClr>
                </a:solidFill>
                <a:latin typeface="Consolas" panose="020B0609020204030204" pitchFamily="49" charset="0"/>
              </a:rPr>
              <a:t>t177h608@nephrite:/sys/devices/system/</a:t>
            </a:r>
            <a:r>
              <a:rPr lang="en-US" b="1" dirty="0" err="1">
                <a:solidFill>
                  <a:schemeClr val="accent6">
                    <a:lumMod val="75000"/>
                  </a:schemeClr>
                </a:solidFill>
                <a:latin typeface="Consolas" panose="020B0609020204030204" pitchFamily="49" charset="0"/>
              </a:rPr>
              <a:t>cpu</a:t>
            </a:r>
            <a:r>
              <a:rPr lang="en-US" b="1" dirty="0">
                <a:solidFill>
                  <a:schemeClr val="accent6">
                    <a:lumMod val="75000"/>
                  </a:schemeClr>
                </a:solidFill>
                <a:latin typeface="Consolas" panose="020B0609020204030204" pitchFamily="49" charset="0"/>
              </a:rPr>
              <a:t>/cpu0/cache$</a:t>
            </a:r>
          </a:p>
          <a:p>
            <a:r>
              <a:rPr lang="en-US" b="1" dirty="0">
                <a:solidFill>
                  <a:schemeClr val="accent6">
                    <a:lumMod val="75000"/>
                  </a:schemeClr>
                </a:solidFill>
                <a:latin typeface="Consolas" panose="020B0609020204030204" pitchFamily="49" charset="0"/>
              </a:rPr>
              <a:t> </a:t>
            </a:r>
          </a:p>
          <a:p>
            <a:r>
              <a:rPr lang="en-US" b="1" dirty="0">
                <a:solidFill>
                  <a:srgbClr val="FF0000"/>
                </a:solidFill>
                <a:latin typeface="Consolas" panose="020B0609020204030204" pitchFamily="49" charset="0"/>
              </a:rPr>
              <a:t>cat index0/level</a:t>
            </a:r>
          </a:p>
          <a:p>
            <a:r>
              <a:rPr lang="en-US" b="1" dirty="0">
                <a:solidFill>
                  <a:srgbClr val="FF0000"/>
                </a:solidFill>
                <a:latin typeface="Consolas" panose="020B0609020204030204" pitchFamily="49" charset="0"/>
              </a:rPr>
              <a:t>cat index0/type</a:t>
            </a:r>
          </a:p>
          <a:p>
            <a:r>
              <a:rPr lang="en-US" b="1" dirty="0">
                <a:solidFill>
                  <a:srgbClr val="FF0000"/>
                </a:solidFill>
                <a:latin typeface="Consolas" panose="020B0609020204030204" pitchFamily="49" charset="0"/>
              </a:rPr>
              <a:t>cat index0/size</a:t>
            </a:r>
          </a:p>
          <a:p>
            <a:r>
              <a:rPr lang="en-US" b="1" dirty="0">
                <a:solidFill>
                  <a:srgbClr val="FF0000"/>
                </a:solidFill>
                <a:latin typeface="Consolas" panose="020B0609020204030204" pitchFamily="49" charset="0"/>
              </a:rPr>
              <a:t>cat index0/</a:t>
            </a:r>
            <a:r>
              <a:rPr lang="en-US" b="1" dirty="0" err="1">
                <a:solidFill>
                  <a:srgbClr val="FF0000"/>
                </a:solidFill>
                <a:latin typeface="Consolas" panose="020B0609020204030204" pitchFamily="49" charset="0"/>
              </a:rPr>
              <a:t>ways_of_associativity</a:t>
            </a:r>
            <a:endParaRPr lang="en-US" b="1" dirty="0">
              <a:solidFill>
                <a:srgbClr val="FF0000"/>
              </a:solidFill>
              <a:latin typeface="Consolas" panose="020B0609020204030204" pitchFamily="49" charset="0"/>
            </a:endParaRPr>
          </a:p>
          <a:p>
            <a:r>
              <a:rPr lang="en-US" b="1" dirty="0">
                <a:solidFill>
                  <a:srgbClr val="FF0000"/>
                </a:solidFill>
                <a:latin typeface="Consolas" panose="020B0609020204030204" pitchFamily="49" charset="0"/>
              </a:rPr>
              <a:t>cat index0/</a:t>
            </a:r>
            <a:r>
              <a:rPr lang="en-US" b="1" dirty="0" err="1">
                <a:solidFill>
                  <a:srgbClr val="FF0000"/>
                </a:solidFill>
                <a:latin typeface="Consolas" panose="020B0609020204030204" pitchFamily="49" charset="0"/>
              </a:rPr>
              <a:t>coherency_line_size</a:t>
            </a:r>
            <a:endParaRPr lang="en-US" b="1" dirty="0">
              <a:solidFill>
                <a:srgbClr val="FF0000"/>
              </a:solidFill>
              <a:latin typeface="Consolas" panose="020B0609020204030204" pitchFamily="49" charset="0"/>
            </a:endParaRPr>
          </a:p>
        </p:txBody>
      </p:sp>
      <p:sp>
        <p:nvSpPr>
          <p:cNvPr id="17" name="TextBox 16">
            <a:extLst>
              <a:ext uri="{FF2B5EF4-FFF2-40B4-BE49-F238E27FC236}">
                <a16:creationId xmlns:a16="http://schemas.microsoft.com/office/drawing/2014/main" id="{38892787-DD72-1B4D-7F03-D897F2B0BEAE}"/>
              </a:ext>
            </a:extLst>
          </p:cNvPr>
          <p:cNvSpPr txBox="1"/>
          <p:nvPr/>
        </p:nvSpPr>
        <p:spPr>
          <a:xfrm>
            <a:off x="9589266" y="3576626"/>
            <a:ext cx="1290089" cy="1477328"/>
          </a:xfrm>
          <a:prstGeom prst="rect">
            <a:avLst/>
          </a:prstGeom>
          <a:solidFill>
            <a:schemeClr val="bg1">
              <a:lumMod val="95000"/>
            </a:schemeClr>
          </a:solidFill>
          <a:ln>
            <a:solidFill>
              <a:schemeClr val="tx1"/>
            </a:solidFill>
          </a:ln>
        </p:spPr>
        <p:txBody>
          <a:bodyPr wrap="square">
            <a:spAutoFit/>
          </a:bodyPr>
          <a:lstStyle/>
          <a:p>
            <a:r>
              <a:rPr lang="nn-NO" dirty="0"/>
              <a:t>1</a:t>
            </a:r>
          </a:p>
          <a:p>
            <a:r>
              <a:rPr lang="nn-NO" dirty="0"/>
              <a:t>Data</a:t>
            </a:r>
          </a:p>
          <a:p>
            <a:r>
              <a:rPr lang="nn-NO" dirty="0"/>
              <a:t>32K</a:t>
            </a:r>
          </a:p>
          <a:p>
            <a:r>
              <a:rPr lang="nn-NO" dirty="0"/>
              <a:t>8</a:t>
            </a:r>
          </a:p>
          <a:p>
            <a:r>
              <a:rPr lang="nn-NO" dirty="0"/>
              <a:t>64</a:t>
            </a:r>
          </a:p>
        </p:txBody>
      </p:sp>
      <p:cxnSp>
        <p:nvCxnSpPr>
          <p:cNvPr id="19" name="Straight Arrow Connector 18">
            <a:extLst>
              <a:ext uri="{FF2B5EF4-FFF2-40B4-BE49-F238E27FC236}">
                <a16:creationId xmlns:a16="http://schemas.microsoft.com/office/drawing/2014/main" id="{65C8E975-560B-5495-00CB-4D37BD01CECE}"/>
              </a:ext>
            </a:extLst>
          </p:cNvPr>
          <p:cNvCxnSpPr>
            <a:cxnSpLocks/>
            <a:stCxn id="15" idx="3"/>
            <a:endCxn id="17" idx="1"/>
          </p:cNvCxnSpPr>
          <p:nvPr/>
        </p:nvCxnSpPr>
        <p:spPr>
          <a:xfrm flipV="1">
            <a:off x="7936992" y="4315290"/>
            <a:ext cx="1652274"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0282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B762E-F4C7-BCED-2B96-816949F041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9F24E2-FEF6-0D2D-A470-18FD58EC95D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Exploring </a:t>
            </a:r>
            <a:r>
              <a:rPr lang="en-US" sz="2800" b="1" dirty="0">
                <a:latin typeface="Congenial UltraLight" panose="020F0502020204030204" pitchFamily="2" charset="0"/>
              </a:rPr>
              <a:t>/sys/devices/system/</a:t>
            </a:r>
            <a:r>
              <a:rPr lang="en-US" sz="2800" b="1" dirty="0" err="1">
                <a:latin typeface="Congenial UltraLight" panose="020F0502020204030204" pitchFamily="2" charset="0"/>
              </a:rPr>
              <a:t>cpu</a:t>
            </a:r>
            <a:r>
              <a:rPr lang="en-US" sz="2800" b="1" dirty="0">
                <a:latin typeface="Congenial UltraLight" panose="020F0502020204030204" pitchFamily="2" charset="0"/>
              </a:rPr>
              <a:t>/</a:t>
            </a:r>
            <a:endParaRPr lang="en-US" sz="2800" dirty="0">
              <a:latin typeface="Congenial UltraLight" panose="020F0502020204030204" pitchFamily="2" charset="0"/>
            </a:endParaRPr>
          </a:p>
        </p:txBody>
      </p:sp>
      <p:pic>
        <p:nvPicPr>
          <p:cNvPr id="8" name="Picture 7">
            <a:extLst>
              <a:ext uri="{FF2B5EF4-FFF2-40B4-BE49-F238E27FC236}">
                <a16:creationId xmlns:a16="http://schemas.microsoft.com/office/drawing/2014/main" id="{A69DA4CA-094F-8117-2699-4553D4C1B390}"/>
              </a:ext>
            </a:extLst>
          </p:cNvPr>
          <p:cNvPicPr>
            <a:picLocks noChangeAspect="1"/>
          </p:cNvPicPr>
          <p:nvPr/>
        </p:nvPicPr>
        <p:blipFill>
          <a:blip r:embed="rId2"/>
          <a:stretch>
            <a:fillRect/>
          </a:stretch>
        </p:blipFill>
        <p:spPr>
          <a:xfrm>
            <a:off x="299111" y="2817478"/>
            <a:ext cx="5676781" cy="3941065"/>
          </a:xfrm>
          <a:prstGeom prst="rect">
            <a:avLst/>
          </a:prstGeom>
        </p:spPr>
      </p:pic>
      <p:sp>
        <p:nvSpPr>
          <p:cNvPr id="10" name="TextBox 9">
            <a:extLst>
              <a:ext uri="{FF2B5EF4-FFF2-40B4-BE49-F238E27FC236}">
                <a16:creationId xmlns:a16="http://schemas.microsoft.com/office/drawing/2014/main" id="{DC5634A2-2A91-E982-BC6D-EED030D10AFF}"/>
              </a:ext>
            </a:extLst>
          </p:cNvPr>
          <p:cNvSpPr txBox="1"/>
          <p:nvPr/>
        </p:nvSpPr>
        <p:spPr>
          <a:xfrm>
            <a:off x="299111" y="689562"/>
            <a:ext cx="6051685" cy="1754326"/>
          </a:xfrm>
          <a:prstGeom prst="rect">
            <a:avLst/>
          </a:prstGeom>
          <a:solidFill>
            <a:schemeClr val="bg1">
              <a:lumMod val="95000"/>
            </a:schemeClr>
          </a:solidFill>
          <a:ln>
            <a:solidFill>
              <a:schemeClr val="tx1"/>
            </a:solidFill>
          </a:ln>
        </p:spPr>
        <p:txBody>
          <a:bodyPr wrap="square">
            <a:spAutoFit/>
          </a:bodyPr>
          <a:lstStyle/>
          <a:p>
            <a:r>
              <a:rPr lang="en-US" sz="1200" b="1" dirty="0">
                <a:solidFill>
                  <a:schemeClr val="accent6">
                    <a:lumMod val="75000"/>
                  </a:schemeClr>
                </a:solidFill>
                <a:latin typeface="Consolas" panose="020B0609020204030204" pitchFamily="49" charset="0"/>
              </a:rPr>
              <a:t>for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 in /sys/devices/system/</a:t>
            </a:r>
            <a:r>
              <a:rPr lang="en-US" sz="1200" b="1" dirty="0" err="1">
                <a:solidFill>
                  <a:schemeClr val="accent6">
                    <a:lumMod val="75000"/>
                  </a:schemeClr>
                </a:solidFill>
                <a:latin typeface="Consolas" panose="020B0609020204030204" pitchFamily="49" charset="0"/>
              </a:rPr>
              <a:t>cpu</a:t>
            </a:r>
            <a:r>
              <a:rPr lang="en-US" sz="1200" b="1" dirty="0">
                <a:solidFill>
                  <a:schemeClr val="accent6">
                    <a:lumMod val="75000"/>
                  </a:schemeClr>
                </a:solidFill>
                <a:latin typeface="Consolas" panose="020B0609020204030204" pitchFamily="49" charset="0"/>
              </a:rPr>
              <a:t>/cpu0/cache/index*; do</a:t>
            </a:r>
          </a:p>
          <a:p>
            <a:r>
              <a:rPr lang="en-US" sz="1200" b="1" dirty="0">
                <a:solidFill>
                  <a:schemeClr val="accent6">
                    <a:lumMod val="75000"/>
                  </a:schemeClr>
                </a:solidFill>
                <a:latin typeface="Consolas" panose="020B0609020204030204" pitchFamily="49" charset="0"/>
              </a:rPr>
              <a:t>    echo "Cache Index: $(</a:t>
            </a:r>
            <a:r>
              <a:rPr lang="en-US" sz="1200" b="1" dirty="0" err="1">
                <a:solidFill>
                  <a:schemeClr val="accent6">
                    <a:lumMod val="75000"/>
                  </a:schemeClr>
                </a:solidFill>
                <a:latin typeface="Consolas" panose="020B0609020204030204" pitchFamily="49" charset="0"/>
              </a:rPr>
              <a:t>basename</a:t>
            </a:r>
            <a:r>
              <a:rPr lang="en-US" sz="1200" b="1" dirty="0">
                <a:solidFill>
                  <a:schemeClr val="accent6">
                    <a:lumMod val="75000"/>
                  </a:schemeClr>
                </a:solidFill>
                <a:latin typeface="Consolas" panose="020B0609020204030204" pitchFamily="49" charset="0"/>
              </a:rPr>
              <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a:t>
            </a:r>
          </a:p>
          <a:p>
            <a:r>
              <a:rPr lang="en-US" sz="1200" b="1" dirty="0">
                <a:solidFill>
                  <a:schemeClr val="accent6">
                    <a:lumMod val="75000"/>
                  </a:schemeClr>
                </a:solidFill>
                <a:latin typeface="Consolas" panose="020B0609020204030204" pitchFamily="49" charset="0"/>
              </a:rPr>
              <a:t>    echo " Level: $(cat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/level)"</a:t>
            </a:r>
          </a:p>
          <a:p>
            <a:r>
              <a:rPr lang="en-US" sz="1200" b="1" dirty="0">
                <a:solidFill>
                  <a:schemeClr val="accent6">
                    <a:lumMod val="75000"/>
                  </a:schemeClr>
                </a:solidFill>
                <a:latin typeface="Consolas" panose="020B0609020204030204" pitchFamily="49" charset="0"/>
              </a:rPr>
              <a:t>    echo " Type: $(cat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/type)"</a:t>
            </a:r>
          </a:p>
          <a:p>
            <a:r>
              <a:rPr lang="en-US" sz="1200" b="1" dirty="0">
                <a:solidFill>
                  <a:schemeClr val="accent6">
                    <a:lumMod val="75000"/>
                  </a:schemeClr>
                </a:solidFill>
                <a:latin typeface="Consolas" panose="020B0609020204030204" pitchFamily="49" charset="0"/>
              </a:rPr>
              <a:t>    echo " Size: $(cat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/size)"</a:t>
            </a:r>
          </a:p>
          <a:p>
            <a:r>
              <a:rPr lang="en-US" sz="1200" b="1" dirty="0">
                <a:solidFill>
                  <a:schemeClr val="accent6">
                    <a:lumMod val="75000"/>
                  </a:schemeClr>
                </a:solidFill>
                <a:latin typeface="Consolas" panose="020B0609020204030204" pitchFamily="49" charset="0"/>
              </a:rPr>
              <a:t>    echo " Ways of Associativity: $(cat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a:t>
            </a:r>
            <a:r>
              <a:rPr lang="en-US" sz="1200" b="1" dirty="0" err="1">
                <a:solidFill>
                  <a:schemeClr val="accent6">
                    <a:lumMod val="75000"/>
                  </a:schemeClr>
                </a:solidFill>
                <a:latin typeface="Consolas" panose="020B0609020204030204" pitchFamily="49" charset="0"/>
              </a:rPr>
              <a:t>ways_of_associativity</a:t>
            </a:r>
            <a:r>
              <a:rPr lang="en-US" sz="1200" b="1" dirty="0">
                <a:solidFill>
                  <a:schemeClr val="accent6">
                    <a:lumMod val="75000"/>
                  </a:schemeClr>
                </a:solidFill>
                <a:latin typeface="Consolas" panose="020B0609020204030204" pitchFamily="49" charset="0"/>
              </a:rPr>
              <a:t>)"</a:t>
            </a:r>
          </a:p>
          <a:p>
            <a:r>
              <a:rPr lang="en-US" sz="1200" b="1" dirty="0">
                <a:solidFill>
                  <a:schemeClr val="accent6">
                    <a:lumMod val="75000"/>
                  </a:schemeClr>
                </a:solidFill>
                <a:latin typeface="Consolas" panose="020B0609020204030204" pitchFamily="49" charset="0"/>
              </a:rPr>
              <a:t>    echo " Coherency Line Size: $(cat $</a:t>
            </a:r>
            <a:r>
              <a:rPr lang="en-US" sz="1200" b="1" dirty="0" err="1">
                <a:solidFill>
                  <a:schemeClr val="accent6">
                    <a:lumMod val="75000"/>
                  </a:schemeClr>
                </a:solidFill>
                <a:latin typeface="Consolas" panose="020B0609020204030204" pitchFamily="49" charset="0"/>
              </a:rPr>
              <a:t>idx</a:t>
            </a:r>
            <a:r>
              <a:rPr lang="en-US" sz="1200" b="1" dirty="0">
                <a:solidFill>
                  <a:schemeClr val="accent6">
                    <a:lumMod val="75000"/>
                  </a:schemeClr>
                </a:solidFill>
                <a:latin typeface="Consolas" panose="020B0609020204030204" pitchFamily="49" charset="0"/>
              </a:rPr>
              <a:t>/</a:t>
            </a:r>
            <a:r>
              <a:rPr lang="en-US" sz="1200" b="1" dirty="0" err="1">
                <a:solidFill>
                  <a:schemeClr val="accent6">
                    <a:lumMod val="75000"/>
                  </a:schemeClr>
                </a:solidFill>
                <a:latin typeface="Consolas" panose="020B0609020204030204" pitchFamily="49" charset="0"/>
              </a:rPr>
              <a:t>coherency_line_size</a:t>
            </a:r>
            <a:r>
              <a:rPr lang="en-US" sz="1200" b="1" dirty="0">
                <a:solidFill>
                  <a:schemeClr val="accent6">
                    <a:lumMod val="75000"/>
                  </a:schemeClr>
                </a:solidFill>
                <a:latin typeface="Consolas" panose="020B0609020204030204" pitchFamily="49" charset="0"/>
              </a:rPr>
              <a:t>)"</a:t>
            </a:r>
          </a:p>
          <a:p>
            <a:r>
              <a:rPr lang="en-US" sz="1200" b="1" dirty="0">
                <a:solidFill>
                  <a:schemeClr val="accent6">
                    <a:lumMod val="75000"/>
                  </a:schemeClr>
                </a:solidFill>
                <a:latin typeface="Consolas" panose="020B0609020204030204" pitchFamily="49" charset="0"/>
              </a:rPr>
              <a:t>    echo ""</a:t>
            </a:r>
          </a:p>
          <a:p>
            <a:r>
              <a:rPr lang="en-US" sz="1200" b="1" dirty="0">
                <a:solidFill>
                  <a:schemeClr val="accent6">
                    <a:lumMod val="75000"/>
                  </a:schemeClr>
                </a:solidFill>
                <a:latin typeface="Consolas" panose="020B0609020204030204" pitchFamily="49" charset="0"/>
              </a:rPr>
              <a:t>done</a:t>
            </a:r>
          </a:p>
        </p:txBody>
      </p:sp>
      <p:sp>
        <p:nvSpPr>
          <p:cNvPr id="18" name="Rectangle 17">
            <a:extLst>
              <a:ext uri="{FF2B5EF4-FFF2-40B4-BE49-F238E27FC236}">
                <a16:creationId xmlns:a16="http://schemas.microsoft.com/office/drawing/2014/main" id="{666C3CCB-227D-CEB4-10D7-611854190C1E}"/>
              </a:ext>
            </a:extLst>
          </p:cNvPr>
          <p:cNvSpPr/>
          <p:nvPr/>
        </p:nvSpPr>
        <p:spPr>
          <a:xfrm>
            <a:off x="6510529" y="3068938"/>
            <a:ext cx="1323245" cy="244452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B8E5092-CC77-CEC1-A370-5F73B6CBD53F}"/>
              </a:ext>
            </a:extLst>
          </p:cNvPr>
          <p:cNvSpPr/>
          <p:nvPr/>
        </p:nvSpPr>
        <p:spPr>
          <a:xfrm>
            <a:off x="6597478" y="3153713"/>
            <a:ext cx="1169640" cy="48389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rPr>
              <a:t>CPU0</a:t>
            </a:r>
          </a:p>
        </p:txBody>
      </p:sp>
      <p:sp>
        <p:nvSpPr>
          <p:cNvPr id="24" name="Rectangle 23">
            <a:extLst>
              <a:ext uri="{FF2B5EF4-FFF2-40B4-BE49-F238E27FC236}">
                <a16:creationId xmlns:a16="http://schemas.microsoft.com/office/drawing/2014/main" id="{E86C90F0-EC6A-BEEC-9077-23025269965A}"/>
              </a:ext>
            </a:extLst>
          </p:cNvPr>
          <p:cNvSpPr/>
          <p:nvPr/>
        </p:nvSpPr>
        <p:spPr>
          <a:xfrm>
            <a:off x="6597478" y="3908410"/>
            <a:ext cx="1169640" cy="25992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latin typeface="Consolas" panose="020B0609020204030204" pitchFamily="49" charset="0"/>
              </a:rPr>
              <a:t>L1d (128kib)</a:t>
            </a:r>
          </a:p>
        </p:txBody>
      </p:sp>
      <p:sp>
        <p:nvSpPr>
          <p:cNvPr id="28" name="Rectangle 27">
            <a:extLst>
              <a:ext uri="{FF2B5EF4-FFF2-40B4-BE49-F238E27FC236}">
                <a16:creationId xmlns:a16="http://schemas.microsoft.com/office/drawing/2014/main" id="{91535B29-E3AE-5B52-7CEB-EDAF66DB9EE8}"/>
              </a:ext>
            </a:extLst>
          </p:cNvPr>
          <p:cNvSpPr/>
          <p:nvPr/>
        </p:nvSpPr>
        <p:spPr>
          <a:xfrm>
            <a:off x="6597477" y="4734237"/>
            <a:ext cx="1169640" cy="57068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rPr>
              <a:t>L2 (1MiB)</a:t>
            </a:r>
          </a:p>
        </p:txBody>
      </p:sp>
      <p:sp>
        <p:nvSpPr>
          <p:cNvPr id="32" name="Rectangle 31">
            <a:extLst>
              <a:ext uri="{FF2B5EF4-FFF2-40B4-BE49-F238E27FC236}">
                <a16:creationId xmlns:a16="http://schemas.microsoft.com/office/drawing/2014/main" id="{4439BE15-EF84-F3A6-8AD0-6EC3CB74AD9D}"/>
              </a:ext>
            </a:extLst>
          </p:cNvPr>
          <p:cNvSpPr/>
          <p:nvPr/>
        </p:nvSpPr>
        <p:spPr>
          <a:xfrm>
            <a:off x="6597477" y="5816628"/>
            <a:ext cx="5267314" cy="69045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nsolas" panose="020B0609020204030204" pitchFamily="49" charset="0"/>
              </a:rPr>
              <a:t>L3 (8 MiB)</a:t>
            </a:r>
          </a:p>
        </p:txBody>
      </p:sp>
      <p:sp>
        <p:nvSpPr>
          <p:cNvPr id="33" name="Rectangle 32">
            <a:extLst>
              <a:ext uri="{FF2B5EF4-FFF2-40B4-BE49-F238E27FC236}">
                <a16:creationId xmlns:a16="http://schemas.microsoft.com/office/drawing/2014/main" id="{17852DFE-8DBC-C6F2-0DEA-C28B54E7C974}"/>
              </a:ext>
            </a:extLst>
          </p:cNvPr>
          <p:cNvSpPr/>
          <p:nvPr/>
        </p:nvSpPr>
        <p:spPr>
          <a:xfrm>
            <a:off x="6597477" y="4202869"/>
            <a:ext cx="1169640" cy="25992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latin typeface="Consolas" panose="020B0609020204030204" pitchFamily="49" charset="0"/>
              </a:rPr>
              <a:t>L1i (128KiB)</a:t>
            </a:r>
          </a:p>
        </p:txBody>
      </p:sp>
      <p:cxnSp>
        <p:nvCxnSpPr>
          <p:cNvPr id="37" name="Straight Arrow Connector 36">
            <a:extLst>
              <a:ext uri="{FF2B5EF4-FFF2-40B4-BE49-F238E27FC236}">
                <a16:creationId xmlns:a16="http://schemas.microsoft.com/office/drawing/2014/main" id="{DFB00080-BF0C-7E85-AB9B-AECF9A72C417}"/>
              </a:ext>
            </a:extLst>
          </p:cNvPr>
          <p:cNvCxnSpPr>
            <a:stCxn id="23" idx="2"/>
            <a:endCxn id="24" idx="0"/>
          </p:cNvCxnSpPr>
          <p:nvPr/>
        </p:nvCxnSpPr>
        <p:spPr>
          <a:xfrm>
            <a:off x="7182298" y="3637611"/>
            <a:ext cx="0" cy="2707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AC33866-F213-F02F-32F2-00B54E1F6DB3}"/>
              </a:ext>
            </a:extLst>
          </p:cNvPr>
          <p:cNvCxnSpPr>
            <a:stCxn id="33" idx="2"/>
            <a:endCxn id="28" idx="0"/>
          </p:cNvCxnSpPr>
          <p:nvPr/>
        </p:nvCxnSpPr>
        <p:spPr>
          <a:xfrm>
            <a:off x="7182297" y="4462789"/>
            <a:ext cx="0" cy="2714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E7BE19F1-FAD6-21D0-0E33-B5CD456F6A1E}"/>
              </a:ext>
            </a:extLst>
          </p:cNvPr>
          <p:cNvCxnSpPr>
            <a:stCxn id="28" idx="2"/>
          </p:cNvCxnSpPr>
          <p:nvPr/>
        </p:nvCxnSpPr>
        <p:spPr>
          <a:xfrm>
            <a:off x="7182297" y="5304920"/>
            <a:ext cx="0" cy="5117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58" name="Group 57">
            <a:extLst>
              <a:ext uri="{FF2B5EF4-FFF2-40B4-BE49-F238E27FC236}">
                <a16:creationId xmlns:a16="http://schemas.microsoft.com/office/drawing/2014/main" id="{E11E607C-6054-8DE5-DE90-BB25602E1CDC}"/>
              </a:ext>
            </a:extLst>
          </p:cNvPr>
          <p:cNvGrpSpPr/>
          <p:nvPr/>
        </p:nvGrpSpPr>
        <p:grpSpPr>
          <a:xfrm>
            <a:off x="7898344" y="3068938"/>
            <a:ext cx="4075555" cy="2756138"/>
            <a:chOff x="7898344" y="3068938"/>
            <a:chExt cx="4075555" cy="2756138"/>
          </a:xfrm>
        </p:grpSpPr>
        <p:sp>
          <p:nvSpPr>
            <p:cNvPr id="13" name="Rectangle 12">
              <a:extLst>
                <a:ext uri="{FF2B5EF4-FFF2-40B4-BE49-F238E27FC236}">
                  <a16:creationId xmlns:a16="http://schemas.microsoft.com/office/drawing/2014/main" id="{FE6022C1-0993-F0CD-6A38-4519929D80BB}"/>
                </a:ext>
              </a:extLst>
            </p:cNvPr>
            <p:cNvSpPr/>
            <p:nvPr/>
          </p:nvSpPr>
          <p:spPr>
            <a:xfrm>
              <a:off x="7898344" y="3068938"/>
              <a:ext cx="1323245" cy="2444521"/>
            </a:xfrm>
            <a:prstGeom prst="rect">
              <a:avLst/>
            </a:prstGeom>
            <a:solidFill>
              <a:schemeClr val="bg1">
                <a:lumMod val="95000"/>
              </a:schemeClr>
            </a:solidFill>
            <a:ln>
              <a:solidFill>
                <a:schemeClr val="accent1">
                  <a:shade val="15000"/>
                  <a:alpha val="17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21A0176-BB88-95C2-98A9-941DC5EA8760}"/>
                </a:ext>
              </a:extLst>
            </p:cNvPr>
            <p:cNvSpPr/>
            <p:nvPr/>
          </p:nvSpPr>
          <p:spPr>
            <a:xfrm>
              <a:off x="9274499" y="3068938"/>
              <a:ext cx="1323245" cy="2444521"/>
            </a:xfrm>
            <a:prstGeom prst="rect">
              <a:avLst/>
            </a:prstGeom>
            <a:solidFill>
              <a:schemeClr val="bg1">
                <a:lumMod val="95000"/>
              </a:schemeClr>
            </a:solidFill>
            <a:ln>
              <a:solidFill>
                <a:schemeClr val="accent1">
                  <a:shade val="15000"/>
                  <a:alpha val="17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175CF1-AB6C-C703-C27B-D1C1718DEECC}"/>
                </a:ext>
              </a:extLst>
            </p:cNvPr>
            <p:cNvSpPr/>
            <p:nvPr/>
          </p:nvSpPr>
          <p:spPr>
            <a:xfrm>
              <a:off x="10650654" y="3068938"/>
              <a:ext cx="1323245" cy="2444521"/>
            </a:xfrm>
            <a:prstGeom prst="rect">
              <a:avLst/>
            </a:prstGeom>
            <a:solidFill>
              <a:schemeClr val="bg1">
                <a:lumMod val="95000"/>
              </a:schemeClr>
            </a:solidFill>
            <a:ln>
              <a:solidFill>
                <a:schemeClr val="accent1">
                  <a:shade val="15000"/>
                  <a:alpha val="17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E57433-AE85-DF51-D618-84799E275795}"/>
                </a:ext>
              </a:extLst>
            </p:cNvPr>
            <p:cNvSpPr/>
            <p:nvPr/>
          </p:nvSpPr>
          <p:spPr>
            <a:xfrm>
              <a:off x="7966246" y="3160666"/>
              <a:ext cx="1169640" cy="458683"/>
            </a:xfrm>
            <a:prstGeom prst="rect">
              <a:avLst/>
            </a:prstGeom>
            <a:solidFill>
              <a:schemeClr val="accent1">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lt1">
                      <a:alpha val="17000"/>
                    </a:schemeClr>
                  </a:solidFill>
                  <a:latin typeface="Consolas" panose="020B0609020204030204" pitchFamily="49" charset="0"/>
                </a:rPr>
                <a:t>CPU1</a:t>
              </a:r>
            </a:p>
          </p:txBody>
        </p:sp>
        <p:sp>
          <p:nvSpPr>
            <p:cNvPr id="21" name="Rectangle 20">
              <a:extLst>
                <a:ext uri="{FF2B5EF4-FFF2-40B4-BE49-F238E27FC236}">
                  <a16:creationId xmlns:a16="http://schemas.microsoft.com/office/drawing/2014/main" id="{04FCC27E-B2BE-426A-3945-E8B2B61BA5B0}"/>
                </a:ext>
              </a:extLst>
            </p:cNvPr>
            <p:cNvSpPr/>
            <p:nvPr/>
          </p:nvSpPr>
          <p:spPr>
            <a:xfrm>
              <a:off x="9330698" y="3160666"/>
              <a:ext cx="1169640" cy="458683"/>
            </a:xfrm>
            <a:prstGeom prst="rect">
              <a:avLst/>
            </a:prstGeom>
            <a:solidFill>
              <a:schemeClr val="accent1">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lt1">
                      <a:alpha val="17000"/>
                    </a:schemeClr>
                  </a:solidFill>
                  <a:latin typeface="Consolas" panose="020B0609020204030204" pitchFamily="49" charset="0"/>
                </a:rPr>
                <a:t>CPU2</a:t>
              </a:r>
            </a:p>
          </p:txBody>
        </p:sp>
        <p:sp>
          <p:nvSpPr>
            <p:cNvPr id="22" name="Rectangle 21">
              <a:extLst>
                <a:ext uri="{FF2B5EF4-FFF2-40B4-BE49-F238E27FC236}">
                  <a16:creationId xmlns:a16="http://schemas.microsoft.com/office/drawing/2014/main" id="{CB3F79D3-9273-9AC1-509A-85CC34BBF166}"/>
                </a:ext>
              </a:extLst>
            </p:cNvPr>
            <p:cNvSpPr/>
            <p:nvPr/>
          </p:nvSpPr>
          <p:spPr>
            <a:xfrm>
              <a:off x="10695151" y="3153713"/>
              <a:ext cx="1169640" cy="458683"/>
            </a:xfrm>
            <a:prstGeom prst="rect">
              <a:avLst/>
            </a:prstGeom>
            <a:solidFill>
              <a:schemeClr val="accent1">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lt1">
                      <a:alpha val="17000"/>
                    </a:schemeClr>
                  </a:solidFill>
                  <a:latin typeface="Consolas" panose="020B0609020204030204" pitchFamily="49" charset="0"/>
                </a:rPr>
                <a:t>CPU3</a:t>
              </a:r>
            </a:p>
          </p:txBody>
        </p:sp>
        <p:sp>
          <p:nvSpPr>
            <p:cNvPr id="25" name="Rectangle 24">
              <a:extLst>
                <a:ext uri="{FF2B5EF4-FFF2-40B4-BE49-F238E27FC236}">
                  <a16:creationId xmlns:a16="http://schemas.microsoft.com/office/drawing/2014/main" id="{F821B7F5-55AB-8878-D496-DBDDE152B136}"/>
                </a:ext>
              </a:extLst>
            </p:cNvPr>
            <p:cNvSpPr/>
            <p:nvPr/>
          </p:nvSpPr>
          <p:spPr>
            <a:xfrm>
              <a:off x="7966246" y="3887320"/>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L1d (128kib)</a:t>
              </a:r>
            </a:p>
          </p:txBody>
        </p:sp>
        <p:sp>
          <p:nvSpPr>
            <p:cNvPr id="26" name="Rectangle 25">
              <a:extLst>
                <a:ext uri="{FF2B5EF4-FFF2-40B4-BE49-F238E27FC236}">
                  <a16:creationId xmlns:a16="http://schemas.microsoft.com/office/drawing/2014/main" id="{D592ED53-9766-9329-8738-47AC66B0C676}"/>
                </a:ext>
              </a:extLst>
            </p:cNvPr>
            <p:cNvSpPr/>
            <p:nvPr/>
          </p:nvSpPr>
          <p:spPr>
            <a:xfrm>
              <a:off x="9330698" y="3887320"/>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L1d (128kib)</a:t>
              </a:r>
            </a:p>
          </p:txBody>
        </p:sp>
        <p:sp>
          <p:nvSpPr>
            <p:cNvPr id="27" name="Rectangle 26">
              <a:extLst>
                <a:ext uri="{FF2B5EF4-FFF2-40B4-BE49-F238E27FC236}">
                  <a16:creationId xmlns:a16="http://schemas.microsoft.com/office/drawing/2014/main" id="{1EE618CB-A660-E45D-86D4-25E91B1DE8B2}"/>
                </a:ext>
              </a:extLst>
            </p:cNvPr>
            <p:cNvSpPr/>
            <p:nvPr/>
          </p:nvSpPr>
          <p:spPr>
            <a:xfrm>
              <a:off x="10695151" y="3880367"/>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L1d (128kib)</a:t>
              </a:r>
            </a:p>
          </p:txBody>
        </p:sp>
        <p:sp>
          <p:nvSpPr>
            <p:cNvPr id="29" name="Rectangle 28">
              <a:extLst>
                <a:ext uri="{FF2B5EF4-FFF2-40B4-BE49-F238E27FC236}">
                  <a16:creationId xmlns:a16="http://schemas.microsoft.com/office/drawing/2014/main" id="{FD2114B0-904A-D0DE-E1C3-B0D3AD6BFE98}"/>
                </a:ext>
              </a:extLst>
            </p:cNvPr>
            <p:cNvSpPr/>
            <p:nvPr/>
          </p:nvSpPr>
          <p:spPr>
            <a:xfrm>
              <a:off x="7966245" y="4734237"/>
              <a:ext cx="1169640" cy="562236"/>
            </a:xfrm>
            <a:prstGeom prst="rect">
              <a:avLst/>
            </a:prstGeom>
            <a:solidFill>
              <a:schemeClr val="accent2">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alpha val="17000"/>
                    </a:schemeClr>
                  </a:solidFill>
                  <a:latin typeface="Consolas" panose="020B0609020204030204" pitchFamily="49" charset="0"/>
                </a:rPr>
                <a:t>L2 (1MiB)</a:t>
              </a:r>
            </a:p>
          </p:txBody>
        </p:sp>
        <p:sp>
          <p:nvSpPr>
            <p:cNvPr id="30" name="Rectangle 29">
              <a:extLst>
                <a:ext uri="{FF2B5EF4-FFF2-40B4-BE49-F238E27FC236}">
                  <a16:creationId xmlns:a16="http://schemas.microsoft.com/office/drawing/2014/main" id="{08157308-A4AD-F22E-98F3-81BA3D374F43}"/>
                </a:ext>
              </a:extLst>
            </p:cNvPr>
            <p:cNvSpPr/>
            <p:nvPr/>
          </p:nvSpPr>
          <p:spPr>
            <a:xfrm>
              <a:off x="9330697" y="4715973"/>
              <a:ext cx="1169640" cy="580498"/>
            </a:xfrm>
            <a:prstGeom prst="rect">
              <a:avLst/>
            </a:prstGeom>
            <a:solidFill>
              <a:schemeClr val="accent2">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alpha val="17000"/>
                    </a:schemeClr>
                  </a:solidFill>
                  <a:latin typeface="Consolas" panose="020B0609020204030204" pitchFamily="49" charset="0"/>
                </a:rPr>
                <a:t>L2 (1MiB)</a:t>
              </a:r>
            </a:p>
          </p:txBody>
        </p:sp>
        <p:sp>
          <p:nvSpPr>
            <p:cNvPr id="31" name="Rectangle 30">
              <a:extLst>
                <a:ext uri="{FF2B5EF4-FFF2-40B4-BE49-F238E27FC236}">
                  <a16:creationId xmlns:a16="http://schemas.microsoft.com/office/drawing/2014/main" id="{87BB7418-0A6A-BFFC-B715-F48B3BE7B0E5}"/>
                </a:ext>
              </a:extLst>
            </p:cNvPr>
            <p:cNvSpPr/>
            <p:nvPr/>
          </p:nvSpPr>
          <p:spPr>
            <a:xfrm>
              <a:off x="10695150" y="4715973"/>
              <a:ext cx="1169640" cy="580498"/>
            </a:xfrm>
            <a:prstGeom prst="rect">
              <a:avLst/>
            </a:prstGeom>
            <a:solidFill>
              <a:schemeClr val="accent2">
                <a:lumMod val="40000"/>
                <a:lumOff val="6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alpha val="17000"/>
                    </a:schemeClr>
                  </a:solidFill>
                  <a:latin typeface="Consolas" panose="020B0609020204030204" pitchFamily="49" charset="0"/>
                </a:rPr>
                <a:t>L2 (1MiB)</a:t>
              </a:r>
            </a:p>
          </p:txBody>
        </p:sp>
        <p:sp>
          <p:nvSpPr>
            <p:cNvPr id="34" name="Rectangle 33">
              <a:extLst>
                <a:ext uri="{FF2B5EF4-FFF2-40B4-BE49-F238E27FC236}">
                  <a16:creationId xmlns:a16="http://schemas.microsoft.com/office/drawing/2014/main" id="{41A40F22-8193-B4A7-CB8B-AC7FE6B00B63}"/>
                </a:ext>
              </a:extLst>
            </p:cNvPr>
            <p:cNvSpPr/>
            <p:nvPr/>
          </p:nvSpPr>
          <p:spPr>
            <a:xfrm>
              <a:off x="7966245" y="4181779"/>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L1i (128KiB)</a:t>
              </a:r>
            </a:p>
          </p:txBody>
        </p:sp>
        <p:sp>
          <p:nvSpPr>
            <p:cNvPr id="35" name="Rectangle 34">
              <a:extLst>
                <a:ext uri="{FF2B5EF4-FFF2-40B4-BE49-F238E27FC236}">
                  <a16:creationId xmlns:a16="http://schemas.microsoft.com/office/drawing/2014/main" id="{DAC784D3-AA2C-CEFD-520F-8832F4EA531A}"/>
                </a:ext>
              </a:extLst>
            </p:cNvPr>
            <p:cNvSpPr/>
            <p:nvPr/>
          </p:nvSpPr>
          <p:spPr>
            <a:xfrm>
              <a:off x="9330697" y="4181779"/>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L1i (128KiB)</a:t>
              </a:r>
            </a:p>
          </p:txBody>
        </p:sp>
        <p:sp>
          <p:nvSpPr>
            <p:cNvPr id="36" name="Rectangle 35">
              <a:extLst>
                <a:ext uri="{FF2B5EF4-FFF2-40B4-BE49-F238E27FC236}">
                  <a16:creationId xmlns:a16="http://schemas.microsoft.com/office/drawing/2014/main" id="{2152A518-56C1-90F5-AACD-B5871725A930}"/>
                </a:ext>
              </a:extLst>
            </p:cNvPr>
            <p:cNvSpPr/>
            <p:nvPr/>
          </p:nvSpPr>
          <p:spPr>
            <a:xfrm>
              <a:off x="10695150" y="4174827"/>
              <a:ext cx="1169640" cy="259920"/>
            </a:xfrm>
            <a:prstGeom prst="rect">
              <a:avLst/>
            </a:prstGeom>
            <a:solidFill>
              <a:schemeClr val="accent2">
                <a:lumMod val="20000"/>
                <a:lumOff val="80000"/>
              </a:schemeClr>
            </a:solidFill>
            <a:ln>
              <a:solidFill>
                <a:schemeClr val="accent1">
                  <a:shade val="15000"/>
                  <a:alpha val="1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alpha val="17000"/>
                    </a:schemeClr>
                  </a:solidFill>
                  <a:latin typeface="Consolas" panose="020B0609020204030204" pitchFamily="49" charset="0"/>
                </a:rPr>
                <a:t>L1i (128KiB)</a:t>
              </a:r>
            </a:p>
          </p:txBody>
        </p:sp>
        <p:cxnSp>
          <p:nvCxnSpPr>
            <p:cNvPr id="39" name="Straight Arrow Connector 38">
              <a:extLst>
                <a:ext uri="{FF2B5EF4-FFF2-40B4-BE49-F238E27FC236}">
                  <a16:creationId xmlns:a16="http://schemas.microsoft.com/office/drawing/2014/main" id="{1FA5AAC1-46CB-ADFD-C0C1-7761837903EE}"/>
                </a:ext>
              </a:extLst>
            </p:cNvPr>
            <p:cNvCxnSpPr>
              <a:cxnSpLocks/>
              <a:stCxn id="20" idx="2"/>
              <a:endCxn id="25" idx="0"/>
            </p:cNvCxnSpPr>
            <p:nvPr/>
          </p:nvCxnSpPr>
          <p:spPr>
            <a:xfrm>
              <a:off x="8551066" y="3619348"/>
              <a:ext cx="0" cy="267971"/>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9BFA3BC9-9FCE-32AE-49F2-AF50F7240139}"/>
                </a:ext>
              </a:extLst>
            </p:cNvPr>
            <p:cNvCxnSpPr>
              <a:cxnSpLocks/>
              <a:stCxn id="34" idx="2"/>
              <a:endCxn id="29" idx="0"/>
            </p:cNvCxnSpPr>
            <p:nvPr/>
          </p:nvCxnSpPr>
          <p:spPr>
            <a:xfrm>
              <a:off x="8551065" y="4441699"/>
              <a:ext cx="0" cy="292537"/>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CA1BAFD0-A69C-C7E3-F04B-2BBA80B95DA1}"/>
                </a:ext>
              </a:extLst>
            </p:cNvPr>
            <p:cNvCxnSpPr>
              <a:cxnSpLocks/>
              <a:stCxn id="21" idx="2"/>
              <a:endCxn id="26" idx="0"/>
            </p:cNvCxnSpPr>
            <p:nvPr/>
          </p:nvCxnSpPr>
          <p:spPr>
            <a:xfrm>
              <a:off x="9915519" y="3619348"/>
              <a:ext cx="0" cy="267971"/>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9E1BBF9-36DE-D721-2F61-F0288E1168DA}"/>
                </a:ext>
              </a:extLst>
            </p:cNvPr>
            <p:cNvCxnSpPr>
              <a:cxnSpLocks/>
              <a:stCxn id="35" idx="2"/>
              <a:endCxn id="30" idx="0"/>
            </p:cNvCxnSpPr>
            <p:nvPr/>
          </p:nvCxnSpPr>
          <p:spPr>
            <a:xfrm>
              <a:off x="9915518" y="4441699"/>
              <a:ext cx="0" cy="274274"/>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7AE3FBDA-0688-FBA6-9CBE-860EF9C92B36}"/>
                </a:ext>
              </a:extLst>
            </p:cNvPr>
            <p:cNvCxnSpPr>
              <a:cxnSpLocks/>
              <a:stCxn id="22" idx="2"/>
              <a:endCxn id="27" idx="0"/>
            </p:cNvCxnSpPr>
            <p:nvPr/>
          </p:nvCxnSpPr>
          <p:spPr>
            <a:xfrm>
              <a:off x="11279971" y="3612395"/>
              <a:ext cx="0" cy="267971"/>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9427A07A-7C27-920B-3E2D-D5491D48A060}"/>
                </a:ext>
              </a:extLst>
            </p:cNvPr>
            <p:cNvCxnSpPr>
              <a:cxnSpLocks/>
              <a:stCxn id="36" idx="2"/>
              <a:endCxn id="31" idx="0"/>
            </p:cNvCxnSpPr>
            <p:nvPr/>
          </p:nvCxnSpPr>
          <p:spPr>
            <a:xfrm>
              <a:off x="11279970" y="4434746"/>
              <a:ext cx="0" cy="281227"/>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959DD77-5D00-D67C-09E7-4A54FE95D461}"/>
                </a:ext>
              </a:extLst>
            </p:cNvPr>
            <p:cNvCxnSpPr>
              <a:cxnSpLocks/>
              <a:stCxn id="29" idx="2"/>
            </p:cNvCxnSpPr>
            <p:nvPr/>
          </p:nvCxnSpPr>
          <p:spPr>
            <a:xfrm>
              <a:off x="8551065" y="5296471"/>
              <a:ext cx="0" cy="520156"/>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272FD10C-4641-57B5-7ABC-E32B661DF821}"/>
                </a:ext>
              </a:extLst>
            </p:cNvPr>
            <p:cNvCxnSpPr>
              <a:cxnSpLocks/>
              <a:stCxn id="30" idx="2"/>
            </p:cNvCxnSpPr>
            <p:nvPr/>
          </p:nvCxnSpPr>
          <p:spPr>
            <a:xfrm>
              <a:off x="9915518" y="5296472"/>
              <a:ext cx="0" cy="520156"/>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B00ACC8-FDF0-34F7-7E54-52D374765BD1}"/>
                </a:ext>
              </a:extLst>
            </p:cNvPr>
            <p:cNvCxnSpPr>
              <a:cxnSpLocks/>
            </p:cNvCxnSpPr>
            <p:nvPr/>
          </p:nvCxnSpPr>
          <p:spPr>
            <a:xfrm>
              <a:off x="11312276" y="5304920"/>
              <a:ext cx="0" cy="520156"/>
            </a:xfrm>
            <a:prstGeom prst="straightConnector1">
              <a:avLst/>
            </a:prstGeom>
            <a:ln>
              <a:solidFill>
                <a:schemeClr val="accent1">
                  <a:shade val="15000"/>
                  <a:alpha val="17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07851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9B2E-7876-B5AC-B866-13296EF022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B833B4-8549-E3FA-DECC-01EB70433010}"/>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Exploring </a:t>
            </a:r>
            <a:r>
              <a:rPr lang="en-US" sz="2800" b="1" dirty="0">
                <a:latin typeface="Congenial UltraLight" panose="020F0502020204030204" pitchFamily="2" charset="0"/>
              </a:rPr>
              <a:t>a Cool Tool</a:t>
            </a:r>
            <a:endParaRPr lang="en-US" sz="2800" dirty="0">
              <a:latin typeface="Congenial UltraLight" panose="020F0502020204030204" pitchFamily="2" charset="0"/>
            </a:endParaRPr>
          </a:p>
        </p:txBody>
      </p:sp>
      <p:sp>
        <p:nvSpPr>
          <p:cNvPr id="3" name="TextBox 2">
            <a:extLst>
              <a:ext uri="{FF2B5EF4-FFF2-40B4-BE49-F238E27FC236}">
                <a16:creationId xmlns:a16="http://schemas.microsoft.com/office/drawing/2014/main" id="{2EDAC3B7-7762-D79C-9B05-32DF1600EC6A}"/>
              </a:ext>
            </a:extLst>
          </p:cNvPr>
          <p:cNvSpPr txBox="1"/>
          <p:nvPr/>
        </p:nvSpPr>
        <p:spPr>
          <a:xfrm>
            <a:off x="366713" y="2967335"/>
            <a:ext cx="4033837" cy="923330"/>
          </a:xfrm>
          <a:prstGeom prst="rect">
            <a:avLst/>
          </a:prstGeom>
          <a:solidFill>
            <a:schemeClr val="bg1">
              <a:lumMod val="95000"/>
            </a:schemeClr>
          </a:solidFill>
          <a:ln>
            <a:solidFill>
              <a:schemeClr val="tx1"/>
            </a:solidFill>
          </a:ln>
        </p:spPr>
        <p:txBody>
          <a:bodyPr wrap="square">
            <a:spAutoFit/>
          </a:bodyPr>
          <a:lstStyle/>
          <a:p>
            <a:r>
              <a:rPr lang="en-US" dirty="0" err="1">
                <a:latin typeface="Consolas" panose="020B0609020204030204" pitchFamily="49" charset="0"/>
              </a:rPr>
              <a:t>sudo</a:t>
            </a:r>
            <a:r>
              <a:rPr lang="en-US" dirty="0">
                <a:latin typeface="Consolas" panose="020B0609020204030204" pitchFamily="49" charset="0"/>
              </a:rPr>
              <a:t> apt-get install </a:t>
            </a:r>
            <a:r>
              <a:rPr lang="en-US" dirty="0" err="1">
                <a:latin typeface="Consolas" panose="020B0609020204030204" pitchFamily="49" charset="0"/>
              </a:rPr>
              <a:t>hwloc</a:t>
            </a:r>
            <a:endParaRPr lang="en-US" dirty="0">
              <a:latin typeface="Consolas" panose="020B0609020204030204" pitchFamily="49" charset="0"/>
            </a:endParaRPr>
          </a:p>
          <a:p>
            <a:endParaRPr lang="en-US" dirty="0">
              <a:latin typeface="Consolas" panose="020B0609020204030204" pitchFamily="49" charset="0"/>
            </a:endParaRPr>
          </a:p>
          <a:p>
            <a:r>
              <a:rPr lang="en-US" dirty="0">
                <a:solidFill>
                  <a:srgbClr val="FF0000"/>
                </a:solidFill>
                <a:latin typeface="Consolas" panose="020B0609020204030204" pitchFamily="49" charset="0"/>
              </a:rPr>
              <a:t>-&gt; </a:t>
            </a:r>
            <a:r>
              <a:rPr lang="en-US" dirty="0" err="1">
                <a:solidFill>
                  <a:srgbClr val="FF0000"/>
                </a:solidFill>
                <a:latin typeface="Consolas" panose="020B0609020204030204" pitchFamily="49" charset="0"/>
              </a:rPr>
              <a:t>lstopo</a:t>
            </a:r>
            <a:endParaRPr lang="en-US" dirty="0">
              <a:solidFill>
                <a:srgbClr val="FF0000"/>
              </a:solidFill>
              <a:latin typeface="Consolas" panose="020B0609020204030204" pitchFamily="49" charset="0"/>
            </a:endParaRPr>
          </a:p>
        </p:txBody>
      </p:sp>
      <p:sp>
        <p:nvSpPr>
          <p:cNvPr id="6" name="TextBox 5">
            <a:extLst>
              <a:ext uri="{FF2B5EF4-FFF2-40B4-BE49-F238E27FC236}">
                <a16:creationId xmlns:a16="http://schemas.microsoft.com/office/drawing/2014/main" id="{C8633EB4-4EF1-D0E1-1EB1-22320AD6BA3A}"/>
              </a:ext>
            </a:extLst>
          </p:cNvPr>
          <p:cNvSpPr txBox="1"/>
          <p:nvPr/>
        </p:nvSpPr>
        <p:spPr>
          <a:xfrm>
            <a:off x="366713" y="977384"/>
            <a:ext cx="6162674" cy="461665"/>
          </a:xfrm>
          <a:prstGeom prst="rect">
            <a:avLst/>
          </a:prstGeom>
          <a:noFill/>
        </p:spPr>
        <p:txBody>
          <a:bodyPr wrap="square">
            <a:spAutoFit/>
          </a:bodyPr>
          <a:lstStyle/>
          <a:p>
            <a:pPr marL="342900" indent="-342900">
              <a:buFont typeface="Arial" panose="020B0604020202020204" pitchFamily="34" charset="0"/>
              <a:buChar char="•"/>
            </a:pPr>
            <a:r>
              <a:rPr lang="en-US" sz="2400" b="1" dirty="0"/>
              <a:t> Portable Hardware Locality (</a:t>
            </a:r>
            <a:r>
              <a:rPr lang="en-US" sz="2400" b="1" dirty="0" err="1"/>
              <a:t>hwloc</a:t>
            </a:r>
            <a:r>
              <a:rPr lang="en-US" sz="2400" b="1" dirty="0"/>
              <a:t>)</a:t>
            </a:r>
          </a:p>
        </p:txBody>
      </p:sp>
      <p:pic>
        <p:nvPicPr>
          <p:cNvPr id="9" name="Picture 8">
            <a:extLst>
              <a:ext uri="{FF2B5EF4-FFF2-40B4-BE49-F238E27FC236}">
                <a16:creationId xmlns:a16="http://schemas.microsoft.com/office/drawing/2014/main" id="{2480EA30-A9EC-BE92-EDEB-3D6AA466E667}"/>
              </a:ext>
            </a:extLst>
          </p:cNvPr>
          <p:cNvPicPr>
            <a:picLocks noChangeAspect="1"/>
          </p:cNvPicPr>
          <p:nvPr/>
        </p:nvPicPr>
        <p:blipFill>
          <a:blip r:embed="rId2"/>
          <a:stretch>
            <a:fillRect/>
          </a:stretch>
        </p:blipFill>
        <p:spPr>
          <a:xfrm>
            <a:off x="5568004" y="2077300"/>
            <a:ext cx="5662851" cy="37130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859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E7565-11BE-995B-D27C-9E1273AFDD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6E274D-0196-5C5A-C2B1-D7F12A70670C}"/>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Understanding Cache Associativity Types</a:t>
            </a:r>
            <a:endParaRPr lang="en-US" sz="2800" dirty="0">
              <a:latin typeface="Congenial UltraLight" panose="020F0502020204030204" pitchFamily="2" charset="0"/>
            </a:endParaRPr>
          </a:p>
        </p:txBody>
      </p:sp>
      <p:sp>
        <p:nvSpPr>
          <p:cNvPr id="2" name="Rectangle 1">
            <a:extLst>
              <a:ext uri="{FF2B5EF4-FFF2-40B4-BE49-F238E27FC236}">
                <a16:creationId xmlns:a16="http://schemas.microsoft.com/office/drawing/2014/main" id="{CDA8107D-E637-4303-3BC4-F3356E0385A8}"/>
              </a:ext>
            </a:extLst>
          </p:cNvPr>
          <p:cNvSpPr>
            <a:spLocks noChangeArrowheads="1"/>
          </p:cNvSpPr>
          <p:nvPr/>
        </p:nvSpPr>
        <p:spPr bwMode="auto">
          <a:xfrm>
            <a:off x="356616" y="938917"/>
            <a:ext cx="603504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Direct-Mapped Cache: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Each block maps to exactly one cache line.</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Associativity:</a:t>
            </a:r>
            <a:r>
              <a:rPr kumimoji="0" lang="en-US" altLang="en-US" b="0" i="0" u="none" strike="noStrike" cap="none" normalizeH="0" baseline="0" dirty="0">
                <a:ln>
                  <a:noFill/>
                </a:ln>
                <a:solidFill>
                  <a:schemeClr val="tx1"/>
                </a:solidFill>
                <a:effectLst/>
                <a:latin typeface="Arial" panose="020B0604020202020204" pitchFamily="34" charset="0"/>
              </a:rPr>
              <a:t> 1-way.</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Set-Associative Cache: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Each block can map to any line within a set.</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Associativity:</a:t>
            </a:r>
            <a:r>
              <a:rPr kumimoji="0" lang="en-US" altLang="en-US" b="0" i="0" u="none" strike="noStrike" cap="none" normalizeH="0" baseline="0" dirty="0">
                <a:ln>
                  <a:noFill/>
                </a:ln>
                <a:solidFill>
                  <a:schemeClr val="tx1"/>
                </a:solidFill>
                <a:effectLst/>
                <a:latin typeface="Arial" panose="020B0604020202020204" pitchFamily="34" charset="0"/>
              </a:rPr>
              <a:t> n-way (e.g., 2-way, 4-way).</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Fully Associative Cache: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Any memory block can be placed in any cache line.</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Associativity:</a:t>
            </a:r>
            <a:r>
              <a:rPr kumimoji="0" lang="en-US" altLang="en-US" b="0" i="0" u="none" strike="noStrike" cap="none" normalizeH="0" baseline="0" dirty="0">
                <a:ln>
                  <a:noFill/>
                </a:ln>
                <a:solidFill>
                  <a:schemeClr val="tx1"/>
                </a:solidFill>
                <a:effectLst/>
                <a:latin typeface="Arial" panose="020B0604020202020204" pitchFamily="34" charset="0"/>
              </a:rPr>
              <a:t> Equal to the number of lines.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0B89273-D0F0-9BCC-BE00-AEB3098A36CB}"/>
              </a:ext>
            </a:extLst>
          </p:cNvPr>
          <p:cNvSpPr>
            <a:spLocks noChangeArrowheads="1"/>
          </p:cNvSpPr>
          <p:nvPr/>
        </p:nvSpPr>
        <p:spPr bwMode="auto">
          <a:xfrm>
            <a:off x="6821424" y="1385193"/>
            <a:ext cx="49469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Higher Associativity: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Pros:</a:t>
            </a:r>
            <a:r>
              <a:rPr kumimoji="0" lang="en-US" altLang="en-US" b="0" i="0" u="none" strike="noStrike" cap="none" normalizeH="0" baseline="0" dirty="0">
                <a:ln>
                  <a:noFill/>
                </a:ln>
                <a:solidFill>
                  <a:schemeClr val="tx1"/>
                </a:solidFill>
                <a:effectLst/>
                <a:latin typeface="Arial" panose="020B0604020202020204" pitchFamily="34" charset="0"/>
              </a:rPr>
              <a:t> Reduces conflict misses.</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Cons:</a:t>
            </a:r>
            <a:r>
              <a:rPr kumimoji="0" lang="en-US" altLang="en-US" b="0" i="0" u="none" strike="noStrike" cap="none" normalizeH="0" baseline="0" dirty="0">
                <a:ln>
                  <a:noFill/>
                </a:ln>
                <a:solidFill>
                  <a:schemeClr val="tx1"/>
                </a:solidFill>
                <a:effectLst/>
                <a:latin typeface="Arial" panose="020B0604020202020204" pitchFamily="34" charset="0"/>
              </a:rPr>
              <a:t> Increases complexity and access time.</a:t>
            </a:r>
          </a:p>
          <a:p>
            <a:pPr marL="742950" lvl="1" indent="-285750" eaLnBrk="0" fontAlgn="base" hangingPunct="0">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Lower Associativity: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Pros:</a:t>
            </a:r>
            <a:r>
              <a:rPr kumimoji="0" lang="en-US" altLang="en-US" b="0" i="0" u="none" strike="noStrike" cap="none" normalizeH="0" baseline="0" dirty="0">
                <a:ln>
                  <a:noFill/>
                </a:ln>
                <a:solidFill>
                  <a:schemeClr val="tx1"/>
                </a:solidFill>
                <a:effectLst/>
                <a:latin typeface="Arial" panose="020B0604020202020204" pitchFamily="34" charset="0"/>
              </a:rPr>
              <a:t> Simpler design, faster access.</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Arial" panose="020B0604020202020204" pitchFamily="34" charset="0"/>
              </a:rPr>
              <a:t>Cons:</a:t>
            </a:r>
            <a:r>
              <a:rPr kumimoji="0" lang="en-US" altLang="en-US" b="0" i="0" u="none" strike="noStrike" cap="none" normalizeH="0" baseline="0" dirty="0">
                <a:ln>
                  <a:noFill/>
                </a:ln>
                <a:solidFill>
                  <a:schemeClr val="tx1"/>
                </a:solidFill>
                <a:effectLst/>
                <a:latin typeface="Arial" panose="020B0604020202020204" pitchFamily="34" charset="0"/>
              </a:rPr>
              <a:t> More prone to conflict misses.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233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2DED8-A20C-463F-2D71-5AE8C716AF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8F7527-B755-6C1C-C0A5-47DE673279AD}"/>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Attack!</a:t>
            </a:r>
            <a:endParaRPr lang="en-US" sz="2800" dirty="0"/>
          </a:p>
        </p:txBody>
      </p:sp>
      <p:sp>
        <p:nvSpPr>
          <p:cNvPr id="11" name="Rectangle 10">
            <a:extLst>
              <a:ext uri="{FF2B5EF4-FFF2-40B4-BE49-F238E27FC236}">
                <a16:creationId xmlns:a16="http://schemas.microsoft.com/office/drawing/2014/main" id="{3B5A971B-B763-60DB-9FEB-0863FD026BFC}"/>
              </a:ext>
            </a:extLst>
          </p:cNvPr>
          <p:cNvSpPr/>
          <p:nvPr/>
        </p:nvSpPr>
        <p:spPr>
          <a:xfrm>
            <a:off x="1880037" y="2034647"/>
            <a:ext cx="8431925" cy="923330"/>
          </a:xfrm>
          <a:prstGeom prst="rect">
            <a:avLst/>
          </a:prstGeom>
          <a:noFill/>
        </p:spPr>
        <p:txBody>
          <a:bodyPr wrap="none" lIns="91440" tIns="45720" rIns="91440" bIns="45720">
            <a:spAutoFit/>
          </a:bodyPr>
          <a:lstStyle/>
          <a:p>
            <a:pPr algn="ctr"/>
            <a:r>
              <a:rPr lang="en-US" sz="5400" b="0" cap="none" spc="0" dirty="0">
                <a:ln w="0"/>
                <a:solidFill>
                  <a:schemeClr val="accent6"/>
                </a:solidFill>
                <a:effectLst>
                  <a:outerShdw blurRad="38100" dist="19050" dir="2700000" algn="tl" rotWithShape="0">
                    <a:schemeClr val="dk1">
                      <a:alpha val="40000"/>
                    </a:schemeClr>
                  </a:outerShdw>
                </a:effectLst>
              </a:rPr>
              <a:t>Cache</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chemeClr val="tx2">
                    <a:lumMod val="50000"/>
                    <a:lumOff val="50000"/>
                  </a:schemeClr>
                </a:solidFill>
                <a:effectLst>
                  <a:outerShdw blurRad="38100" dist="19050" dir="2700000" algn="tl" rotWithShape="0">
                    <a:schemeClr val="dk1">
                      <a:alpha val="40000"/>
                    </a:schemeClr>
                  </a:outerShdw>
                </a:effectLst>
              </a:rPr>
              <a:t>Side-Channel</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rgbClr val="FF0000"/>
                </a:solidFill>
                <a:effectLst>
                  <a:outerShdw blurRad="38100" dist="19050" dir="2700000" algn="tl" rotWithShape="0">
                    <a:schemeClr val="dk1">
                      <a:alpha val="40000"/>
                    </a:schemeClr>
                  </a:outerShdw>
                </a:effectLst>
              </a:rPr>
              <a:t>Attack</a:t>
            </a:r>
          </a:p>
        </p:txBody>
      </p:sp>
    </p:spTree>
    <p:extLst>
      <p:ext uri="{BB962C8B-B14F-4D97-AF65-F5344CB8AC3E}">
        <p14:creationId xmlns:p14="http://schemas.microsoft.com/office/powerpoint/2010/main" val="402523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A110-1844-4D78-B355-BBD4446124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3BDAA1-8F92-6A20-0CB2-10D3E1CE7038}"/>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Attack!</a:t>
            </a:r>
            <a:endParaRPr lang="en-US" sz="2800" dirty="0"/>
          </a:p>
        </p:txBody>
      </p:sp>
      <p:sp>
        <p:nvSpPr>
          <p:cNvPr id="11" name="Rectangle 10">
            <a:extLst>
              <a:ext uri="{FF2B5EF4-FFF2-40B4-BE49-F238E27FC236}">
                <a16:creationId xmlns:a16="http://schemas.microsoft.com/office/drawing/2014/main" id="{B37CC7BF-42A6-695C-CF4C-90E11F442725}"/>
              </a:ext>
            </a:extLst>
          </p:cNvPr>
          <p:cNvSpPr/>
          <p:nvPr/>
        </p:nvSpPr>
        <p:spPr>
          <a:xfrm>
            <a:off x="1880037" y="1196447"/>
            <a:ext cx="8431925" cy="923330"/>
          </a:xfrm>
          <a:prstGeom prst="rect">
            <a:avLst/>
          </a:prstGeom>
          <a:noFill/>
        </p:spPr>
        <p:txBody>
          <a:bodyPr wrap="none" lIns="91440" tIns="45720" rIns="91440" bIns="45720">
            <a:spAutoFit/>
          </a:bodyPr>
          <a:lstStyle/>
          <a:p>
            <a:pPr algn="ctr"/>
            <a:r>
              <a:rPr lang="en-US" sz="5400" b="0" cap="none" spc="0" dirty="0">
                <a:ln w="0"/>
                <a:solidFill>
                  <a:schemeClr val="accent6">
                    <a:alpha val="16000"/>
                  </a:schemeClr>
                </a:solidFill>
                <a:effectLst>
                  <a:outerShdw blurRad="38100" dist="19050" dir="2700000" algn="tl" rotWithShape="0">
                    <a:schemeClr val="dk1">
                      <a:alpha val="0"/>
                    </a:schemeClr>
                  </a:outerShdw>
                </a:effectLst>
              </a:rPr>
              <a:t>Cache</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chemeClr val="tx2">
                    <a:lumMod val="50000"/>
                    <a:lumOff val="50000"/>
                  </a:schemeClr>
                </a:solidFill>
                <a:effectLst>
                  <a:outerShdw blurRad="38100" dist="19050" dir="2700000" algn="tl" rotWithShape="0">
                    <a:schemeClr val="dk1">
                      <a:alpha val="40000"/>
                    </a:schemeClr>
                  </a:outerShdw>
                </a:effectLst>
              </a:rPr>
              <a:t>Side-Channel</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rgbClr val="FF0000"/>
                </a:solidFill>
                <a:effectLst>
                  <a:outerShdw blurRad="38100" dist="19050" dir="2700000" algn="tl" rotWithShape="0">
                    <a:schemeClr val="dk1">
                      <a:alpha val="40000"/>
                    </a:schemeClr>
                  </a:outerShdw>
                </a:effectLst>
              </a:rPr>
              <a:t>Attack</a:t>
            </a:r>
          </a:p>
        </p:txBody>
      </p:sp>
      <p:pic>
        <p:nvPicPr>
          <p:cNvPr id="2" name="Picture 1">
            <a:extLst>
              <a:ext uri="{FF2B5EF4-FFF2-40B4-BE49-F238E27FC236}">
                <a16:creationId xmlns:a16="http://schemas.microsoft.com/office/drawing/2014/main" id="{70D9614E-1E05-E88A-A449-A2F0D163B403}"/>
              </a:ext>
            </a:extLst>
          </p:cNvPr>
          <p:cNvPicPr>
            <a:picLocks noChangeAspect="1"/>
          </p:cNvPicPr>
          <p:nvPr/>
        </p:nvPicPr>
        <p:blipFill>
          <a:blip r:embed="rId2"/>
          <a:stretch>
            <a:fillRect/>
          </a:stretch>
        </p:blipFill>
        <p:spPr>
          <a:xfrm>
            <a:off x="7521352" y="2740152"/>
            <a:ext cx="3801005" cy="2896004"/>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FC01DB84-9E13-51C8-EE84-F765C47D9CF5}"/>
              </a:ext>
            </a:extLst>
          </p:cNvPr>
          <p:cNvSpPr txBox="1"/>
          <p:nvPr/>
        </p:nvSpPr>
        <p:spPr>
          <a:xfrm>
            <a:off x="710504" y="2857005"/>
            <a:ext cx="6272463" cy="2554545"/>
          </a:xfrm>
          <a:prstGeom prst="rect">
            <a:avLst/>
          </a:prstGeom>
          <a:noFill/>
        </p:spPr>
        <p:txBody>
          <a:bodyPr wrap="square" rtlCol="0">
            <a:spAutoFit/>
          </a:bodyPr>
          <a:lstStyle/>
          <a:p>
            <a:r>
              <a:rPr lang="en-US" sz="4000" dirty="0">
                <a:latin typeface="Aptos" panose="020B0004020202020204" pitchFamily="34" charset="0"/>
              </a:rPr>
              <a:t>A side-channel attack is </a:t>
            </a:r>
            <a:r>
              <a:rPr lang="en-US" sz="4000" b="1" dirty="0">
                <a:latin typeface="Aptos" panose="020B0004020202020204" pitchFamily="34" charset="0"/>
              </a:rPr>
              <a:t>an indirect measurement </a:t>
            </a:r>
            <a:r>
              <a:rPr lang="en-US" sz="4000" dirty="0">
                <a:latin typeface="Aptos" panose="020B0004020202020204" pitchFamily="34" charset="0"/>
              </a:rPr>
              <a:t>of a </a:t>
            </a:r>
            <a:r>
              <a:rPr lang="en-US" sz="4000" b="1" dirty="0">
                <a:latin typeface="Aptos" panose="020B0004020202020204" pitchFamily="34" charset="0"/>
              </a:rPr>
              <a:t>computational result </a:t>
            </a:r>
            <a:r>
              <a:rPr lang="en-US" sz="4000" dirty="0">
                <a:latin typeface="Aptos" panose="020B0004020202020204" pitchFamily="34" charset="0"/>
              </a:rPr>
              <a:t>via an </a:t>
            </a:r>
            <a:r>
              <a:rPr lang="en-US" sz="4000" b="1" dirty="0">
                <a:latin typeface="Aptos" panose="020B0004020202020204" pitchFamily="34" charset="0"/>
              </a:rPr>
              <a:t>auxiliary mechanism</a:t>
            </a:r>
          </a:p>
        </p:txBody>
      </p:sp>
    </p:spTree>
    <p:extLst>
      <p:ext uri="{BB962C8B-B14F-4D97-AF65-F5344CB8AC3E}">
        <p14:creationId xmlns:p14="http://schemas.microsoft.com/office/powerpoint/2010/main" val="377728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7CA3C-0131-CA65-D556-5A3F3CA877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B66A2C-AB65-8C07-CB89-2DDB5F90B516}"/>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Attack!</a:t>
            </a:r>
            <a:endParaRPr lang="en-US" sz="2800" dirty="0"/>
          </a:p>
        </p:txBody>
      </p:sp>
      <p:sp>
        <p:nvSpPr>
          <p:cNvPr id="11" name="Rectangle 10">
            <a:extLst>
              <a:ext uri="{FF2B5EF4-FFF2-40B4-BE49-F238E27FC236}">
                <a16:creationId xmlns:a16="http://schemas.microsoft.com/office/drawing/2014/main" id="{10B80C6A-2547-239C-1EB0-CFE92200F750}"/>
              </a:ext>
            </a:extLst>
          </p:cNvPr>
          <p:cNvSpPr/>
          <p:nvPr/>
        </p:nvSpPr>
        <p:spPr>
          <a:xfrm>
            <a:off x="1880037" y="1046888"/>
            <a:ext cx="8431925" cy="923330"/>
          </a:xfrm>
          <a:prstGeom prst="rect">
            <a:avLst/>
          </a:prstGeom>
          <a:noFill/>
        </p:spPr>
        <p:txBody>
          <a:bodyPr wrap="none" lIns="91440" tIns="45720" rIns="91440" bIns="45720">
            <a:spAutoFit/>
          </a:bodyPr>
          <a:lstStyle/>
          <a:p>
            <a:pPr algn="ctr"/>
            <a:r>
              <a:rPr lang="en-US" sz="5400" b="0" cap="none" spc="0" dirty="0">
                <a:ln w="0"/>
                <a:solidFill>
                  <a:schemeClr val="accent6">
                    <a:alpha val="16000"/>
                  </a:schemeClr>
                </a:solidFill>
                <a:effectLst>
                  <a:outerShdw blurRad="38100" dist="19050" dir="2700000" algn="tl" rotWithShape="0">
                    <a:schemeClr val="dk1">
                      <a:alpha val="0"/>
                    </a:schemeClr>
                  </a:outerShdw>
                </a:effectLst>
              </a:rPr>
              <a:t>Cache</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chemeClr val="tx2">
                    <a:lumMod val="50000"/>
                    <a:lumOff val="50000"/>
                  </a:schemeClr>
                </a:solidFill>
                <a:effectLst>
                  <a:outerShdw blurRad="38100" dist="19050" dir="2700000" algn="tl" rotWithShape="0">
                    <a:schemeClr val="dk1">
                      <a:alpha val="40000"/>
                    </a:schemeClr>
                  </a:outerShdw>
                </a:effectLst>
              </a:rPr>
              <a:t>Side-Channel</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rgbClr val="FF0000"/>
                </a:solidFill>
                <a:effectLst>
                  <a:outerShdw blurRad="38100" dist="19050" dir="2700000" algn="tl" rotWithShape="0">
                    <a:schemeClr val="dk1">
                      <a:alpha val="40000"/>
                    </a:schemeClr>
                  </a:outerShdw>
                </a:effectLst>
              </a:rPr>
              <a:t>Attack</a:t>
            </a:r>
          </a:p>
        </p:txBody>
      </p:sp>
      <p:pic>
        <p:nvPicPr>
          <p:cNvPr id="5" name="Picture 4">
            <a:extLst>
              <a:ext uri="{FF2B5EF4-FFF2-40B4-BE49-F238E27FC236}">
                <a16:creationId xmlns:a16="http://schemas.microsoft.com/office/drawing/2014/main" id="{3BC7C518-1829-83EF-3B2E-C3A188D04776}"/>
              </a:ext>
            </a:extLst>
          </p:cNvPr>
          <p:cNvPicPr>
            <a:picLocks noChangeAspect="1"/>
          </p:cNvPicPr>
          <p:nvPr/>
        </p:nvPicPr>
        <p:blipFill>
          <a:blip r:embed="rId2"/>
          <a:stretch>
            <a:fillRect/>
          </a:stretch>
        </p:blipFill>
        <p:spPr>
          <a:xfrm>
            <a:off x="2307599" y="2441034"/>
            <a:ext cx="8004363" cy="4131582"/>
          </a:xfrm>
          <a:prstGeom prst="rect">
            <a:avLst/>
          </a:prstGeom>
        </p:spPr>
      </p:pic>
    </p:spTree>
    <p:extLst>
      <p:ext uri="{BB962C8B-B14F-4D97-AF65-F5344CB8AC3E}">
        <p14:creationId xmlns:p14="http://schemas.microsoft.com/office/powerpoint/2010/main" val="275135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5ECCD-6928-82F6-28E4-89CA217FC3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E9A5E9-614A-44A7-887F-5303A803EBBF}"/>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Attack!</a:t>
            </a:r>
            <a:endParaRPr lang="en-US" sz="2800" dirty="0"/>
          </a:p>
        </p:txBody>
      </p:sp>
      <p:sp>
        <p:nvSpPr>
          <p:cNvPr id="2" name="Title 1">
            <a:extLst>
              <a:ext uri="{FF2B5EF4-FFF2-40B4-BE49-F238E27FC236}">
                <a16:creationId xmlns:a16="http://schemas.microsoft.com/office/drawing/2014/main" id="{D1F53C78-A72E-EAAA-A7E8-AADA4BE8F020}"/>
              </a:ext>
            </a:extLst>
          </p:cNvPr>
          <p:cNvSpPr>
            <a:spLocks noGrp="1"/>
          </p:cNvSpPr>
          <p:nvPr>
            <p:ph type="title"/>
          </p:nvPr>
        </p:nvSpPr>
        <p:spPr>
          <a:xfrm>
            <a:off x="838200" y="813181"/>
            <a:ext cx="10515600" cy="1325563"/>
          </a:xfrm>
        </p:spPr>
        <p:txBody>
          <a:bodyPr/>
          <a:lstStyle/>
          <a:p>
            <a:r>
              <a:rPr lang="en-US" dirty="0">
                <a:solidFill>
                  <a:schemeClr val="accent1">
                    <a:lumMod val="75000"/>
                  </a:schemeClr>
                </a:solidFill>
                <a:latin typeface="Agency FB" panose="020B0503020202020204" pitchFamily="34" charset="0"/>
              </a:rPr>
              <a:t>SCA Real-World Applications</a:t>
            </a:r>
          </a:p>
        </p:txBody>
      </p:sp>
      <p:pic>
        <p:nvPicPr>
          <p:cNvPr id="3" name="Picture 2">
            <a:extLst>
              <a:ext uri="{FF2B5EF4-FFF2-40B4-BE49-F238E27FC236}">
                <a16:creationId xmlns:a16="http://schemas.microsoft.com/office/drawing/2014/main" id="{FEA6C1F6-6EFB-1306-01CF-CF5ACDE117FE}"/>
              </a:ext>
            </a:extLst>
          </p:cNvPr>
          <p:cNvPicPr>
            <a:picLocks noChangeAspect="1"/>
          </p:cNvPicPr>
          <p:nvPr/>
        </p:nvPicPr>
        <p:blipFill>
          <a:blip r:embed="rId2"/>
          <a:stretch>
            <a:fillRect/>
          </a:stretch>
        </p:blipFill>
        <p:spPr>
          <a:xfrm>
            <a:off x="838200" y="2861357"/>
            <a:ext cx="1762371" cy="2257740"/>
          </a:xfrm>
          <a:prstGeom prst="roundRect">
            <a:avLst>
              <a:gd name="adj" fmla="val 16667"/>
            </a:avLst>
          </a:prstGeom>
          <a:ln>
            <a:noFill/>
          </a:ln>
          <a:effectLst>
            <a:outerShdw blurRad="76200" dist="38100" dir="7800000" algn="tl" rotWithShape="0">
              <a:srgbClr val="000000">
                <a:alpha val="25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a:extLst>
              <a:ext uri="{FF2B5EF4-FFF2-40B4-BE49-F238E27FC236}">
                <a16:creationId xmlns:a16="http://schemas.microsoft.com/office/drawing/2014/main" id="{DAE885DE-8DC0-7E28-5BCF-90D3CAB0B1E2}"/>
              </a:ext>
            </a:extLst>
          </p:cNvPr>
          <p:cNvPicPr>
            <a:picLocks noChangeAspect="1"/>
          </p:cNvPicPr>
          <p:nvPr/>
        </p:nvPicPr>
        <p:blipFill>
          <a:blip r:embed="rId3"/>
          <a:stretch>
            <a:fillRect/>
          </a:stretch>
        </p:blipFill>
        <p:spPr>
          <a:xfrm>
            <a:off x="3645866" y="2870884"/>
            <a:ext cx="1695687" cy="2238687"/>
          </a:xfrm>
          <a:prstGeom prst="roundRect">
            <a:avLst>
              <a:gd name="adj" fmla="val 16667"/>
            </a:avLst>
          </a:prstGeom>
          <a:ln>
            <a:noFill/>
          </a:ln>
          <a:effectLst>
            <a:outerShdw blurRad="76200" dist="38100" dir="7800000" algn="tl" rotWithShape="0">
              <a:srgbClr val="000000">
                <a:alpha val="25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B16FA0BF-7BE3-F69B-3D13-0FB5D5FB5A68}"/>
              </a:ext>
            </a:extLst>
          </p:cNvPr>
          <p:cNvPicPr>
            <a:picLocks noChangeAspect="1"/>
          </p:cNvPicPr>
          <p:nvPr/>
        </p:nvPicPr>
        <p:blipFill>
          <a:blip r:embed="rId4"/>
          <a:stretch>
            <a:fillRect/>
          </a:stretch>
        </p:blipFill>
        <p:spPr>
          <a:xfrm>
            <a:off x="6386848" y="2847068"/>
            <a:ext cx="1733792" cy="2286319"/>
          </a:xfrm>
          <a:prstGeom prst="roundRect">
            <a:avLst>
              <a:gd name="adj" fmla="val 16667"/>
            </a:avLst>
          </a:prstGeom>
          <a:ln>
            <a:noFill/>
          </a:ln>
          <a:effectLst>
            <a:outerShdw blurRad="76200" dist="38100" dir="7800000" algn="tl" rotWithShape="0">
              <a:srgbClr val="000000">
                <a:alpha val="25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32DD49E8-BFAF-EE22-8392-4EAC0D6613AB}"/>
              </a:ext>
            </a:extLst>
          </p:cNvPr>
          <p:cNvPicPr>
            <a:picLocks noChangeAspect="1"/>
          </p:cNvPicPr>
          <p:nvPr/>
        </p:nvPicPr>
        <p:blipFill>
          <a:blip r:embed="rId5"/>
          <a:stretch>
            <a:fillRect/>
          </a:stretch>
        </p:blipFill>
        <p:spPr>
          <a:xfrm>
            <a:off x="9165935" y="2870884"/>
            <a:ext cx="1752845" cy="2238687"/>
          </a:xfrm>
          <a:prstGeom prst="roundRect">
            <a:avLst>
              <a:gd name="adj" fmla="val 16667"/>
            </a:avLst>
          </a:prstGeom>
          <a:ln>
            <a:noFill/>
          </a:ln>
          <a:effectLst>
            <a:outerShdw blurRad="76200" dist="38100" dir="7800000" algn="tl" rotWithShape="0">
              <a:srgbClr val="000000">
                <a:alpha val="25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10219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B423C-7745-2081-5D24-540C567727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16CA4E-C07B-A1D9-D2D9-34AC3CE10266}"/>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Attack!</a:t>
            </a:r>
            <a:endParaRPr lang="en-US" sz="2800" dirty="0"/>
          </a:p>
        </p:txBody>
      </p:sp>
      <p:sp>
        <p:nvSpPr>
          <p:cNvPr id="11" name="Rectangle 10">
            <a:extLst>
              <a:ext uri="{FF2B5EF4-FFF2-40B4-BE49-F238E27FC236}">
                <a16:creationId xmlns:a16="http://schemas.microsoft.com/office/drawing/2014/main" id="{E3B85770-53A2-F6C9-5967-BD0928758036}"/>
              </a:ext>
            </a:extLst>
          </p:cNvPr>
          <p:cNvSpPr/>
          <p:nvPr/>
        </p:nvSpPr>
        <p:spPr>
          <a:xfrm>
            <a:off x="1944045" y="1193399"/>
            <a:ext cx="8431925" cy="923330"/>
          </a:xfrm>
          <a:prstGeom prst="rect">
            <a:avLst/>
          </a:prstGeom>
          <a:noFill/>
        </p:spPr>
        <p:txBody>
          <a:bodyPr wrap="none" lIns="91440" tIns="45720" rIns="91440" bIns="45720">
            <a:spAutoFit/>
          </a:bodyPr>
          <a:lstStyle/>
          <a:p>
            <a:pPr algn="ctr"/>
            <a:r>
              <a:rPr lang="en-US" sz="5400" b="0" cap="none" spc="0" dirty="0">
                <a:ln w="0"/>
                <a:solidFill>
                  <a:schemeClr val="accent6"/>
                </a:solidFill>
                <a:effectLst>
                  <a:outerShdw blurRad="38100" dist="19050" dir="2700000" algn="tl" rotWithShape="0">
                    <a:schemeClr val="dk1">
                      <a:alpha val="40000"/>
                    </a:schemeClr>
                  </a:outerShdw>
                </a:effectLst>
              </a:rPr>
              <a:t>Cache</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chemeClr val="tx2">
                    <a:lumMod val="50000"/>
                    <a:lumOff val="50000"/>
                  </a:schemeClr>
                </a:solidFill>
                <a:effectLst>
                  <a:outerShdw blurRad="38100" dist="19050" dir="2700000" algn="tl" rotWithShape="0">
                    <a:schemeClr val="dk1">
                      <a:alpha val="40000"/>
                    </a:schemeClr>
                  </a:outerShdw>
                </a:effectLst>
              </a:rPr>
              <a:t>Side-Channel</a:t>
            </a:r>
            <a:r>
              <a:rPr lang="en-US" sz="5400" b="0" cap="none" spc="0" dirty="0">
                <a:ln w="0"/>
                <a:solidFill>
                  <a:schemeClr val="tx1"/>
                </a:solidFill>
                <a:effectLst>
                  <a:outerShdw blurRad="38100" dist="19050" dir="2700000" algn="tl" rotWithShape="0">
                    <a:schemeClr val="dk1">
                      <a:alpha val="40000"/>
                    </a:schemeClr>
                  </a:outerShdw>
                </a:effectLst>
              </a:rPr>
              <a:t> </a:t>
            </a:r>
            <a:r>
              <a:rPr lang="en-US" sz="5400" b="0" cap="none" spc="0" dirty="0">
                <a:ln w="0"/>
                <a:solidFill>
                  <a:srgbClr val="FF0000"/>
                </a:solidFill>
                <a:effectLst>
                  <a:outerShdw blurRad="38100" dist="19050" dir="2700000" algn="tl" rotWithShape="0">
                    <a:schemeClr val="dk1">
                      <a:alpha val="40000"/>
                    </a:schemeClr>
                  </a:outerShdw>
                </a:effectLst>
              </a:rPr>
              <a:t>Attack</a:t>
            </a:r>
          </a:p>
        </p:txBody>
      </p:sp>
      <p:pic>
        <p:nvPicPr>
          <p:cNvPr id="12" name="Picture 11">
            <a:extLst>
              <a:ext uri="{FF2B5EF4-FFF2-40B4-BE49-F238E27FC236}">
                <a16:creationId xmlns:a16="http://schemas.microsoft.com/office/drawing/2014/main" id="{2CF279D7-C649-C3C1-4A07-E692EAECE3D2}"/>
              </a:ext>
            </a:extLst>
          </p:cNvPr>
          <p:cNvPicPr>
            <a:picLocks noChangeAspect="1"/>
          </p:cNvPicPr>
          <p:nvPr/>
        </p:nvPicPr>
        <p:blipFill>
          <a:blip r:embed="rId2"/>
          <a:stretch>
            <a:fillRect/>
          </a:stretch>
        </p:blipFill>
        <p:spPr>
          <a:xfrm>
            <a:off x="4458843" y="3045029"/>
            <a:ext cx="3399282" cy="3392483"/>
          </a:xfrm>
          <a:prstGeom prst="rect">
            <a:avLst/>
          </a:prstGeom>
        </p:spPr>
      </p:pic>
      <p:cxnSp>
        <p:nvCxnSpPr>
          <p:cNvPr id="15" name="Straight Connector 14">
            <a:extLst>
              <a:ext uri="{FF2B5EF4-FFF2-40B4-BE49-F238E27FC236}">
                <a16:creationId xmlns:a16="http://schemas.microsoft.com/office/drawing/2014/main" id="{DCBB6D86-A2C4-9762-27CD-9320E5293F7D}"/>
              </a:ext>
            </a:extLst>
          </p:cNvPr>
          <p:cNvCxnSpPr/>
          <p:nvPr/>
        </p:nvCxnSpPr>
        <p:spPr>
          <a:xfrm>
            <a:off x="4206240" y="2116729"/>
            <a:ext cx="39044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317A639-767D-499F-FE8F-0A09A89DCB36}"/>
              </a:ext>
            </a:extLst>
          </p:cNvPr>
          <p:cNvCxnSpPr>
            <a:cxnSpLocks/>
            <a:stCxn id="11" idx="2"/>
            <a:endCxn id="12" idx="0"/>
          </p:cNvCxnSpPr>
          <p:nvPr/>
        </p:nvCxnSpPr>
        <p:spPr>
          <a:xfrm flipH="1">
            <a:off x="6158484" y="2116729"/>
            <a:ext cx="1524" cy="928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896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AA027-696F-380D-ABE2-27C2DBD4D8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21B292-9333-29BD-22B0-D03567D7D119}"/>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Side-Channel</a:t>
            </a:r>
            <a:endParaRPr lang="en-US" sz="2800" dirty="0"/>
          </a:p>
        </p:txBody>
      </p:sp>
      <p:sp>
        <p:nvSpPr>
          <p:cNvPr id="3" name="TextBox 2">
            <a:extLst>
              <a:ext uri="{FF2B5EF4-FFF2-40B4-BE49-F238E27FC236}">
                <a16:creationId xmlns:a16="http://schemas.microsoft.com/office/drawing/2014/main" id="{8FC755F9-CA70-088D-42A6-A9782FB76BC9}"/>
              </a:ext>
            </a:extLst>
          </p:cNvPr>
          <p:cNvSpPr txBox="1"/>
          <p:nvPr/>
        </p:nvSpPr>
        <p:spPr>
          <a:xfrm>
            <a:off x="513757" y="803932"/>
            <a:ext cx="10843091" cy="1938992"/>
          </a:xfrm>
          <a:prstGeom prst="rect">
            <a:avLst/>
          </a:prstGeom>
          <a:noFill/>
        </p:spPr>
        <p:txBody>
          <a:bodyPr wrap="square">
            <a:spAutoFit/>
          </a:bodyPr>
          <a:lstStyle/>
          <a:p>
            <a:r>
              <a:rPr lang="en-US" sz="2400" b="1" dirty="0"/>
              <a:t>Basic Idea of Cache Side-channel Attack: </a:t>
            </a:r>
          </a:p>
          <a:p>
            <a:endParaRPr lang="en-US" sz="2400" dirty="0"/>
          </a:p>
          <a:p>
            <a:pPr algn="ctr"/>
            <a:r>
              <a:rPr lang="en-US" sz="2400" b="1" dirty="0"/>
              <a:t>Find a cache set that the </a:t>
            </a:r>
            <a:r>
              <a:rPr lang="en-US" sz="2400" b="1" dirty="0">
                <a:solidFill>
                  <a:srgbClr val="FF0000"/>
                </a:solidFill>
              </a:rPr>
              <a:t>attacker </a:t>
            </a:r>
            <a:r>
              <a:rPr lang="en-US" sz="2400" b="1" dirty="0"/>
              <a:t>shares with the </a:t>
            </a:r>
            <a:r>
              <a:rPr lang="en-US" sz="2400" b="1" dirty="0">
                <a:solidFill>
                  <a:schemeClr val="accent6">
                    <a:lumMod val="75000"/>
                  </a:schemeClr>
                </a:solidFill>
              </a:rPr>
              <a:t>victim</a:t>
            </a:r>
            <a:r>
              <a:rPr lang="en-US" sz="2400" b="1" dirty="0"/>
              <a:t> </a:t>
            </a:r>
          </a:p>
          <a:p>
            <a:pPr algn="ctr"/>
            <a:r>
              <a:rPr lang="en-US" sz="2400" dirty="0"/>
              <a:t>and </a:t>
            </a:r>
          </a:p>
          <a:p>
            <a:pPr algn="ctr"/>
            <a:r>
              <a:rPr lang="en-US" sz="2400" dirty="0"/>
              <a:t>then </a:t>
            </a:r>
            <a:r>
              <a:rPr lang="en-US" sz="2400" dirty="0">
                <a:solidFill>
                  <a:srgbClr val="FFC000"/>
                </a:solidFill>
              </a:rPr>
              <a:t>monitor</a:t>
            </a:r>
            <a:r>
              <a:rPr lang="en-US" sz="2400" dirty="0"/>
              <a:t> its usage over time. </a:t>
            </a:r>
          </a:p>
        </p:txBody>
      </p:sp>
      <p:pic>
        <p:nvPicPr>
          <p:cNvPr id="2" name="Picture 1">
            <a:extLst>
              <a:ext uri="{FF2B5EF4-FFF2-40B4-BE49-F238E27FC236}">
                <a16:creationId xmlns:a16="http://schemas.microsoft.com/office/drawing/2014/main" id="{687F7E38-044F-B736-C17F-D5CDE4851D6C}"/>
              </a:ext>
            </a:extLst>
          </p:cNvPr>
          <p:cNvPicPr>
            <a:picLocks noChangeAspect="1"/>
          </p:cNvPicPr>
          <p:nvPr/>
        </p:nvPicPr>
        <p:blipFill>
          <a:blip r:embed="rId2"/>
          <a:stretch>
            <a:fillRect/>
          </a:stretch>
        </p:blipFill>
        <p:spPr>
          <a:xfrm>
            <a:off x="4409968" y="3074098"/>
            <a:ext cx="3052382" cy="3052382"/>
          </a:xfrm>
          <a:prstGeom prst="rect">
            <a:avLst/>
          </a:prstGeom>
        </p:spPr>
      </p:pic>
    </p:spTree>
    <p:extLst>
      <p:ext uri="{BB962C8B-B14F-4D97-AF65-F5344CB8AC3E}">
        <p14:creationId xmlns:p14="http://schemas.microsoft.com/office/powerpoint/2010/main" val="3549013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A200-AD87-8CD2-D923-E97EB4A5E95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D9AD92-6C96-B92D-77F2-AAF717CFDD93}"/>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Side-Channel</a:t>
            </a:r>
            <a:endParaRPr lang="en-US" sz="2800" dirty="0"/>
          </a:p>
        </p:txBody>
      </p:sp>
      <p:sp>
        <p:nvSpPr>
          <p:cNvPr id="6" name="TextBox 5">
            <a:extLst>
              <a:ext uri="{FF2B5EF4-FFF2-40B4-BE49-F238E27FC236}">
                <a16:creationId xmlns:a16="http://schemas.microsoft.com/office/drawing/2014/main" id="{F4588EB6-FE0C-0F2C-5E32-9B48AE7580B9}"/>
              </a:ext>
            </a:extLst>
          </p:cNvPr>
          <p:cNvSpPr txBox="1"/>
          <p:nvPr/>
        </p:nvSpPr>
        <p:spPr>
          <a:xfrm>
            <a:off x="125643" y="966169"/>
            <a:ext cx="11641667" cy="4247317"/>
          </a:xfrm>
          <a:prstGeom prst="rect">
            <a:avLst/>
          </a:prstGeom>
          <a:noFill/>
        </p:spPr>
        <p:txBody>
          <a:bodyPr wrap="square">
            <a:spAutoFit/>
          </a:bodyPr>
          <a:lstStyle/>
          <a:p>
            <a:r>
              <a:rPr lang="en-US" b="1" dirty="0"/>
              <a:t>Cache Timing Variations: </a:t>
            </a:r>
            <a:r>
              <a:rPr lang="en-US" dirty="0"/>
              <a:t>Cache memory is faster than main memory. Cache side-channel attacks exploit </a:t>
            </a:r>
            <a:r>
              <a:rPr lang="en-US" b="1" dirty="0"/>
              <a:t>timing differences</a:t>
            </a:r>
            <a:r>
              <a:rPr lang="en-US" dirty="0"/>
              <a:t> between </a:t>
            </a:r>
            <a:r>
              <a:rPr lang="en-US" b="1" dirty="0"/>
              <a:t>cache hits </a:t>
            </a:r>
            <a:r>
              <a:rPr lang="en-US" dirty="0"/>
              <a:t>(data found in cache) and </a:t>
            </a:r>
            <a:r>
              <a:rPr lang="en-US" b="1" dirty="0"/>
              <a:t>cache misses </a:t>
            </a:r>
            <a:r>
              <a:rPr lang="en-US" dirty="0"/>
              <a:t>(data fetched from main memory).</a:t>
            </a:r>
          </a:p>
          <a:p>
            <a:endParaRPr lang="en-US" dirty="0"/>
          </a:p>
          <a:p>
            <a:r>
              <a:rPr lang="en-US" b="1" dirty="0"/>
              <a:t>Observation of Access Patterns</a:t>
            </a:r>
            <a:r>
              <a:rPr lang="en-US" dirty="0"/>
              <a:t>: By monitoring or manipulating </a:t>
            </a:r>
            <a:r>
              <a:rPr lang="en-US" b="1" dirty="0"/>
              <a:t>cache access patterns</a:t>
            </a:r>
            <a:r>
              <a:rPr lang="en-US" dirty="0"/>
              <a:t>, attackers can deduce sensitive operations or data, such as cryptographic keys or user behavior.</a:t>
            </a:r>
          </a:p>
          <a:p>
            <a:endParaRPr lang="en-US" dirty="0"/>
          </a:p>
          <a:p>
            <a:r>
              <a:rPr lang="en-US" b="1" dirty="0"/>
              <a:t>Shared Resource Exploitation: </a:t>
            </a:r>
            <a:r>
              <a:rPr lang="en-US" dirty="0"/>
              <a:t>These attacks often occur in environments where multiple processes or users share the same hardware, such as in cloud computing or multi-user systems.</a:t>
            </a:r>
          </a:p>
          <a:p>
            <a:endParaRPr lang="en-US" dirty="0"/>
          </a:p>
          <a:p>
            <a:endParaRPr lang="en-US" dirty="0"/>
          </a:p>
          <a:p>
            <a:r>
              <a:rPr lang="en-US" dirty="0"/>
              <a:t>Common techniques include:</a:t>
            </a:r>
          </a:p>
          <a:p>
            <a:pPr marL="742950" lvl="1" indent="-285750">
              <a:buFont typeface="Arial" panose="020B0604020202020204" pitchFamily="34" charset="0"/>
              <a:buChar char="•"/>
            </a:pPr>
            <a:r>
              <a:rPr lang="en-US" b="1" dirty="0" err="1"/>
              <a:t>Flush+Reload</a:t>
            </a:r>
            <a:r>
              <a:rPr lang="en-US" dirty="0"/>
              <a:t>: Evict a cache line and observe reload times to determine if a victim accessed it.</a:t>
            </a:r>
          </a:p>
          <a:p>
            <a:pPr marL="742950" lvl="1" indent="-285750">
              <a:buFont typeface="Arial" panose="020B0604020202020204" pitchFamily="34" charset="0"/>
              <a:buChar char="•"/>
            </a:pPr>
            <a:r>
              <a:rPr lang="en-US" b="1" dirty="0" err="1"/>
              <a:t>Prime+Probe</a:t>
            </a:r>
            <a:r>
              <a:rPr lang="en-US" dirty="0"/>
              <a:t>: Fill the cache with attacker data, then measure access times to detect victim's cache usage.</a:t>
            </a:r>
          </a:p>
          <a:p>
            <a:endParaRPr lang="en-US" dirty="0"/>
          </a:p>
          <a:p>
            <a:endParaRPr lang="en-US" dirty="0"/>
          </a:p>
        </p:txBody>
      </p:sp>
    </p:spTree>
    <p:extLst>
      <p:ext uri="{BB962C8B-B14F-4D97-AF65-F5344CB8AC3E}">
        <p14:creationId xmlns:p14="http://schemas.microsoft.com/office/powerpoint/2010/main" val="3754208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06D28-501A-5BB8-B00D-37BB5F25B8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2D1060C-F9D4-3BBC-7F3F-2ED18B5B85B3}"/>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 Side-channel Attacks</a:t>
            </a:r>
            <a:endParaRPr lang="en-US" sz="2800" dirty="0"/>
          </a:p>
        </p:txBody>
      </p:sp>
      <p:sp>
        <p:nvSpPr>
          <p:cNvPr id="5" name="TextBox 4">
            <a:extLst>
              <a:ext uri="{FF2B5EF4-FFF2-40B4-BE49-F238E27FC236}">
                <a16:creationId xmlns:a16="http://schemas.microsoft.com/office/drawing/2014/main" id="{06DE18CC-BA9A-06E6-AAA6-405744CFE61B}"/>
              </a:ext>
            </a:extLst>
          </p:cNvPr>
          <p:cNvSpPr txBox="1"/>
          <p:nvPr/>
        </p:nvSpPr>
        <p:spPr>
          <a:xfrm>
            <a:off x="228600" y="3250498"/>
            <a:ext cx="11209867" cy="800219"/>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b="1" dirty="0"/>
          </a:p>
          <a:p>
            <a:endParaRPr lang="en-US" dirty="0"/>
          </a:p>
        </p:txBody>
      </p:sp>
      <p:sp>
        <p:nvSpPr>
          <p:cNvPr id="7" name="Rectangle 2">
            <a:extLst>
              <a:ext uri="{FF2B5EF4-FFF2-40B4-BE49-F238E27FC236}">
                <a16:creationId xmlns:a16="http://schemas.microsoft.com/office/drawing/2014/main" id="{BD11A6CC-AE6E-6987-B3A6-FA2221F853E8}"/>
              </a:ext>
            </a:extLst>
          </p:cNvPr>
          <p:cNvSpPr>
            <a:spLocks noChangeArrowheads="1"/>
          </p:cNvSpPr>
          <p:nvPr/>
        </p:nvSpPr>
        <p:spPr bwMode="auto">
          <a:xfrm>
            <a:off x="156633" y="696837"/>
            <a:ext cx="11806767"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Cache Hits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When data requested by the CPU is found in the cache, resulting in faster access.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Cache Miss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When data requested by the CPU is not found in the cache, requiring retrieval from slower main memory.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Flush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The process of invalidating or clearing specific cache lines to remove stored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Reload</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Accessing data again to measure how quickly it can be fetched, indicating if it's still in the cache.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Evict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Forcing specific data out of the cache, making space for other data or invalidating cache lines.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Prime</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Filling the cache with specific data to observe later access patterns.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Probe</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Measuring access times to determine if specific cache lines have been used or modified by another process.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151232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C08F-5212-7D50-F8BB-C9D9C2BB949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97E20D-8908-8ACD-D409-7C02A68FD248}"/>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7A8FB681-781D-AFEE-DE45-FA47BE58248F}"/>
              </a:ext>
            </a:extLst>
          </p:cNvPr>
          <p:cNvSpPr txBox="1"/>
          <p:nvPr/>
        </p:nvSpPr>
        <p:spPr>
          <a:xfrm>
            <a:off x="143933" y="913698"/>
            <a:ext cx="11209867" cy="2092881"/>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Cache Hits: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b="1" dirty="0"/>
          </a:p>
          <a:p>
            <a:pPr marR="0" lvl="0" algn="ctr" defTabSz="914400" rtl="0" eaLnBrk="0" fontAlgn="base" latinLnBrk="0" hangingPunct="0">
              <a:lnSpc>
                <a:spcPct val="100000"/>
              </a:lnSpc>
              <a:spcBef>
                <a:spcPct val="0"/>
              </a:spcBef>
              <a:spcAft>
                <a:spcPct val="0"/>
              </a:spcAft>
              <a:buClrTx/>
              <a:buSzTx/>
              <a:tabLst/>
            </a:pPr>
            <a:r>
              <a:rPr lang="en-US" altLang="en-US" sz="2800" dirty="0"/>
              <a:t>A</a:t>
            </a:r>
            <a:r>
              <a:rPr lang="en-US" altLang="en-US" sz="2800" b="1" dirty="0"/>
              <a:t> Cache Hit </a:t>
            </a:r>
            <a:r>
              <a:rPr lang="en-US" altLang="en-US" sz="2800" dirty="0"/>
              <a:t>occurs when a line is referenced and is in the cache. The cached data will be retrieved instead of accessing main memory.</a:t>
            </a:r>
          </a:p>
          <a:p>
            <a:endParaRPr lang="en-US" dirty="0"/>
          </a:p>
        </p:txBody>
      </p:sp>
      <p:pic>
        <p:nvPicPr>
          <p:cNvPr id="3" name="Picture 2" descr="A close-up of a document">
            <a:extLst>
              <a:ext uri="{FF2B5EF4-FFF2-40B4-BE49-F238E27FC236}">
                <a16:creationId xmlns:a16="http://schemas.microsoft.com/office/drawing/2014/main" id="{77764777-F723-2C47-866E-8F2AFC5D9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2868" y="3006579"/>
            <a:ext cx="5835199" cy="3664505"/>
          </a:xfrm>
          <a:prstGeom prst="rect">
            <a:avLst/>
          </a:prstGeom>
        </p:spPr>
      </p:pic>
      <p:sp>
        <p:nvSpPr>
          <p:cNvPr id="6" name="TextBox 5">
            <a:extLst>
              <a:ext uri="{FF2B5EF4-FFF2-40B4-BE49-F238E27FC236}">
                <a16:creationId xmlns:a16="http://schemas.microsoft.com/office/drawing/2014/main" id="{51214485-A111-232A-6B4B-117EDA19AC8D}"/>
              </a:ext>
            </a:extLst>
          </p:cNvPr>
          <p:cNvSpPr txBox="1"/>
          <p:nvPr/>
        </p:nvSpPr>
        <p:spPr>
          <a:xfrm>
            <a:off x="8759423" y="5982424"/>
            <a:ext cx="3234614" cy="738664"/>
          </a:xfrm>
          <a:prstGeom prst="rect">
            <a:avLst/>
          </a:prstGeom>
          <a:noFill/>
        </p:spPr>
        <p:txBody>
          <a:bodyPr wrap="square">
            <a:spAutoFit/>
          </a:bodyPr>
          <a:lstStyle/>
          <a:p>
            <a:r>
              <a:rPr lang="en-US" sz="1050" dirty="0">
                <a:solidFill>
                  <a:schemeClr val="bg1">
                    <a:lumMod val="85000"/>
                  </a:schemeClr>
                </a:solidFill>
                <a:latin typeface="Times New Roman" panose="02020603050405020304" pitchFamily="18" charset="0"/>
                <a:cs typeface="Times New Roman" panose="02020603050405020304" pitchFamily="18" charset="0"/>
              </a:rPr>
              <a:t>Download the PPTX file to play the animation. </a:t>
            </a:r>
          </a:p>
          <a:p>
            <a:endParaRPr lang="en-US" sz="1050" dirty="0">
              <a:solidFill>
                <a:schemeClr val="bg1">
                  <a:lumMod val="85000"/>
                </a:schemeClr>
              </a:solidFill>
              <a:latin typeface="Times New Roman" panose="02020603050405020304" pitchFamily="18" charset="0"/>
              <a:cs typeface="Times New Roman" panose="02020603050405020304" pitchFamily="18" charset="0"/>
            </a:endParaRPr>
          </a:p>
          <a:p>
            <a:r>
              <a:rPr lang="en-US" sz="1050" dirty="0">
                <a:solidFill>
                  <a:schemeClr val="bg1">
                    <a:lumMod val="85000"/>
                  </a:schemeClr>
                </a:solidFill>
                <a:latin typeface="Times New Roman" panose="02020603050405020304" pitchFamily="18" charset="0"/>
                <a:cs typeface="Times New Roman" panose="02020603050405020304" pitchFamily="18" charset="0"/>
              </a:rPr>
              <a:t>Gif source: https://www.codecademy.com/learn/cspath-computer-architecture/modules/cache/cheatsheet</a:t>
            </a:r>
          </a:p>
        </p:txBody>
      </p:sp>
    </p:spTree>
    <p:extLst>
      <p:ext uri="{BB962C8B-B14F-4D97-AF65-F5344CB8AC3E}">
        <p14:creationId xmlns:p14="http://schemas.microsoft.com/office/powerpoint/2010/main" val="2530776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9E2E2-F66A-273F-D988-ECD4344A11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F04C8DB-3697-0850-FA5D-F7114130943B}"/>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hits in Real</a:t>
            </a:r>
            <a:endParaRPr lang="en-US" sz="2800" dirty="0"/>
          </a:p>
        </p:txBody>
      </p:sp>
      <p:sp>
        <p:nvSpPr>
          <p:cNvPr id="7" name="TextBox 6">
            <a:extLst>
              <a:ext uri="{FF2B5EF4-FFF2-40B4-BE49-F238E27FC236}">
                <a16:creationId xmlns:a16="http://schemas.microsoft.com/office/drawing/2014/main" id="{DD342815-0F0D-C667-1833-4243A7F8FCC5}"/>
              </a:ext>
            </a:extLst>
          </p:cNvPr>
          <p:cNvSpPr txBox="1"/>
          <p:nvPr/>
        </p:nvSpPr>
        <p:spPr>
          <a:xfrm>
            <a:off x="331236" y="844965"/>
            <a:ext cx="6498772" cy="5816977"/>
          </a:xfrm>
          <a:prstGeom prst="rect">
            <a:avLst/>
          </a:prstGeom>
          <a:solidFill>
            <a:schemeClr val="bg1">
              <a:lumMod val="95000"/>
            </a:schemeClr>
          </a:solidFill>
          <a:ln>
            <a:solidFill>
              <a:schemeClr val="tx1"/>
            </a:solidFill>
          </a:ln>
        </p:spPr>
        <p:txBody>
          <a:bodyPr wrap="square">
            <a:spAutoFit/>
          </a:bodyPr>
          <a:lstStyle/>
          <a:p>
            <a:r>
              <a:rPr lang="en-US" sz="1200" dirty="0">
                <a:latin typeface="Consolas" panose="020B0609020204030204" pitchFamily="49" charset="0"/>
              </a:rPr>
              <a:t>// </a:t>
            </a:r>
            <a:r>
              <a:rPr lang="en-US" sz="1200" dirty="0" err="1">
                <a:latin typeface="Consolas" panose="020B0609020204030204" pitchFamily="49" charset="0"/>
              </a:rPr>
              <a:t>cache_hit.c</a:t>
            </a:r>
            <a:endParaRPr lang="en-US" sz="1200" dirty="0">
              <a:latin typeface="Consolas" panose="020B0609020204030204" pitchFamily="49" charset="0"/>
            </a:endParaRPr>
          </a:p>
          <a:p>
            <a:r>
              <a:rPr lang="en-US" sz="1200" dirty="0">
                <a:latin typeface="Consolas" panose="020B0609020204030204" pitchFamily="49" charset="0"/>
              </a:rPr>
              <a:t>#include &lt;</a:t>
            </a:r>
            <a:r>
              <a:rPr lang="en-US" sz="1200" dirty="0" err="1">
                <a:latin typeface="Consolas" panose="020B0609020204030204" pitchFamily="49" charset="0"/>
              </a:rPr>
              <a:t>stdio.h</a:t>
            </a:r>
            <a:r>
              <a:rPr lang="en-US" sz="1200" dirty="0">
                <a:latin typeface="Consolas" panose="020B0609020204030204" pitchFamily="49" charset="0"/>
              </a:rPr>
              <a:t>&gt;</a:t>
            </a:r>
          </a:p>
          <a:p>
            <a:r>
              <a:rPr lang="en-US" sz="1200" dirty="0">
                <a:latin typeface="Consolas" panose="020B0609020204030204" pitchFamily="49" charset="0"/>
              </a:rPr>
              <a:t>#include &lt;</a:t>
            </a:r>
            <a:r>
              <a:rPr lang="en-US" sz="1200" dirty="0" err="1">
                <a:latin typeface="Consolas" panose="020B0609020204030204" pitchFamily="49" charset="0"/>
              </a:rPr>
              <a:t>stdlib.h</a:t>
            </a:r>
            <a:r>
              <a:rPr lang="en-US" sz="1200" dirty="0">
                <a:latin typeface="Consolas" panose="020B0609020204030204" pitchFamily="49" charset="0"/>
              </a:rPr>
              <a:t>&gt;</a:t>
            </a:r>
          </a:p>
          <a:p>
            <a:r>
              <a:rPr lang="en-US" sz="1200" dirty="0">
                <a:latin typeface="Consolas" panose="020B0609020204030204" pitchFamily="49" charset="0"/>
              </a:rPr>
              <a:t>#include &lt;</a:t>
            </a:r>
            <a:r>
              <a:rPr lang="en-US" sz="1200" dirty="0" err="1">
                <a:latin typeface="Consolas" panose="020B0609020204030204" pitchFamily="49" charset="0"/>
              </a:rPr>
              <a:t>time.h</a:t>
            </a:r>
            <a:r>
              <a:rPr lang="en-US" sz="1200" dirty="0">
                <a:latin typeface="Consolas" panose="020B0609020204030204" pitchFamily="49" charset="0"/>
              </a:rPr>
              <a:t>&gt;</a:t>
            </a:r>
          </a:p>
          <a:p>
            <a:endParaRPr lang="en-US" sz="1200" dirty="0">
              <a:latin typeface="Consolas" panose="020B0609020204030204" pitchFamily="49" charset="0"/>
            </a:endParaRPr>
          </a:p>
          <a:p>
            <a:r>
              <a:rPr lang="en-US" sz="1200" dirty="0">
                <a:latin typeface="Consolas" panose="020B0609020204030204" pitchFamily="49" charset="0"/>
              </a:rPr>
              <a:t>#define ITERATIONS 1000000</a:t>
            </a:r>
          </a:p>
          <a:p>
            <a:endParaRPr lang="en-US" sz="1200" dirty="0">
              <a:latin typeface="Consolas" panose="020B0609020204030204" pitchFamily="49" charset="0"/>
            </a:endParaRPr>
          </a:p>
          <a:p>
            <a:r>
              <a:rPr lang="en-US" sz="1200" dirty="0">
                <a:latin typeface="Consolas" panose="020B0609020204030204" pitchFamily="49" charset="0"/>
              </a:rPr>
              <a:t>int main() {</a:t>
            </a:r>
          </a:p>
          <a:p>
            <a:r>
              <a:rPr lang="en-US" sz="1200" dirty="0">
                <a:latin typeface="Consolas" panose="020B0609020204030204" pitchFamily="49" charset="0"/>
              </a:rPr>
              <a:t>    int *array = malloc(</a:t>
            </a:r>
            <a:r>
              <a:rPr lang="en-US" sz="1200" dirty="0" err="1">
                <a:latin typeface="Consolas" panose="020B0609020204030204" pitchFamily="49" charset="0"/>
              </a:rPr>
              <a:t>sizeof</a:t>
            </a:r>
            <a:r>
              <a:rPr lang="en-US" sz="1200" dirty="0">
                <a:latin typeface="Consolas" panose="020B0609020204030204" pitchFamily="49" charset="0"/>
              </a:rPr>
              <a:t>(int) * 1024);</a:t>
            </a:r>
          </a:p>
          <a:p>
            <a:r>
              <a:rPr lang="en-US" sz="1200" dirty="0">
                <a:latin typeface="Consolas" panose="020B0609020204030204" pitchFamily="49" charset="0"/>
              </a:rPr>
              <a:t>    volatile int temp;</a:t>
            </a:r>
          </a:p>
          <a:p>
            <a:r>
              <a:rPr lang="en-US" sz="1200" dirty="0">
                <a:latin typeface="Consolas" panose="020B0609020204030204" pitchFamily="49" charset="0"/>
              </a:rPr>
              <a:t>    </a:t>
            </a:r>
            <a:r>
              <a:rPr lang="en-US" sz="1200" dirty="0" err="1">
                <a:latin typeface="Consolas" panose="020B0609020204030204" pitchFamily="49" charset="0"/>
              </a:rPr>
              <a:t>clock_t</a:t>
            </a:r>
            <a:r>
              <a:rPr lang="en-US" sz="1200" dirty="0">
                <a:latin typeface="Consolas" panose="020B0609020204030204" pitchFamily="49" charset="0"/>
              </a:rPr>
              <a:t> start, end;</a:t>
            </a:r>
          </a:p>
          <a:p>
            <a:endParaRPr lang="en-US" sz="1200" dirty="0">
              <a:latin typeface="Consolas" panose="020B0609020204030204" pitchFamily="49" charset="0"/>
            </a:endParaRPr>
          </a:p>
          <a:p>
            <a:r>
              <a:rPr lang="en-US" sz="1200" dirty="0">
                <a:highlight>
                  <a:srgbClr val="FFFF00"/>
                </a:highlight>
                <a:latin typeface="Consolas" panose="020B0609020204030204" pitchFamily="49" charset="0"/>
              </a:rPr>
              <a:t>    // Access the array once to load it into the cache</a:t>
            </a:r>
          </a:p>
          <a:p>
            <a:r>
              <a:rPr lang="en-US" sz="1200" dirty="0">
                <a:highlight>
                  <a:srgbClr val="FFFF00"/>
                </a:highlight>
                <a:latin typeface="Consolas" panose="020B0609020204030204" pitchFamily="49" charset="0"/>
              </a:rPr>
              <a:t>    for(int </a:t>
            </a:r>
            <a:r>
              <a:rPr lang="en-US" sz="1200" dirty="0" err="1">
                <a:highlight>
                  <a:srgbClr val="FFFF00"/>
                </a:highlight>
                <a:latin typeface="Consolas" panose="020B0609020204030204" pitchFamily="49" charset="0"/>
              </a:rPr>
              <a:t>i</a:t>
            </a:r>
            <a:r>
              <a:rPr lang="en-US" sz="1200" dirty="0">
                <a:highlight>
                  <a:srgbClr val="FFFF00"/>
                </a:highlight>
                <a:latin typeface="Consolas" panose="020B0609020204030204" pitchFamily="49" charset="0"/>
              </a:rPr>
              <a:t> = 0; </a:t>
            </a:r>
            <a:r>
              <a:rPr lang="en-US" sz="1200" dirty="0" err="1">
                <a:highlight>
                  <a:srgbClr val="FFFF00"/>
                </a:highlight>
                <a:latin typeface="Consolas" panose="020B0609020204030204" pitchFamily="49" charset="0"/>
              </a:rPr>
              <a:t>i</a:t>
            </a:r>
            <a:r>
              <a:rPr lang="en-US" sz="1200" dirty="0">
                <a:highlight>
                  <a:srgbClr val="FFFF00"/>
                </a:highlight>
                <a:latin typeface="Consolas" panose="020B0609020204030204" pitchFamily="49" charset="0"/>
              </a:rPr>
              <a:t> &lt; 1024; </a:t>
            </a:r>
            <a:r>
              <a:rPr lang="en-US" sz="1200" dirty="0" err="1">
                <a:highlight>
                  <a:srgbClr val="FFFF00"/>
                </a:highlight>
                <a:latin typeface="Consolas" panose="020B0609020204030204" pitchFamily="49" charset="0"/>
              </a:rPr>
              <a:t>i</a:t>
            </a:r>
            <a:r>
              <a:rPr lang="en-US" sz="1200" dirty="0">
                <a:highlight>
                  <a:srgbClr val="FFFF00"/>
                </a:highlight>
                <a:latin typeface="Consolas" panose="020B0609020204030204" pitchFamily="49" charset="0"/>
              </a:rPr>
              <a:t>++) {</a:t>
            </a:r>
          </a:p>
          <a:p>
            <a:r>
              <a:rPr lang="en-US" sz="1200" dirty="0">
                <a:highlight>
                  <a:srgbClr val="FFFF00"/>
                </a:highlight>
                <a:latin typeface="Consolas" panose="020B0609020204030204" pitchFamily="49" charset="0"/>
              </a:rPr>
              <a:t>        array[</a:t>
            </a:r>
            <a:r>
              <a:rPr lang="en-US" sz="1200" dirty="0" err="1">
                <a:highlight>
                  <a:srgbClr val="FFFF00"/>
                </a:highlight>
                <a:latin typeface="Consolas" panose="020B0609020204030204" pitchFamily="49" charset="0"/>
              </a:rPr>
              <a:t>i</a:t>
            </a:r>
            <a:r>
              <a:rPr lang="en-US" sz="1200" dirty="0">
                <a:highlight>
                  <a:srgbClr val="FFFF00"/>
                </a:highlight>
                <a:latin typeface="Consolas" panose="020B0609020204030204" pitchFamily="49" charset="0"/>
              </a:rPr>
              <a:t>] = </a:t>
            </a:r>
            <a:r>
              <a:rPr lang="en-US" sz="1200" dirty="0" err="1">
                <a:highlight>
                  <a:srgbClr val="FFFF00"/>
                </a:highlight>
                <a:latin typeface="Consolas" panose="020B0609020204030204" pitchFamily="49" charset="0"/>
              </a:rPr>
              <a:t>i</a:t>
            </a:r>
            <a:r>
              <a:rPr lang="en-US" sz="1200" dirty="0">
                <a:highlight>
                  <a:srgbClr val="FFFF00"/>
                </a:highlight>
                <a:latin typeface="Consolas" panose="020B0609020204030204" pitchFamily="49" charset="0"/>
              </a:rPr>
              <a:t>;</a:t>
            </a:r>
          </a:p>
          <a:p>
            <a:r>
              <a:rPr lang="en-US" sz="1200" dirty="0">
                <a:highlight>
                  <a:srgbClr val="FFFF00"/>
                </a:highlight>
                <a:latin typeface="Consolas" panose="020B0609020204030204" pitchFamily="49" charset="0"/>
              </a:rPr>
              <a:t>    }</a:t>
            </a:r>
          </a:p>
          <a:p>
            <a:endParaRPr lang="en-US" sz="1200" dirty="0">
              <a:latin typeface="Consolas" panose="020B0609020204030204" pitchFamily="49" charset="0"/>
            </a:endParaRPr>
          </a:p>
          <a:p>
            <a:r>
              <a:rPr lang="en-US" sz="1200" dirty="0">
                <a:latin typeface="Consolas" panose="020B0609020204030204" pitchFamily="49" charset="0"/>
              </a:rPr>
              <a:t>    // Measure the time taken for cache hits</a:t>
            </a:r>
          </a:p>
          <a:p>
            <a:r>
              <a:rPr lang="en-US" sz="1200" dirty="0">
                <a:latin typeface="Consolas" panose="020B0609020204030204" pitchFamily="49" charset="0"/>
              </a:rPr>
              <a:t>    </a:t>
            </a:r>
            <a:r>
              <a:rPr lang="en-US" sz="1200" dirty="0">
                <a:highlight>
                  <a:srgbClr val="FF00FF"/>
                </a:highlight>
                <a:latin typeface="Consolas" panose="020B0609020204030204" pitchFamily="49" charset="0"/>
              </a:rPr>
              <a:t>start = clock();</a:t>
            </a:r>
          </a:p>
          <a:p>
            <a:endParaRPr lang="en-US" sz="1200" dirty="0">
              <a:latin typeface="Consolas" panose="020B0609020204030204" pitchFamily="49" charset="0"/>
            </a:endParaRPr>
          </a:p>
          <a:p>
            <a:r>
              <a:rPr lang="en-US" sz="1200" dirty="0">
                <a:highlight>
                  <a:srgbClr val="00FF00"/>
                </a:highlight>
                <a:latin typeface="Consolas" panose="020B0609020204030204" pitchFamily="49" charset="0"/>
              </a:rPr>
              <a:t>    for(int </a:t>
            </a:r>
            <a:r>
              <a:rPr lang="en-US" sz="1200" dirty="0" err="1">
                <a:highlight>
                  <a:srgbClr val="00FF00"/>
                </a:highlight>
                <a:latin typeface="Consolas" panose="020B0609020204030204" pitchFamily="49" charset="0"/>
              </a:rPr>
              <a:t>i</a:t>
            </a:r>
            <a:r>
              <a:rPr lang="en-US" sz="1200" dirty="0">
                <a:highlight>
                  <a:srgbClr val="00FF00"/>
                </a:highlight>
                <a:latin typeface="Consolas" panose="020B0609020204030204" pitchFamily="49" charset="0"/>
              </a:rPr>
              <a:t> = 0; </a:t>
            </a:r>
            <a:r>
              <a:rPr lang="en-US" sz="1200" dirty="0" err="1">
                <a:highlight>
                  <a:srgbClr val="00FF00"/>
                </a:highlight>
                <a:latin typeface="Consolas" panose="020B0609020204030204" pitchFamily="49" charset="0"/>
              </a:rPr>
              <a:t>i</a:t>
            </a:r>
            <a:r>
              <a:rPr lang="en-US" sz="1200" dirty="0">
                <a:highlight>
                  <a:srgbClr val="00FF00"/>
                </a:highlight>
                <a:latin typeface="Consolas" panose="020B0609020204030204" pitchFamily="49" charset="0"/>
              </a:rPr>
              <a:t> &lt; ITERATIONS; </a:t>
            </a:r>
            <a:r>
              <a:rPr lang="en-US" sz="1200" dirty="0" err="1">
                <a:highlight>
                  <a:srgbClr val="00FF00"/>
                </a:highlight>
                <a:latin typeface="Consolas" panose="020B0609020204030204" pitchFamily="49" charset="0"/>
              </a:rPr>
              <a:t>i</a:t>
            </a:r>
            <a:r>
              <a:rPr lang="en-US" sz="1200" dirty="0">
                <a:highlight>
                  <a:srgbClr val="00FF00"/>
                </a:highlight>
                <a:latin typeface="Consolas" panose="020B0609020204030204" pitchFamily="49" charset="0"/>
              </a:rPr>
              <a:t>++) {</a:t>
            </a:r>
          </a:p>
          <a:p>
            <a:r>
              <a:rPr lang="en-US" sz="1200" dirty="0">
                <a:highlight>
                  <a:srgbClr val="00FF00"/>
                </a:highlight>
                <a:latin typeface="Consolas" panose="020B0609020204030204" pitchFamily="49" charset="0"/>
              </a:rPr>
              <a:t>        temp = array[0]; // Repeatedly access the same element</a:t>
            </a:r>
          </a:p>
          <a:p>
            <a:r>
              <a:rPr lang="en-US" sz="1200" dirty="0">
                <a:highlight>
                  <a:srgbClr val="00FF00"/>
                </a:highlight>
                <a:latin typeface="Consolas" panose="020B0609020204030204" pitchFamily="49" charset="0"/>
              </a:rPr>
              <a:t>    }</a:t>
            </a:r>
          </a:p>
          <a:p>
            <a:r>
              <a:rPr lang="en-US" sz="1200" dirty="0">
                <a:latin typeface="Consolas" panose="020B0609020204030204" pitchFamily="49" charset="0"/>
              </a:rPr>
              <a:t>    </a:t>
            </a:r>
            <a:r>
              <a:rPr lang="en-US" sz="1200" dirty="0">
                <a:highlight>
                  <a:srgbClr val="FF00FF"/>
                </a:highlight>
                <a:latin typeface="Consolas" panose="020B0609020204030204" pitchFamily="49" charset="0"/>
              </a:rPr>
              <a:t>end = clock();</a:t>
            </a:r>
          </a:p>
          <a:p>
            <a:endParaRPr lang="en-US" sz="1200" dirty="0">
              <a:latin typeface="Consolas" panose="020B0609020204030204" pitchFamily="49" charset="0"/>
            </a:endParaRPr>
          </a:p>
          <a:p>
            <a:r>
              <a:rPr lang="en-US" sz="1200" dirty="0">
                <a:latin typeface="Consolas" panose="020B0609020204030204" pitchFamily="49" charset="0"/>
              </a:rPr>
              <a:t>    double </a:t>
            </a:r>
            <a:r>
              <a:rPr lang="en-US" sz="1200" dirty="0" err="1">
                <a:latin typeface="Consolas" panose="020B0609020204030204" pitchFamily="49" charset="0"/>
              </a:rPr>
              <a:t>cpu_time_used</a:t>
            </a:r>
            <a:r>
              <a:rPr lang="en-US" sz="1200" dirty="0">
                <a:latin typeface="Consolas" panose="020B0609020204030204" pitchFamily="49" charset="0"/>
              </a:rPr>
              <a:t> = ((double)(end - start)) / CLOCKS_PER_SEC;</a:t>
            </a:r>
          </a:p>
          <a:p>
            <a:r>
              <a:rPr lang="en-US" sz="1200" dirty="0">
                <a:latin typeface="Consolas" panose="020B0609020204030204" pitchFamily="49" charset="0"/>
              </a:rPr>
              <a:t>    </a:t>
            </a:r>
            <a:r>
              <a:rPr lang="en-US" sz="1200" dirty="0" err="1">
                <a:latin typeface="Consolas" panose="020B0609020204030204" pitchFamily="49" charset="0"/>
              </a:rPr>
              <a:t>printf</a:t>
            </a:r>
            <a:r>
              <a:rPr lang="en-US" sz="1200" dirty="0">
                <a:latin typeface="Consolas" panose="020B0609020204030204" pitchFamily="49" charset="0"/>
              </a:rPr>
              <a:t>("Time taken with cache hits: %f seconds\n", </a:t>
            </a:r>
            <a:r>
              <a:rPr lang="en-US" sz="1200" dirty="0" err="1">
                <a:latin typeface="Consolas" panose="020B0609020204030204" pitchFamily="49" charset="0"/>
              </a:rPr>
              <a:t>cpu_time_used</a:t>
            </a:r>
            <a:r>
              <a:rPr lang="en-US" sz="1200" dirty="0">
                <a:latin typeface="Consolas" panose="020B0609020204030204" pitchFamily="49" charset="0"/>
              </a:rPr>
              <a:t>);</a:t>
            </a:r>
          </a:p>
          <a:p>
            <a:endParaRPr lang="en-US" sz="1200" dirty="0">
              <a:latin typeface="Consolas" panose="020B0609020204030204" pitchFamily="49" charset="0"/>
            </a:endParaRPr>
          </a:p>
          <a:p>
            <a:r>
              <a:rPr lang="en-US" sz="1200" dirty="0">
                <a:latin typeface="Consolas" panose="020B0609020204030204" pitchFamily="49" charset="0"/>
              </a:rPr>
              <a:t>    free(array);</a:t>
            </a:r>
          </a:p>
          <a:p>
            <a:r>
              <a:rPr lang="en-US" sz="1200" dirty="0">
                <a:latin typeface="Consolas" panose="020B0609020204030204" pitchFamily="49" charset="0"/>
              </a:rPr>
              <a:t>    return 0;</a:t>
            </a:r>
          </a:p>
          <a:p>
            <a:r>
              <a:rPr lang="en-US" sz="1200" dirty="0">
                <a:latin typeface="Consolas" panose="020B0609020204030204" pitchFamily="49" charset="0"/>
              </a:rPr>
              <a:t>}</a:t>
            </a:r>
          </a:p>
        </p:txBody>
      </p:sp>
      <p:sp>
        <p:nvSpPr>
          <p:cNvPr id="8" name="Rectangle 7">
            <a:extLst>
              <a:ext uri="{FF2B5EF4-FFF2-40B4-BE49-F238E27FC236}">
                <a16:creationId xmlns:a16="http://schemas.microsoft.com/office/drawing/2014/main" id="{72CB7450-BFEB-F3FA-4BC4-316229DC05ED}"/>
              </a:ext>
            </a:extLst>
          </p:cNvPr>
          <p:cNvSpPr/>
          <p:nvPr/>
        </p:nvSpPr>
        <p:spPr>
          <a:xfrm>
            <a:off x="7772401" y="2857714"/>
            <a:ext cx="3368351" cy="100770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Storing the memory</a:t>
            </a:r>
          </a:p>
        </p:txBody>
      </p:sp>
      <p:cxnSp>
        <p:nvCxnSpPr>
          <p:cNvPr id="10" name="Straight Arrow Connector 9">
            <a:extLst>
              <a:ext uri="{FF2B5EF4-FFF2-40B4-BE49-F238E27FC236}">
                <a16:creationId xmlns:a16="http://schemas.microsoft.com/office/drawing/2014/main" id="{824402F3-4654-7D50-1A7B-C1BEEB4FEB0A}"/>
              </a:ext>
            </a:extLst>
          </p:cNvPr>
          <p:cNvCxnSpPr>
            <a:stCxn id="8" idx="1"/>
          </p:cNvCxnSpPr>
          <p:nvPr/>
        </p:nvCxnSpPr>
        <p:spPr>
          <a:xfrm flipH="1">
            <a:off x="4963886" y="3361567"/>
            <a:ext cx="28085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3F5DE22-F0E2-7870-6D38-151756C876E6}"/>
              </a:ext>
            </a:extLst>
          </p:cNvPr>
          <p:cNvSpPr/>
          <p:nvPr/>
        </p:nvSpPr>
        <p:spPr>
          <a:xfrm>
            <a:off x="7772401" y="4507901"/>
            <a:ext cx="3629607" cy="176227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Accessing the same memory location multiple times and measuring the access time to show faster access due to cache hits.</a:t>
            </a:r>
          </a:p>
        </p:txBody>
      </p:sp>
      <p:cxnSp>
        <p:nvCxnSpPr>
          <p:cNvPr id="12" name="Straight Arrow Connector 11">
            <a:extLst>
              <a:ext uri="{FF2B5EF4-FFF2-40B4-BE49-F238E27FC236}">
                <a16:creationId xmlns:a16="http://schemas.microsoft.com/office/drawing/2014/main" id="{14CE9D37-3BD6-0C96-9221-ADC50FC6EF5D}"/>
              </a:ext>
            </a:extLst>
          </p:cNvPr>
          <p:cNvCxnSpPr>
            <a:cxnSpLocks/>
            <a:stCxn id="11" idx="1"/>
          </p:cNvCxnSpPr>
          <p:nvPr/>
        </p:nvCxnSpPr>
        <p:spPr>
          <a:xfrm flipH="1" flipV="1">
            <a:off x="4963886" y="5011754"/>
            <a:ext cx="2808515" cy="3772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7D90752E-156D-A141-D80F-E508578438FF}"/>
              </a:ext>
            </a:extLst>
          </p:cNvPr>
          <p:cNvPicPr>
            <a:picLocks noChangeAspect="1"/>
          </p:cNvPicPr>
          <p:nvPr/>
        </p:nvPicPr>
        <p:blipFill>
          <a:blip r:embed="rId2"/>
          <a:stretch>
            <a:fillRect/>
          </a:stretch>
        </p:blipFill>
        <p:spPr>
          <a:xfrm>
            <a:off x="7212039" y="1158666"/>
            <a:ext cx="4750330" cy="852283"/>
          </a:xfrm>
          <a:prstGeom prst="rect">
            <a:avLst/>
          </a:prstGeom>
        </p:spPr>
      </p:pic>
      <p:cxnSp>
        <p:nvCxnSpPr>
          <p:cNvPr id="17" name="Straight Arrow Connector 16">
            <a:extLst>
              <a:ext uri="{FF2B5EF4-FFF2-40B4-BE49-F238E27FC236}">
                <a16:creationId xmlns:a16="http://schemas.microsoft.com/office/drawing/2014/main" id="{16237F4A-F83F-04BC-D18E-AEFF19A562F7}"/>
              </a:ext>
            </a:extLst>
          </p:cNvPr>
          <p:cNvCxnSpPr>
            <a:endCxn id="15" idx="1"/>
          </p:cNvCxnSpPr>
          <p:nvPr/>
        </p:nvCxnSpPr>
        <p:spPr>
          <a:xfrm flipV="1">
            <a:off x="6830008" y="1584808"/>
            <a:ext cx="382031" cy="21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ED4A2AE-A67E-FDC3-5CF3-7F25EBAC7DBE}"/>
              </a:ext>
            </a:extLst>
          </p:cNvPr>
          <p:cNvSpPr/>
          <p:nvPr/>
        </p:nvSpPr>
        <p:spPr>
          <a:xfrm>
            <a:off x="7212039" y="1744824"/>
            <a:ext cx="3368351" cy="30048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4807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7135-E5AC-12C4-77CA-897CB87B823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767023-AC57-FA1B-ECFE-1213F63B8826}"/>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8639A160-DBF7-031B-D120-A91454C39657}"/>
              </a:ext>
            </a:extLst>
          </p:cNvPr>
          <p:cNvSpPr txBox="1"/>
          <p:nvPr/>
        </p:nvSpPr>
        <p:spPr>
          <a:xfrm>
            <a:off x="143933" y="913698"/>
            <a:ext cx="11209867" cy="2523768"/>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Cache Miss: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b="1" dirty="0"/>
          </a:p>
          <a:p>
            <a:pPr marR="0" lvl="0" algn="ctr" defTabSz="914400" rtl="0" eaLnBrk="0" fontAlgn="base" latinLnBrk="0" hangingPunct="0">
              <a:lnSpc>
                <a:spcPct val="100000"/>
              </a:lnSpc>
              <a:spcBef>
                <a:spcPct val="0"/>
              </a:spcBef>
              <a:spcAft>
                <a:spcPct val="0"/>
              </a:spcAft>
              <a:buClrTx/>
              <a:buSzTx/>
              <a:tabLst/>
            </a:pPr>
            <a:r>
              <a:rPr lang="en-US" altLang="en-US" sz="2800" dirty="0"/>
              <a:t>A </a:t>
            </a:r>
            <a:r>
              <a:rPr lang="en-US" altLang="en-US" sz="2800" b="1" dirty="0"/>
              <a:t>Cache Miss </a:t>
            </a:r>
            <a:r>
              <a:rPr lang="en-US" altLang="en-US" sz="2800" dirty="0"/>
              <a:t>occurs when a line is referenced and is not in the cache. The data will be fetched from main memory, passing through the cache, possibly evict other line to ensure enough storage.</a:t>
            </a:r>
          </a:p>
          <a:p>
            <a:endParaRPr lang="en-US" dirty="0"/>
          </a:p>
        </p:txBody>
      </p:sp>
      <p:pic>
        <p:nvPicPr>
          <p:cNvPr id="3" name="Picture 2" descr="A close-up of a document&#10;&#10;Description automatically generated">
            <a:extLst>
              <a:ext uri="{FF2B5EF4-FFF2-40B4-BE49-F238E27FC236}">
                <a16:creationId xmlns:a16="http://schemas.microsoft.com/office/drawing/2014/main" id="{45993E74-28B9-B9CB-CDE5-017B42D98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9773" y="3100673"/>
            <a:ext cx="5764991" cy="3620415"/>
          </a:xfrm>
          <a:prstGeom prst="rect">
            <a:avLst/>
          </a:prstGeom>
        </p:spPr>
      </p:pic>
      <p:sp>
        <p:nvSpPr>
          <p:cNvPr id="7" name="TextBox 6">
            <a:extLst>
              <a:ext uri="{FF2B5EF4-FFF2-40B4-BE49-F238E27FC236}">
                <a16:creationId xmlns:a16="http://schemas.microsoft.com/office/drawing/2014/main" id="{6E278EEC-1E21-6B1F-78CF-9AAC66E1D959}"/>
              </a:ext>
            </a:extLst>
          </p:cNvPr>
          <p:cNvSpPr txBox="1"/>
          <p:nvPr/>
        </p:nvSpPr>
        <p:spPr>
          <a:xfrm>
            <a:off x="8759423" y="5982424"/>
            <a:ext cx="3234614" cy="738664"/>
          </a:xfrm>
          <a:prstGeom prst="rect">
            <a:avLst/>
          </a:prstGeom>
          <a:noFill/>
        </p:spPr>
        <p:txBody>
          <a:bodyPr wrap="square">
            <a:spAutoFit/>
          </a:bodyPr>
          <a:lstStyle/>
          <a:p>
            <a:r>
              <a:rPr lang="en-US" sz="1050" dirty="0">
                <a:solidFill>
                  <a:schemeClr val="bg1">
                    <a:lumMod val="85000"/>
                  </a:schemeClr>
                </a:solidFill>
                <a:latin typeface="Times New Roman" panose="02020603050405020304" pitchFamily="18" charset="0"/>
                <a:cs typeface="Times New Roman" panose="02020603050405020304" pitchFamily="18" charset="0"/>
              </a:rPr>
              <a:t>Download the PPTX file to play the animation. </a:t>
            </a:r>
          </a:p>
          <a:p>
            <a:endParaRPr lang="en-US" sz="1050" dirty="0">
              <a:solidFill>
                <a:schemeClr val="bg1">
                  <a:lumMod val="85000"/>
                </a:schemeClr>
              </a:solidFill>
              <a:latin typeface="Times New Roman" panose="02020603050405020304" pitchFamily="18" charset="0"/>
              <a:cs typeface="Times New Roman" panose="02020603050405020304" pitchFamily="18" charset="0"/>
            </a:endParaRPr>
          </a:p>
          <a:p>
            <a:r>
              <a:rPr lang="en-US" sz="1050" dirty="0">
                <a:solidFill>
                  <a:schemeClr val="bg1">
                    <a:lumMod val="85000"/>
                  </a:schemeClr>
                </a:solidFill>
                <a:latin typeface="Times New Roman" panose="02020603050405020304" pitchFamily="18" charset="0"/>
                <a:cs typeface="Times New Roman" panose="02020603050405020304" pitchFamily="18" charset="0"/>
              </a:rPr>
              <a:t>Gif source: https://www.codecademy.com/learn/cspath-computer-architecture/modules/cache/cheatsheet</a:t>
            </a:r>
          </a:p>
        </p:txBody>
      </p:sp>
    </p:spTree>
    <p:extLst>
      <p:ext uri="{BB962C8B-B14F-4D97-AF65-F5344CB8AC3E}">
        <p14:creationId xmlns:p14="http://schemas.microsoft.com/office/powerpoint/2010/main" val="1834215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A617-CDCE-14AC-0DC0-620427D778A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66CEBF-4076-1156-3D69-F8CF3DE93DA7}"/>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Miss in Real</a:t>
            </a:r>
            <a:endParaRPr lang="en-US" sz="2800" dirty="0"/>
          </a:p>
        </p:txBody>
      </p:sp>
      <p:sp>
        <p:nvSpPr>
          <p:cNvPr id="3" name="TextBox 2">
            <a:extLst>
              <a:ext uri="{FF2B5EF4-FFF2-40B4-BE49-F238E27FC236}">
                <a16:creationId xmlns:a16="http://schemas.microsoft.com/office/drawing/2014/main" id="{BD82CD8C-B668-B887-660D-86C923288799}"/>
              </a:ext>
            </a:extLst>
          </p:cNvPr>
          <p:cNvSpPr txBox="1"/>
          <p:nvPr/>
        </p:nvSpPr>
        <p:spPr>
          <a:xfrm>
            <a:off x="303245" y="794992"/>
            <a:ext cx="5792756" cy="5909310"/>
          </a:xfrm>
          <a:prstGeom prst="rect">
            <a:avLst/>
          </a:prstGeom>
          <a:solidFill>
            <a:schemeClr val="bg1">
              <a:lumMod val="85000"/>
            </a:schemeClr>
          </a:solidFill>
          <a:ln>
            <a:solidFill>
              <a:schemeClr val="tx1">
                <a:lumMod val="95000"/>
                <a:lumOff val="5000"/>
              </a:schemeClr>
            </a:solidFill>
          </a:ln>
        </p:spPr>
        <p:txBody>
          <a:bodyPr wrap="square">
            <a:spAutoFit/>
          </a:bodyPr>
          <a:lstStyle/>
          <a:p>
            <a:r>
              <a:rPr lang="en-US" sz="900" b="1" dirty="0">
                <a:latin typeface="Consolas" panose="020B0609020204030204" pitchFamily="49" charset="0"/>
              </a:rPr>
              <a:t>#include &lt;</a:t>
            </a:r>
            <a:r>
              <a:rPr lang="en-US" sz="900" b="1" dirty="0" err="1">
                <a:latin typeface="Consolas" panose="020B0609020204030204" pitchFamily="49" charset="0"/>
              </a:rPr>
              <a:t>stdio.h</a:t>
            </a:r>
            <a:r>
              <a:rPr lang="en-US" sz="900" b="1" dirty="0">
                <a:latin typeface="Consolas" panose="020B0609020204030204" pitchFamily="49" charset="0"/>
              </a:rPr>
              <a:t>&gt;</a:t>
            </a:r>
          </a:p>
          <a:p>
            <a:r>
              <a:rPr lang="en-US" sz="900" b="1" dirty="0">
                <a:latin typeface="Consolas" panose="020B0609020204030204" pitchFamily="49" charset="0"/>
              </a:rPr>
              <a:t>#include &lt;</a:t>
            </a:r>
            <a:r>
              <a:rPr lang="en-US" sz="900" b="1" dirty="0" err="1">
                <a:latin typeface="Consolas" panose="020B0609020204030204" pitchFamily="49" charset="0"/>
              </a:rPr>
              <a:t>stdlib.h</a:t>
            </a:r>
            <a:r>
              <a:rPr lang="en-US" sz="900" b="1" dirty="0">
                <a:latin typeface="Consolas" panose="020B0609020204030204" pitchFamily="49" charset="0"/>
              </a:rPr>
              <a:t>&gt;</a:t>
            </a:r>
          </a:p>
          <a:p>
            <a:r>
              <a:rPr lang="en-US" sz="900" b="1" dirty="0">
                <a:latin typeface="Consolas" panose="020B0609020204030204" pitchFamily="49" charset="0"/>
              </a:rPr>
              <a:t>#include &lt;</a:t>
            </a:r>
            <a:r>
              <a:rPr lang="en-US" sz="900" b="1" dirty="0" err="1">
                <a:latin typeface="Consolas" panose="020B0609020204030204" pitchFamily="49" charset="0"/>
              </a:rPr>
              <a:t>time.h</a:t>
            </a:r>
            <a:r>
              <a:rPr lang="en-US" sz="900" b="1" dirty="0">
                <a:latin typeface="Consolas" panose="020B0609020204030204" pitchFamily="49" charset="0"/>
              </a:rPr>
              <a:t>&gt;</a:t>
            </a:r>
          </a:p>
          <a:p>
            <a:endParaRPr lang="en-US" sz="900" b="1" dirty="0">
              <a:latin typeface="Consolas" panose="020B0609020204030204" pitchFamily="49" charset="0"/>
            </a:endParaRPr>
          </a:p>
          <a:p>
            <a:r>
              <a:rPr lang="en-US" sz="900" b="1" dirty="0">
                <a:latin typeface="Consolas" panose="020B0609020204030204" pitchFamily="49" charset="0"/>
              </a:rPr>
              <a:t>#define ARRAY_SIZE (1024 * 1024) // Adjust size to exceed cache capacity</a:t>
            </a:r>
          </a:p>
          <a:p>
            <a:endParaRPr lang="en-US" sz="900" b="1" dirty="0">
              <a:latin typeface="Consolas" panose="020B0609020204030204" pitchFamily="49" charset="0"/>
            </a:endParaRPr>
          </a:p>
          <a:p>
            <a:r>
              <a:rPr lang="en-US" sz="900" b="1" dirty="0">
                <a:latin typeface="Consolas" panose="020B0609020204030204" pitchFamily="49" charset="0"/>
              </a:rPr>
              <a:t>int main() {</a:t>
            </a:r>
          </a:p>
          <a:p>
            <a:r>
              <a:rPr lang="en-US" sz="900" b="1" dirty="0">
                <a:latin typeface="Consolas" panose="020B0609020204030204" pitchFamily="49" charset="0"/>
              </a:rPr>
              <a:t>    int *array = malloc(</a:t>
            </a:r>
            <a:r>
              <a:rPr lang="en-US" sz="900" b="1" dirty="0" err="1">
                <a:latin typeface="Consolas" panose="020B0609020204030204" pitchFamily="49" charset="0"/>
              </a:rPr>
              <a:t>sizeof</a:t>
            </a:r>
            <a:r>
              <a:rPr lang="en-US" sz="900" b="1" dirty="0">
                <a:latin typeface="Consolas" panose="020B0609020204030204" pitchFamily="49" charset="0"/>
              </a:rPr>
              <a:t>(int) * ARRAY_SIZE);</a:t>
            </a:r>
          </a:p>
          <a:p>
            <a:r>
              <a:rPr lang="en-US" sz="900" b="1" dirty="0">
                <a:latin typeface="Consolas" panose="020B0609020204030204" pitchFamily="49" charset="0"/>
              </a:rPr>
              <a:t>    if (!array) {</a:t>
            </a:r>
          </a:p>
          <a:p>
            <a:r>
              <a:rPr lang="en-US" sz="900" b="1" dirty="0">
                <a:latin typeface="Consolas" panose="020B0609020204030204" pitchFamily="49" charset="0"/>
              </a:rPr>
              <a:t>        </a:t>
            </a:r>
            <a:r>
              <a:rPr lang="en-US" sz="900" b="1" dirty="0" err="1">
                <a:latin typeface="Consolas" panose="020B0609020204030204" pitchFamily="49" charset="0"/>
              </a:rPr>
              <a:t>perror</a:t>
            </a:r>
            <a:r>
              <a:rPr lang="en-US" sz="900" b="1" dirty="0">
                <a:latin typeface="Consolas" panose="020B0609020204030204" pitchFamily="49" charset="0"/>
              </a:rPr>
              <a:t>("Memory allocation failed");</a:t>
            </a:r>
          </a:p>
          <a:p>
            <a:r>
              <a:rPr lang="en-US" sz="900" b="1" dirty="0">
                <a:latin typeface="Consolas" panose="020B0609020204030204" pitchFamily="49" charset="0"/>
              </a:rPr>
              <a:t>        return 1;</a:t>
            </a:r>
          </a:p>
          <a:p>
            <a:r>
              <a:rPr lang="en-US" sz="900" b="1" dirty="0">
                <a:latin typeface="Consolas" panose="020B0609020204030204" pitchFamily="49" charset="0"/>
              </a:rPr>
              <a:t>    }</a:t>
            </a:r>
          </a:p>
          <a:p>
            <a:endParaRPr lang="en-US" sz="900" b="1" dirty="0">
              <a:latin typeface="Consolas" panose="020B0609020204030204" pitchFamily="49" charset="0"/>
            </a:endParaRPr>
          </a:p>
          <a:p>
            <a:r>
              <a:rPr lang="en-US" sz="900" b="1" dirty="0">
                <a:latin typeface="Consolas" panose="020B0609020204030204" pitchFamily="49" charset="0"/>
              </a:rPr>
              <a:t>    volatile int temp;</a:t>
            </a:r>
          </a:p>
          <a:p>
            <a:r>
              <a:rPr lang="en-US" sz="900" b="1" dirty="0">
                <a:latin typeface="Consolas" panose="020B0609020204030204" pitchFamily="49" charset="0"/>
              </a:rPr>
              <a:t>    </a:t>
            </a:r>
            <a:r>
              <a:rPr lang="en-US" sz="900" b="1" dirty="0" err="1">
                <a:latin typeface="Consolas" panose="020B0609020204030204" pitchFamily="49" charset="0"/>
              </a:rPr>
              <a:t>clock_t</a:t>
            </a:r>
            <a:r>
              <a:rPr lang="en-US" sz="900" b="1" dirty="0">
                <a:latin typeface="Consolas" panose="020B0609020204030204" pitchFamily="49" charset="0"/>
              </a:rPr>
              <a:t> start, end;</a:t>
            </a:r>
          </a:p>
          <a:p>
            <a:endParaRPr lang="en-US" sz="900" b="1" dirty="0">
              <a:latin typeface="Consolas" panose="020B0609020204030204" pitchFamily="49" charset="0"/>
            </a:endParaRPr>
          </a:p>
          <a:p>
            <a:r>
              <a:rPr lang="en-US" sz="900" b="1" dirty="0">
                <a:highlight>
                  <a:srgbClr val="FFFF00"/>
                </a:highlight>
                <a:latin typeface="Consolas" panose="020B0609020204030204" pitchFamily="49" charset="0"/>
              </a:rPr>
              <a:t>    // Initialize the array</a:t>
            </a:r>
          </a:p>
          <a:p>
            <a:r>
              <a:rPr lang="en-US" sz="900" b="1" dirty="0">
                <a:highlight>
                  <a:srgbClr val="FFFF00"/>
                </a:highlight>
                <a:latin typeface="Consolas" panose="020B0609020204030204" pitchFamily="49" charset="0"/>
              </a:rPr>
              <a:t>    for (int </a:t>
            </a:r>
            <a:r>
              <a:rPr lang="en-US" sz="900" b="1" dirty="0" err="1">
                <a:highlight>
                  <a:srgbClr val="FFFF00"/>
                </a:highlight>
                <a:latin typeface="Consolas" panose="020B0609020204030204" pitchFamily="49" charset="0"/>
              </a:rPr>
              <a:t>i</a:t>
            </a:r>
            <a:r>
              <a:rPr lang="en-US" sz="900" b="1" dirty="0">
                <a:highlight>
                  <a:srgbClr val="FFFF00"/>
                </a:highlight>
                <a:latin typeface="Consolas" panose="020B0609020204030204" pitchFamily="49" charset="0"/>
              </a:rPr>
              <a:t> = 0; </a:t>
            </a:r>
            <a:r>
              <a:rPr lang="en-US" sz="900" b="1" dirty="0" err="1">
                <a:highlight>
                  <a:srgbClr val="FFFF00"/>
                </a:highlight>
                <a:latin typeface="Consolas" panose="020B0609020204030204" pitchFamily="49" charset="0"/>
              </a:rPr>
              <a:t>i</a:t>
            </a:r>
            <a:r>
              <a:rPr lang="en-US" sz="900" b="1" dirty="0">
                <a:highlight>
                  <a:srgbClr val="FFFF00"/>
                </a:highlight>
                <a:latin typeface="Consolas" panose="020B0609020204030204" pitchFamily="49" charset="0"/>
              </a:rPr>
              <a:t> &lt; ARRAY_SIZE; </a:t>
            </a:r>
            <a:r>
              <a:rPr lang="en-US" sz="900" b="1" dirty="0" err="1">
                <a:highlight>
                  <a:srgbClr val="FFFF00"/>
                </a:highlight>
                <a:latin typeface="Consolas" panose="020B0609020204030204" pitchFamily="49" charset="0"/>
              </a:rPr>
              <a:t>i</a:t>
            </a:r>
            <a:r>
              <a:rPr lang="en-US" sz="900" b="1" dirty="0">
                <a:highlight>
                  <a:srgbClr val="FFFF00"/>
                </a:highlight>
                <a:latin typeface="Consolas" panose="020B0609020204030204" pitchFamily="49" charset="0"/>
              </a:rPr>
              <a:t>++) {</a:t>
            </a:r>
          </a:p>
          <a:p>
            <a:r>
              <a:rPr lang="en-US" sz="900" b="1" dirty="0">
                <a:highlight>
                  <a:srgbClr val="FFFF00"/>
                </a:highlight>
                <a:latin typeface="Consolas" panose="020B0609020204030204" pitchFamily="49" charset="0"/>
              </a:rPr>
              <a:t>        array[</a:t>
            </a:r>
            <a:r>
              <a:rPr lang="en-US" sz="900" b="1" dirty="0" err="1">
                <a:highlight>
                  <a:srgbClr val="FFFF00"/>
                </a:highlight>
                <a:latin typeface="Consolas" panose="020B0609020204030204" pitchFamily="49" charset="0"/>
              </a:rPr>
              <a:t>i</a:t>
            </a:r>
            <a:r>
              <a:rPr lang="en-US" sz="900" b="1" dirty="0">
                <a:highlight>
                  <a:srgbClr val="FFFF00"/>
                </a:highlight>
                <a:latin typeface="Consolas" panose="020B0609020204030204" pitchFamily="49" charset="0"/>
              </a:rPr>
              <a:t>] = </a:t>
            </a:r>
            <a:r>
              <a:rPr lang="en-US" sz="900" b="1" dirty="0" err="1">
                <a:highlight>
                  <a:srgbClr val="FFFF00"/>
                </a:highlight>
                <a:latin typeface="Consolas" panose="020B0609020204030204" pitchFamily="49" charset="0"/>
              </a:rPr>
              <a:t>i</a:t>
            </a:r>
            <a:r>
              <a:rPr lang="en-US" sz="900" b="1" dirty="0">
                <a:highlight>
                  <a:srgbClr val="FFFF00"/>
                </a:highlight>
                <a:latin typeface="Consolas" panose="020B0609020204030204" pitchFamily="49" charset="0"/>
              </a:rPr>
              <a:t>;</a:t>
            </a:r>
          </a:p>
          <a:p>
            <a:r>
              <a:rPr lang="en-US" sz="900" b="1" dirty="0">
                <a:highlight>
                  <a:srgbClr val="FFFF00"/>
                </a:highlight>
                <a:latin typeface="Consolas" panose="020B0609020204030204" pitchFamily="49" charset="0"/>
              </a:rPr>
              <a:t>    }</a:t>
            </a:r>
          </a:p>
          <a:p>
            <a:endParaRPr lang="en-US" sz="900" b="1" dirty="0">
              <a:latin typeface="Consolas" panose="020B0609020204030204" pitchFamily="49" charset="0"/>
            </a:endParaRPr>
          </a:p>
          <a:p>
            <a:r>
              <a:rPr lang="en-US" sz="900" b="1" dirty="0">
                <a:highlight>
                  <a:srgbClr val="00FF00"/>
                </a:highlight>
                <a:latin typeface="Consolas" panose="020B0609020204030204" pitchFamily="49" charset="0"/>
              </a:rPr>
              <a:t>    // Sequential access (cache hits)</a:t>
            </a:r>
          </a:p>
          <a:p>
            <a:r>
              <a:rPr lang="en-US" sz="900" b="1" dirty="0">
                <a:highlight>
                  <a:srgbClr val="00FF00"/>
                </a:highlight>
                <a:latin typeface="Consolas" panose="020B0609020204030204" pitchFamily="49" charset="0"/>
              </a:rPr>
              <a:t>    start = clock();</a:t>
            </a:r>
          </a:p>
          <a:p>
            <a:r>
              <a:rPr lang="en-US" sz="900" b="1" dirty="0">
                <a:highlight>
                  <a:srgbClr val="00FF00"/>
                </a:highlight>
                <a:latin typeface="Consolas" panose="020B0609020204030204" pitchFamily="49" charset="0"/>
              </a:rPr>
              <a:t>    for (int </a:t>
            </a:r>
            <a:r>
              <a:rPr lang="en-US" sz="900" b="1" dirty="0" err="1">
                <a:highlight>
                  <a:srgbClr val="00FF00"/>
                </a:highlight>
                <a:latin typeface="Consolas" panose="020B0609020204030204" pitchFamily="49" charset="0"/>
              </a:rPr>
              <a:t>i</a:t>
            </a:r>
            <a:r>
              <a:rPr lang="en-US" sz="900" b="1" dirty="0">
                <a:highlight>
                  <a:srgbClr val="00FF00"/>
                </a:highlight>
                <a:latin typeface="Consolas" panose="020B0609020204030204" pitchFamily="49" charset="0"/>
              </a:rPr>
              <a:t> = 0; </a:t>
            </a:r>
            <a:r>
              <a:rPr lang="en-US" sz="900" b="1" dirty="0" err="1">
                <a:highlight>
                  <a:srgbClr val="00FF00"/>
                </a:highlight>
                <a:latin typeface="Consolas" panose="020B0609020204030204" pitchFamily="49" charset="0"/>
              </a:rPr>
              <a:t>i</a:t>
            </a:r>
            <a:r>
              <a:rPr lang="en-US" sz="900" b="1" dirty="0">
                <a:highlight>
                  <a:srgbClr val="00FF00"/>
                </a:highlight>
                <a:latin typeface="Consolas" panose="020B0609020204030204" pitchFamily="49" charset="0"/>
              </a:rPr>
              <a:t> &lt; ARRAY_SIZE; </a:t>
            </a:r>
            <a:r>
              <a:rPr lang="en-US" sz="900" b="1" dirty="0" err="1">
                <a:highlight>
                  <a:srgbClr val="00FF00"/>
                </a:highlight>
                <a:latin typeface="Consolas" panose="020B0609020204030204" pitchFamily="49" charset="0"/>
              </a:rPr>
              <a:t>i</a:t>
            </a:r>
            <a:r>
              <a:rPr lang="en-US" sz="900" b="1" dirty="0">
                <a:highlight>
                  <a:srgbClr val="00FF00"/>
                </a:highlight>
                <a:latin typeface="Consolas" panose="020B0609020204030204" pitchFamily="49" charset="0"/>
              </a:rPr>
              <a:t>++) {</a:t>
            </a:r>
          </a:p>
          <a:p>
            <a:r>
              <a:rPr lang="en-US" sz="900" b="1" dirty="0">
                <a:highlight>
                  <a:srgbClr val="00FF00"/>
                </a:highlight>
                <a:latin typeface="Consolas" panose="020B0609020204030204" pitchFamily="49" charset="0"/>
              </a:rPr>
              <a:t>        temp = array[</a:t>
            </a:r>
            <a:r>
              <a:rPr lang="en-US" sz="900" b="1" dirty="0" err="1">
                <a:highlight>
                  <a:srgbClr val="00FF00"/>
                </a:highlight>
                <a:latin typeface="Consolas" panose="020B0609020204030204" pitchFamily="49" charset="0"/>
              </a:rPr>
              <a:t>i</a:t>
            </a:r>
            <a:r>
              <a:rPr lang="en-US" sz="900" b="1" dirty="0">
                <a:highlight>
                  <a:srgbClr val="00FF00"/>
                </a:highlight>
                <a:latin typeface="Consolas" panose="020B0609020204030204" pitchFamily="49" charset="0"/>
              </a:rPr>
              <a:t>]; // Sequential access</a:t>
            </a:r>
          </a:p>
          <a:p>
            <a:r>
              <a:rPr lang="en-US" sz="900" b="1" dirty="0">
                <a:highlight>
                  <a:srgbClr val="00FF00"/>
                </a:highlight>
                <a:latin typeface="Consolas" panose="020B0609020204030204" pitchFamily="49" charset="0"/>
              </a:rPr>
              <a:t>    }</a:t>
            </a:r>
          </a:p>
          <a:p>
            <a:r>
              <a:rPr lang="en-US" sz="900" b="1" dirty="0">
                <a:highlight>
                  <a:srgbClr val="00FF00"/>
                </a:highlight>
                <a:latin typeface="Consolas" panose="020B0609020204030204" pitchFamily="49" charset="0"/>
              </a:rPr>
              <a:t>    end = clock();</a:t>
            </a:r>
          </a:p>
          <a:p>
            <a:r>
              <a:rPr lang="en-US" sz="900" b="1" dirty="0">
                <a:highlight>
                  <a:srgbClr val="00FF00"/>
                </a:highlight>
                <a:latin typeface="Consolas" panose="020B0609020204030204" pitchFamily="49" charset="0"/>
              </a:rPr>
              <a:t>    double </a:t>
            </a:r>
            <a:r>
              <a:rPr lang="en-US" sz="900" b="1" dirty="0" err="1">
                <a:highlight>
                  <a:srgbClr val="00FF00"/>
                </a:highlight>
                <a:latin typeface="Consolas" panose="020B0609020204030204" pitchFamily="49" charset="0"/>
              </a:rPr>
              <a:t>hit_time</a:t>
            </a:r>
            <a:r>
              <a:rPr lang="en-US" sz="900" b="1" dirty="0">
                <a:highlight>
                  <a:srgbClr val="00FF00"/>
                </a:highlight>
                <a:latin typeface="Consolas" panose="020B0609020204030204" pitchFamily="49" charset="0"/>
              </a:rPr>
              <a:t> = ((double)(end - start)) / CLOCKS_PER_SEC;</a:t>
            </a:r>
          </a:p>
          <a:p>
            <a:r>
              <a:rPr lang="en-US" sz="900" b="1" dirty="0">
                <a:highlight>
                  <a:srgbClr val="00FF00"/>
                </a:highlight>
                <a:latin typeface="Consolas" panose="020B0609020204030204" pitchFamily="49" charset="0"/>
              </a:rPr>
              <a:t>    </a:t>
            </a:r>
            <a:r>
              <a:rPr lang="en-US" sz="900" b="1" dirty="0" err="1">
                <a:highlight>
                  <a:srgbClr val="00FF00"/>
                </a:highlight>
                <a:latin typeface="Consolas" panose="020B0609020204030204" pitchFamily="49" charset="0"/>
              </a:rPr>
              <a:t>printf</a:t>
            </a:r>
            <a:r>
              <a:rPr lang="en-US" sz="900" b="1" dirty="0">
                <a:highlight>
                  <a:srgbClr val="00FF00"/>
                </a:highlight>
                <a:latin typeface="Consolas" panose="020B0609020204030204" pitchFamily="49" charset="0"/>
              </a:rPr>
              <a:t>("Time taken for cache hits (sequential access): %f seconds\n", </a:t>
            </a:r>
            <a:r>
              <a:rPr lang="en-US" sz="900" b="1" dirty="0" err="1">
                <a:highlight>
                  <a:srgbClr val="00FF00"/>
                </a:highlight>
                <a:latin typeface="Consolas" panose="020B0609020204030204" pitchFamily="49" charset="0"/>
              </a:rPr>
              <a:t>hit_time</a:t>
            </a:r>
            <a:r>
              <a:rPr lang="en-US" sz="900" b="1" dirty="0">
                <a:highlight>
                  <a:srgbClr val="00FF00"/>
                </a:highlight>
                <a:latin typeface="Consolas" panose="020B0609020204030204" pitchFamily="49" charset="0"/>
              </a:rPr>
              <a:t>);</a:t>
            </a:r>
          </a:p>
          <a:p>
            <a:endParaRPr lang="en-US" sz="900" b="1" dirty="0">
              <a:latin typeface="Consolas" panose="020B0609020204030204" pitchFamily="49" charset="0"/>
            </a:endParaRPr>
          </a:p>
          <a:p>
            <a:r>
              <a:rPr lang="en-US" sz="900" b="1" dirty="0">
                <a:highlight>
                  <a:srgbClr val="FF00FF"/>
                </a:highlight>
                <a:latin typeface="Consolas" panose="020B0609020204030204" pitchFamily="49" charset="0"/>
              </a:rPr>
              <a:t>    // Random access (cache misses)</a:t>
            </a:r>
          </a:p>
          <a:p>
            <a:r>
              <a:rPr lang="en-US" sz="900" b="1" dirty="0">
                <a:highlight>
                  <a:srgbClr val="FF00FF"/>
                </a:highlight>
                <a:latin typeface="Consolas" panose="020B0609020204030204" pitchFamily="49" charset="0"/>
              </a:rPr>
              <a:t>    start = clock();</a:t>
            </a:r>
          </a:p>
          <a:p>
            <a:r>
              <a:rPr lang="en-US" sz="900" b="1" dirty="0">
                <a:highlight>
                  <a:srgbClr val="FF00FF"/>
                </a:highlight>
                <a:latin typeface="Consolas" panose="020B0609020204030204" pitchFamily="49" charset="0"/>
              </a:rPr>
              <a:t>    for (int </a:t>
            </a:r>
            <a:r>
              <a:rPr lang="en-US" sz="900" b="1" dirty="0" err="1">
                <a:highlight>
                  <a:srgbClr val="FF00FF"/>
                </a:highlight>
                <a:latin typeface="Consolas" panose="020B0609020204030204" pitchFamily="49" charset="0"/>
              </a:rPr>
              <a:t>i</a:t>
            </a:r>
            <a:r>
              <a:rPr lang="en-US" sz="900" b="1" dirty="0">
                <a:highlight>
                  <a:srgbClr val="FF00FF"/>
                </a:highlight>
                <a:latin typeface="Consolas" panose="020B0609020204030204" pitchFamily="49" charset="0"/>
              </a:rPr>
              <a:t> = 0; </a:t>
            </a:r>
            <a:r>
              <a:rPr lang="en-US" sz="900" b="1" dirty="0" err="1">
                <a:highlight>
                  <a:srgbClr val="FF00FF"/>
                </a:highlight>
                <a:latin typeface="Consolas" panose="020B0609020204030204" pitchFamily="49" charset="0"/>
              </a:rPr>
              <a:t>i</a:t>
            </a:r>
            <a:r>
              <a:rPr lang="en-US" sz="900" b="1" dirty="0">
                <a:highlight>
                  <a:srgbClr val="FF00FF"/>
                </a:highlight>
                <a:latin typeface="Consolas" panose="020B0609020204030204" pitchFamily="49" charset="0"/>
              </a:rPr>
              <a:t> &lt; ARRAY_SIZE; </a:t>
            </a:r>
            <a:r>
              <a:rPr lang="en-US" sz="900" b="1" dirty="0" err="1">
                <a:highlight>
                  <a:srgbClr val="FF00FF"/>
                </a:highlight>
                <a:latin typeface="Consolas" panose="020B0609020204030204" pitchFamily="49" charset="0"/>
              </a:rPr>
              <a:t>i</a:t>
            </a:r>
            <a:r>
              <a:rPr lang="en-US" sz="900" b="1" dirty="0">
                <a:highlight>
                  <a:srgbClr val="FF00FF"/>
                </a:highlight>
                <a:latin typeface="Consolas" panose="020B0609020204030204" pitchFamily="49" charset="0"/>
              </a:rPr>
              <a:t>++) {</a:t>
            </a:r>
          </a:p>
          <a:p>
            <a:r>
              <a:rPr lang="en-US" sz="900" b="1" dirty="0">
                <a:highlight>
                  <a:srgbClr val="FF00FF"/>
                </a:highlight>
                <a:latin typeface="Consolas" panose="020B0609020204030204" pitchFamily="49" charset="0"/>
              </a:rPr>
              <a:t>        temp = array[rand() % ARRAY_SIZE]; // Random access</a:t>
            </a:r>
          </a:p>
          <a:p>
            <a:r>
              <a:rPr lang="en-US" sz="900" b="1" dirty="0">
                <a:highlight>
                  <a:srgbClr val="FF00FF"/>
                </a:highlight>
                <a:latin typeface="Consolas" panose="020B0609020204030204" pitchFamily="49" charset="0"/>
              </a:rPr>
              <a:t>    }</a:t>
            </a:r>
          </a:p>
          <a:p>
            <a:r>
              <a:rPr lang="en-US" sz="900" b="1" dirty="0">
                <a:highlight>
                  <a:srgbClr val="FF00FF"/>
                </a:highlight>
                <a:latin typeface="Consolas" panose="020B0609020204030204" pitchFamily="49" charset="0"/>
              </a:rPr>
              <a:t>    end = clock();</a:t>
            </a:r>
          </a:p>
          <a:p>
            <a:r>
              <a:rPr lang="en-US" sz="900" b="1" dirty="0">
                <a:latin typeface="Consolas" panose="020B0609020204030204" pitchFamily="49" charset="0"/>
              </a:rPr>
              <a:t>    double </a:t>
            </a:r>
            <a:r>
              <a:rPr lang="en-US" sz="900" b="1" dirty="0" err="1">
                <a:latin typeface="Consolas" panose="020B0609020204030204" pitchFamily="49" charset="0"/>
              </a:rPr>
              <a:t>miss_time</a:t>
            </a:r>
            <a:r>
              <a:rPr lang="en-US" sz="900" b="1" dirty="0">
                <a:latin typeface="Consolas" panose="020B0609020204030204" pitchFamily="49" charset="0"/>
              </a:rPr>
              <a:t> = ((double)(end - start)) / CLOCKS_PER_SEC;</a:t>
            </a:r>
          </a:p>
          <a:p>
            <a:r>
              <a:rPr lang="en-US" sz="900" b="1" dirty="0">
                <a:latin typeface="Consolas" panose="020B0609020204030204" pitchFamily="49" charset="0"/>
              </a:rPr>
              <a:t>    </a:t>
            </a:r>
            <a:r>
              <a:rPr lang="en-US" sz="900" b="1" dirty="0" err="1">
                <a:latin typeface="Consolas" panose="020B0609020204030204" pitchFamily="49" charset="0"/>
              </a:rPr>
              <a:t>printf</a:t>
            </a:r>
            <a:r>
              <a:rPr lang="en-US" sz="900" b="1" dirty="0">
                <a:latin typeface="Consolas" panose="020B0609020204030204" pitchFamily="49" charset="0"/>
              </a:rPr>
              <a:t>("Time taken for cache misses (random access): %f seconds\n", </a:t>
            </a:r>
            <a:r>
              <a:rPr lang="en-US" sz="900" b="1" dirty="0" err="1">
                <a:latin typeface="Consolas" panose="020B0609020204030204" pitchFamily="49" charset="0"/>
              </a:rPr>
              <a:t>miss_time</a:t>
            </a:r>
            <a:r>
              <a:rPr lang="en-US" sz="900" b="1" dirty="0">
                <a:latin typeface="Consolas" panose="020B0609020204030204" pitchFamily="49" charset="0"/>
              </a:rPr>
              <a:t>);</a:t>
            </a:r>
          </a:p>
          <a:p>
            <a:endParaRPr lang="en-US" sz="900" b="1" dirty="0">
              <a:latin typeface="Consolas" panose="020B0609020204030204" pitchFamily="49" charset="0"/>
            </a:endParaRPr>
          </a:p>
          <a:p>
            <a:r>
              <a:rPr lang="en-US" sz="900" b="1" dirty="0">
                <a:latin typeface="Consolas" panose="020B0609020204030204" pitchFamily="49" charset="0"/>
              </a:rPr>
              <a:t>    free(array);</a:t>
            </a:r>
          </a:p>
          <a:p>
            <a:r>
              <a:rPr lang="en-US" sz="900" b="1" dirty="0">
                <a:latin typeface="Consolas" panose="020B0609020204030204" pitchFamily="49" charset="0"/>
              </a:rPr>
              <a:t>    return 0;</a:t>
            </a:r>
          </a:p>
          <a:p>
            <a:r>
              <a:rPr lang="en-US" sz="900" b="1" dirty="0">
                <a:latin typeface="Consolas" panose="020B0609020204030204" pitchFamily="49" charset="0"/>
              </a:rPr>
              <a:t>}</a:t>
            </a:r>
          </a:p>
        </p:txBody>
      </p:sp>
      <p:sp>
        <p:nvSpPr>
          <p:cNvPr id="6" name="TextBox 5">
            <a:extLst>
              <a:ext uri="{FF2B5EF4-FFF2-40B4-BE49-F238E27FC236}">
                <a16:creationId xmlns:a16="http://schemas.microsoft.com/office/drawing/2014/main" id="{07A2EAA5-3A71-3E62-6CB2-0139CEED2961}"/>
              </a:ext>
            </a:extLst>
          </p:cNvPr>
          <p:cNvSpPr txBox="1"/>
          <p:nvPr/>
        </p:nvSpPr>
        <p:spPr>
          <a:xfrm>
            <a:off x="6522097" y="3619018"/>
            <a:ext cx="3685592" cy="1200329"/>
          </a:xfrm>
          <a:prstGeom prst="rect">
            <a:avLst/>
          </a:prstGeom>
          <a:noFill/>
          <a:ln>
            <a:solidFill>
              <a:srgbClr val="FF0000"/>
            </a:solidFill>
          </a:ln>
        </p:spPr>
        <p:txBody>
          <a:bodyPr wrap="square" rtlCol="0">
            <a:spAutoFit/>
          </a:bodyPr>
          <a:lstStyle/>
          <a:p>
            <a:r>
              <a:rPr lang="en-US" dirty="0"/>
              <a:t>Cache Hits (Sequential Access): Accesses array elements in a sequential order, utilizing spatial locality for high cache efficiency.</a:t>
            </a:r>
          </a:p>
        </p:txBody>
      </p:sp>
      <p:cxnSp>
        <p:nvCxnSpPr>
          <p:cNvPr id="8" name="Straight Arrow Connector 7">
            <a:extLst>
              <a:ext uri="{FF2B5EF4-FFF2-40B4-BE49-F238E27FC236}">
                <a16:creationId xmlns:a16="http://schemas.microsoft.com/office/drawing/2014/main" id="{CFB9DDA4-FCCC-4BE7-703B-8FDC78ACB205}"/>
              </a:ext>
            </a:extLst>
          </p:cNvPr>
          <p:cNvCxnSpPr>
            <a:stCxn id="6" idx="1"/>
          </p:cNvCxnSpPr>
          <p:nvPr/>
        </p:nvCxnSpPr>
        <p:spPr>
          <a:xfrm flipH="1" flipV="1">
            <a:off x="3368351" y="4217437"/>
            <a:ext cx="3153746" cy="17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03A4B93-9443-745E-90B3-C84FF19C0B7E}"/>
              </a:ext>
            </a:extLst>
          </p:cNvPr>
          <p:cNvSpPr txBox="1"/>
          <p:nvPr/>
        </p:nvSpPr>
        <p:spPr>
          <a:xfrm>
            <a:off x="6665166" y="5103318"/>
            <a:ext cx="4484916" cy="1477328"/>
          </a:xfrm>
          <a:prstGeom prst="rect">
            <a:avLst/>
          </a:prstGeom>
          <a:noFill/>
          <a:ln>
            <a:solidFill>
              <a:srgbClr val="FF0000"/>
            </a:solidFill>
          </a:ln>
        </p:spPr>
        <p:txBody>
          <a:bodyPr wrap="square" rtlCol="0">
            <a:spAutoFit/>
          </a:bodyPr>
          <a:lstStyle/>
          <a:p>
            <a:r>
              <a:rPr lang="en-US" dirty="0"/>
              <a:t>Cache Misses (Random Access): Accesses array elements using random indices (rand() % ARRAY_SIZE), disrupting spatial and temporal locality and increasing cache misses.</a:t>
            </a:r>
          </a:p>
        </p:txBody>
      </p:sp>
      <p:cxnSp>
        <p:nvCxnSpPr>
          <p:cNvPr id="10" name="Straight Arrow Connector 9">
            <a:extLst>
              <a:ext uri="{FF2B5EF4-FFF2-40B4-BE49-F238E27FC236}">
                <a16:creationId xmlns:a16="http://schemas.microsoft.com/office/drawing/2014/main" id="{627FAD12-5545-2B62-E7B7-FC44A1418B0B}"/>
              </a:ext>
            </a:extLst>
          </p:cNvPr>
          <p:cNvCxnSpPr>
            <a:cxnSpLocks/>
            <a:stCxn id="9" idx="1"/>
          </p:cNvCxnSpPr>
          <p:nvPr/>
        </p:nvCxnSpPr>
        <p:spPr>
          <a:xfrm flipH="1" flipV="1">
            <a:off x="3676261" y="5561045"/>
            <a:ext cx="2988905" cy="280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7B4DC9B7-A806-448A-F3EA-CC35668D0006}"/>
              </a:ext>
            </a:extLst>
          </p:cNvPr>
          <p:cNvPicPr>
            <a:picLocks noChangeAspect="1"/>
          </p:cNvPicPr>
          <p:nvPr/>
        </p:nvPicPr>
        <p:blipFill>
          <a:blip r:embed="rId2"/>
          <a:stretch>
            <a:fillRect/>
          </a:stretch>
        </p:blipFill>
        <p:spPr>
          <a:xfrm>
            <a:off x="6335486" y="1301276"/>
            <a:ext cx="5628596" cy="1392586"/>
          </a:xfrm>
          <a:prstGeom prst="rect">
            <a:avLst/>
          </a:prstGeom>
        </p:spPr>
      </p:pic>
      <p:sp>
        <p:nvSpPr>
          <p:cNvPr id="15" name="TextBox 14">
            <a:extLst>
              <a:ext uri="{FF2B5EF4-FFF2-40B4-BE49-F238E27FC236}">
                <a16:creationId xmlns:a16="http://schemas.microsoft.com/office/drawing/2014/main" id="{7D778BB4-8AE1-02C1-AE44-24D54A41DDB5}"/>
              </a:ext>
            </a:extLst>
          </p:cNvPr>
          <p:cNvSpPr txBox="1"/>
          <p:nvPr/>
        </p:nvSpPr>
        <p:spPr>
          <a:xfrm>
            <a:off x="6522097" y="887747"/>
            <a:ext cx="1716834"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2184869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0ED72-3BA8-98D8-5F80-F37761D5049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54A487-2DDB-BCCF-8D4F-A46AF03A7B52}"/>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D1F18F32-3EEA-244D-D912-9BD0F142BE23}"/>
              </a:ext>
            </a:extLst>
          </p:cNvPr>
          <p:cNvSpPr txBox="1"/>
          <p:nvPr/>
        </p:nvSpPr>
        <p:spPr>
          <a:xfrm>
            <a:off x="125272" y="876376"/>
            <a:ext cx="11209867" cy="2092881"/>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Flush</a:t>
            </a:r>
          </a:p>
          <a:p>
            <a:pPr marR="0" lvl="0" algn="ctr" defTabSz="914400" rtl="0" eaLnBrk="0" fontAlgn="base" latinLnBrk="0" hangingPunct="0">
              <a:lnSpc>
                <a:spcPct val="100000"/>
              </a:lnSpc>
              <a:spcBef>
                <a:spcPct val="0"/>
              </a:spcBef>
              <a:spcAft>
                <a:spcPct val="0"/>
              </a:spcAft>
              <a:buClrTx/>
              <a:buSzTx/>
              <a:tabLst/>
            </a:pPr>
            <a:r>
              <a:rPr lang="en-US" altLang="en-US" sz="2800" b="1" dirty="0"/>
              <a:t> </a:t>
            </a:r>
          </a:p>
          <a:p>
            <a:pPr marR="0" lvl="0" algn="ctr" defTabSz="914400" rtl="0" eaLnBrk="0" fontAlgn="base" latinLnBrk="0" hangingPunct="0">
              <a:lnSpc>
                <a:spcPct val="100000"/>
              </a:lnSpc>
              <a:spcBef>
                <a:spcPct val="0"/>
              </a:spcBef>
              <a:spcAft>
                <a:spcPct val="0"/>
              </a:spcAft>
              <a:buClrTx/>
              <a:buSzTx/>
              <a:tabLst/>
            </a:pPr>
            <a:r>
              <a:rPr lang="en-US" altLang="en-US" sz="2800" b="1" dirty="0"/>
              <a:t>The process of invalidating or clearing specific cache lines to remove stored data.</a:t>
            </a:r>
          </a:p>
          <a:p>
            <a:endParaRPr lang="en-US" dirty="0"/>
          </a:p>
        </p:txBody>
      </p:sp>
      <p:pic>
        <p:nvPicPr>
          <p:cNvPr id="2" name="Picture 1">
            <a:extLst>
              <a:ext uri="{FF2B5EF4-FFF2-40B4-BE49-F238E27FC236}">
                <a16:creationId xmlns:a16="http://schemas.microsoft.com/office/drawing/2014/main" id="{E6597ED5-40A5-7CDC-DCB7-EB05794939C7}"/>
              </a:ext>
            </a:extLst>
          </p:cNvPr>
          <p:cNvPicPr>
            <a:picLocks noChangeAspect="1"/>
          </p:cNvPicPr>
          <p:nvPr/>
        </p:nvPicPr>
        <p:blipFill>
          <a:blip r:embed="rId2"/>
          <a:stretch>
            <a:fillRect/>
          </a:stretch>
        </p:blipFill>
        <p:spPr>
          <a:xfrm>
            <a:off x="8335911" y="3141741"/>
            <a:ext cx="3502127" cy="3502127"/>
          </a:xfrm>
          <a:prstGeom prst="rect">
            <a:avLst/>
          </a:prstGeom>
        </p:spPr>
      </p:pic>
    </p:spTree>
    <p:extLst>
      <p:ext uri="{BB962C8B-B14F-4D97-AF65-F5344CB8AC3E}">
        <p14:creationId xmlns:p14="http://schemas.microsoft.com/office/powerpoint/2010/main" val="552244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719B8-BFEC-1E5E-6E54-1241B093995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4CDADA9-F942-9B78-D9FE-EEE64AB457BB}"/>
              </a:ext>
            </a:extLst>
          </p:cNvPr>
          <p:cNvPicPr>
            <a:picLocks noChangeAspect="1"/>
          </p:cNvPicPr>
          <p:nvPr/>
        </p:nvPicPr>
        <p:blipFill>
          <a:blip r:embed="rId2"/>
          <a:srcRect l="25264" t="16889" r="25369" b="16147"/>
          <a:stretch/>
        </p:blipFill>
        <p:spPr>
          <a:xfrm>
            <a:off x="4146974" y="2343912"/>
            <a:ext cx="3592197" cy="3447288"/>
          </a:xfrm>
          <a:prstGeom prst="rect">
            <a:avLst/>
          </a:prstGeom>
        </p:spPr>
      </p:pic>
      <p:sp>
        <p:nvSpPr>
          <p:cNvPr id="16" name="Rectangle: Rounded Corners 15">
            <a:extLst>
              <a:ext uri="{FF2B5EF4-FFF2-40B4-BE49-F238E27FC236}">
                <a16:creationId xmlns:a16="http://schemas.microsoft.com/office/drawing/2014/main" id="{AFBE6900-67E2-FE9D-EF8A-CB4E1BE6CB0F}"/>
              </a:ext>
            </a:extLst>
          </p:cNvPr>
          <p:cNvSpPr/>
          <p:nvPr/>
        </p:nvSpPr>
        <p:spPr>
          <a:xfrm>
            <a:off x="4656984" y="2764366"/>
            <a:ext cx="2599267" cy="2531534"/>
          </a:xfrm>
          <a:prstGeom prst="roundRect">
            <a:avLst>
              <a:gd name="adj" fmla="val 429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6F899B9-BA3E-55CA-5A60-E86BBA1A058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Shared Memory</a:t>
            </a:r>
            <a:endParaRPr lang="en-US" sz="2800" dirty="0"/>
          </a:p>
        </p:txBody>
      </p:sp>
      <p:graphicFrame>
        <p:nvGraphicFramePr>
          <p:cNvPr id="14" name="Table 13">
            <a:extLst>
              <a:ext uri="{FF2B5EF4-FFF2-40B4-BE49-F238E27FC236}">
                <a16:creationId xmlns:a16="http://schemas.microsoft.com/office/drawing/2014/main" id="{903B4DFD-C1E0-D966-9887-D86F6815B02B}"/>
              </a:ext>
            </a:extLst>
          </p:cNvPr>
          <p:cNvGraphicFramePr>
            <a:graphicFrameLocks noGrp="1"/>
          </p:cNvGraphicFramePr>
          <p:nvPr>
            <p:extLst>
              <p:ext uri="{D42A27DB-BD31-4B8C-83A1-F6EECF244321}">
                <p14:modId xmlns:p14="http://schemas.microsoft.com/office/powerpoint/2010/main" val="3585496690"/>
              </p:ext>
            </p:extLst>
          </p:nvPr>
        </p:nvGraphicFramePr>
        <p:xfrm>
          <a:off x="4758583" y="2941488"/>
          <a:ext cx="2396067" cy="2252136"/>
        </p:xfrm>
        <a:graphic>
          <a:graphicData uri="http://schemas.openxmlformats.org/drawingml/2006/table">
            <a:tbl>
              <a:tblPr firstRow="1" bandRow="1">
                <a:tableStyleId>{2D5ABB26-0587-4C30-8999-92F81FD0307C}</a:tableStyleId>
              </a:tblPr>
              <a:tblGrid>
                <a:gridCol w="2396067">
                  <a:extLst>
                    <a:ext uri="{9D8B030D-6E8A-4147-A177-3AD203B41FA5}">
                      <a16:colId xmlns:a16="http://schemas.microsoft.com/office/drawing/2014/main" val="824729261"/>
                    </a:ext>
                  </a:extLst>
                </a:gridCol>
              </a:tblGrid>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463352"/>
                  </a:ext>
                </a:extLst>
              </a:tr>
              <a:tr h="56303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0427238"/>
                  </a:ext>
                </a:extLst>
              </a:tr>
              <a:tr h="563034">
                <a:tc>
                  <a:txBody>
                    <a:bodyPr/>
                    <a:lstStyle/>
                    <a:p>
                      <a:pPr algn="ctr"/>
                      <a:r>
                        <a:rPr lang="en-US" b="1" dirty="0"/>
                        <a:t>Shared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579707503"/>
                  </a:ext>
                </a:extLst>
              </a:tr>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236094"/>
                  </a:ext>
                </a:extLst>
              </a:tr>
            </a:tbl>
          </a:graphicData>
        </a:graphic>
      </p:graphicFrame>
      <p:sp>
        <p:nvSpPr>
          <p:cNvPr id="18" name="Rectangle 17">
            <a:extLst>
              <a:ext uri="{FF2B5EF4-FFF2-40B4-BE49-F238E27FC236}">
                <a16:creationId xmlns:a16="http://schemas.microsoft.com/office/drawing/2014/main" id="{375219D7-CC54-FF26-486B-76A471FF3A27}"/>
              </a:ext>
            </a:extLst>
          </p:cNvPr>
          <p:cNvSpPr/>
          <p:nvPr/>
        </p:nvSpPr>
        <p:spPr>
          <a:xfrm>
            <a:off x="668866" y="1625600"/>
            <a:ext cx="2758121" cy="4309533"/>
          </a:xfrm>
          <a:prstGeom prst="rect">
            <a:avLst/>
          </a:prstGeom>
          <a:solidFill>
            <a:schemeClr val="tx2">
              <a:lumMod val="10000"/>
              <a:lumOff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1</a:t>
            </a: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sp>
        <p:nvSpPr>
          <p:cNvPr id="20" name="Rectangle 19">
            <a:extLst>
              <a:ext uri="{FF2B5EF4-FFF2-40B4-BE49-F238E27FC236}">
                <a16:creationId xmlns:a16="http://schemas.microsoft.com/office/drawing/2014/main" id="{56320B8B-62AD-55C5-EBAD-4B706B3250A3}"/>
              </a:ext>
            </a:extLst>
          </p:cNvPr>
          <p:cNvSpPr/>
          <p:nvPr/>
        </p:nvSpPr>
        <p:spPr>
          <a:xfrm>
            <a:off x="8765015" y="1625600"/>
            <a:ext cx="2758121" cy="4309533"/>
          </a:xfrm>
          <a:prstGeom prst="rect">
            <a:avLst/>
          </a:prstGeom>
          <a:solidFill>
            <a:schemeClr val="accent6">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2</a:t>
            </a: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cxnSp>
        <p:nvCxnSpPr>
          <p:cNvPr id="24" name="Connector: Curved 23">
            <a:extLst>
              <a:ext uri="{FF2B5EF4-FFF2-40B4-BE49-F238E27FC236}">
                <a16:creationId xmlns:a16="http://schemas.microsoft.com/office/drawing/2014/main" id="{173E3E72-0944-CAE2-55B8-F36BC5B0B5CE}"/>
              </a:ext>
            </a:extLst>
          </p:cNvPr>
          <p:cNvCxnSpPr>
            <a:cxnSpLocks/>
          </p:cNvCxnSpPr>
          <p:nvPr/>
        </p:nvCxnSpPr>
        <p:spPr>
          <a:xfrm flipV="1">
            <a:off x="2707138" y="4351867"/>
            <a:ext cx="2169662" cy="262466"/>
          </a:xfrm>
          <a:prstGeom prst="curvedConnector3">
            <a:avLst>
              <a:gd name="adj1" fmla="val 5000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Curved 25">
            <a:extLst>
              <a:ext uri="{FF2B5EF4-FFF2-40B4-BE49-F238E27FC236}">
                <a16:creationId xmlns:a16="http://schemas.microsoft.com/office/drawing/2014/main" id="{33E850F2-53EE-8A06-7F8E-7FE351689E0B}"/>
              </a:ext>
            </a:extLst>
          </p:cNvPr>
          <p:cNvCxnSpPr/>
          <p:nvPr/>
        </p:nvCxnSpPr>
        <p:spPr>
          <a:xfrm rot="10800000">
            <a:off x="6942667" y="4284133"/>
            <a:ext cx="2421466" cy="254000"/>
          </a:xfrm>
          <a:prstGeom prst="curvedConnector3">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3830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E1031-D46C-6291-6998-4DD4B66C847A}"/>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40FB283-5496-BB59-4EB5-C45B1D2C0A23}"/>
              </a:ext>
            </a:extLst>
          </p:cNvPr>
          <p:cNvPicPr>
            <a:picLocks noChangeAspect="1"/>
          </p:cNvPicPr>
          <p:nvPr/>
        </p:nvPicPr>
        <p:blipFill>
          <a:blip r:embed="rId2"/>
          <a:srcRect l="25264" t="16889" r="25369" b="16147"/>
          <a:stretch/>
        </p:blipFill>
        <p:spPr>
          <a:xfrm>
            <a:off x="4146974" y="2343912"/>
            <a:ext cx="3592197" cy="3447288"/>
          </a:xfrm>
          <a:prstGeom prst="rect">
            <a:avLst/>
          </a:prstGeom>
        </p:spPr>
      </p:pic>
      <p:sp>
        <p:nvSpPr>
          <p:cNvPr id="16" name="Rectangle: Rounded Corners 15">
            <a:extLst>
              <a:ext uri="{FF2B5EF4-FFF2-40B4-BE49-F238E27FC236}">
                <a16:creationId xmlns:a16="http://schemas.microsoft.com/office/drawing/2014/main" id="{738031D3-D370-2E34-EDDE-4B48AD1A982A}"/>
              </a:ext>
            </a:extLst>
          </p:cNvPr>
          <p:cNvSpPr/>
          <p:nvPr/>
        </p:nvSpPr>
        <p:spPr>
          <a:xfrm>
            <a:off x="4656984" y="2764366"/>
            <a:ext cx="2599267" cy="2531534"/>
          </a:xfrm>
          <a:prstGeom prst="roundRect">
            <a:avLst>
              <a:gd name="adj" fmla="val 429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2B9EC01-40DA-C799-BD45-EA8D24BEC7A2}"/>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Shared Memory</a:t>
            </a:r>
            <a:endParaRPr lang="en-US" sz="2800" dirty="0"/>
          </a:p>
        </p:txBody>
      </p:sp>
      <p:graphicFrame>
        <p:nvGraphicFramePr>
          <p:cNvPr id="14" name="Table 13">
            <a:extLst>
              <a:ext uri="{FF2B5EF4-FFF2-40B4-BE49-F238E27FC236}">
                <a16:creationId xmlns:a16="http://schemas.microsoft.com/office/drawing/2014/main" id="{890A046A-3A89-A493-4DE2-23FB65945EF5}"/>
              </a:ext>
            </a:extLst>
          </p:cNvPr>
          <p:cNvGraphicFramePr>
            <a:graphicFrameLocks noGrp="1"/>
          </p:cNvGraphicFramePr>
          <p:nvPr/>
        </p:nvGraphicFramePr>
        <p:xfrm>
          <a:off x="4758583" y="2941488"/>
          <a:ext cx="2396067" cy="2252136"/>
        </p:xfrm>
        <a:graphic>
          <a:graphicData uri="http://schemas.openxmlformats.org/drawingml/2006/table">
            <a:tbl>
              <a:tblPr firstRow="1" bandRow="1">
                <a:tableStyleId>{2D5ABB26-0587-4C30-8999-92F81FD0307C}</a:tableStyleId>
              </a:tblPr>
              <a:tblGrid>
                <a:gridCol w="2396067">
                  <a:extLst>
                    <a:ext uri="{9D8B030D-6E8A-4147-A177-3AD203B41FA5}">
                      <a16:colId xmlns:a16="http://schemas.microsoft.com/office/drawing/2014/main" val="824729261"/>
                    </a:ext>
                  </a:extLst>
                </a:gridCol>
              </a:tblGrid>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463352"/>
                  </a:ext>
                </a:extLst>
              </a:tr>
              <a:tr h="56303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0427238"/>
                  </a:ext>
                </a:extLst>
              </a:tr>
              <a:tr h="563034">
                <a:tc>
                  <a:txBody>
                    <a:bodyPr/>
                    <a:lstStyle/>
                    <a:p>
                      <a:pPr algn="ctr"/>
                      <a:r>
                        <a:rPr lang="en-US" b="1" dirty="0"/>
                        <a:t>Shared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579707503"/>
                  </a:ext>
                </a:extLst>
              </a:tr>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236094"/>
                  </a:ext>
                </a:extLst>
              </a:tr>
            </a:tbl>
          </a:graphicData>
        </a:graphic>
      </p:graphicFrame>
      <p:sp>
        <p:nvSpPr>
          <p:cNvPr id="18" name="Rectangle 17">
            <a:extLst>
              <a:ext uri="{FF2B5EF4-FFF2-40B4-BE49-F238E27FC236}">
                <a16:creationId xmlns:a16="http://schemas.microsoft.com/office/drawing/2014/main" id="{4C50983C-72F3-EE74-7798-C78325E8420D}"/>
              </a:ext>
            </a:extLst>
          </p:cNvPr>
          <p:cNvSpPr/>
          <p:nvPr/>
        </p:nvSpPr>
        <p:spPr>
          <a:xfrm>
            <a:off x="668866" y="1625600"/>
            <a:ext cx="2758121" cy="4309533"/>
          </a:xfrm>
          <a:prstGeom prst="rect">
            <a:avLst/>
          </a:prstGeom>
          <a:solidFill>
            <a:schemeClr val="tx2">
              <a:lumMod val="10000"/>
              <a:lumOff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1</a:t>
            </a: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rgbClr val="FC3108"/>
                </a:solidFill>
              </a:rPr>
              <a:t>flush</a:t>
            </a: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sp>
        <p:nvSpPr>
          <p:cNvPr id="20" name="Rectangle 19">
            <a:extLst>
              <a:ext uri="{FF2B5EF4-FFF2-40B4-BE49-F238E27FC236}">
                <a16:creationId xmlns:a16="http://schemas.microsoft.com/office/drawing/2014/main" id="{19EDA48F-B1A9-AEB2-2DB5-58982D12A04F}"/>
              </a:ext>
            </a:extLst>
          </p:cNvPr>
          <p:cNvSpPr/>
          <p:nvPr/>
        </p:nvSpPr>
        <p:spPr>
          <a:xfrm>
            <a:off x="8765015" y="1625600"/>
            <a:ext cx="2758121" cy="4309533"/>
          </a:xfrm>
          <a:prstGeom prst="rect">
            <a:avLst/>
          </a:prstGeom>
          <a:solidFill>
            <a:schemeClr val="accent6">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2</a:t>
            </a: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cxnSp>
        <p:nvCxnSpPr>
          <p:cNvPr id="24" name="Connector: Curved 23">
            <a:extLst>
              <a:ext uri="{FF2B5EF4-FFF2-40B4-BE49-F238E27FC236}">
                <a16:creationId xmlns:a16="http://schemas.microsoft.com/office/drawing/2014/main" id="{60E4EC7F-2096-4B5C-3054-B28B5EF5FCAC}"/>
              </a:ext>
            </a:extLst>
          </p:cNvPr>
          <p:cNvCxnSpPr>
            <a:cxnSpLocks/>
          </p:cNvCxnSpPr>
          <p:nvPr/>
        </p:nvCxnSpPr>
        <p:spPr>
          <a:xfrm flipV="1">
            <a:off x="2707138" y="4351867"/>
            <a:ext cx="2169662" cy="262466"/>
          </a:xfrm>
          <a:prstGeom prst="curvedConnector3">
            <a:avLst>
              <a:gd name="adj1" fmla="val 5000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Curved 25">
            <a:extLst>
              <a:ext uri="{FF2B5EF4-FFF2-40B4-BE49-F238E27FC236}">
                <a16:creationId xmlns:a16="http://schemas.microsoft.com/office/drawing/2014/main" id="{9C90357A-3243-6496-DFBB-5EDE5F05130B}"/>
              </a:ext>
            </a:extLst>
          </p:cNvPr>
          <p:cNvCxnSpPr/>
          <p:nvPr/>
        </p:nvCxnSpPr>
        <p:spPr>
          <a:xfrm rot="10800000">
            <a:off x="6942667" y="4284133"/>
            <a:ext cx="2421466" cy="254000"/>
          </a:xfrm>
          <a:prstGeom prst="curvedConnector3">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 name="Connector: Curved 2">
            <a:extLst>
              <a:ext uri="{FF2B5EF4-FFF2-40B4-BE49-F238E27FC236}">
                <a16:creationId xmlns:a16="http://schemas.microsoft.com/office/drawing/2014/main" id="{17A0F3CF-7BD2-8CD2-2C72-CE9B5F859F50}"/>
              </a:ext>
            </a:extLst>
          </p:cNvPr>
          <p:cNvCxnSpPr/>
          <p:nvPr/>
        </p:nvCxnSpPr>
        <p:spPr>
          <a:xfrm>
            <a:off x="2616200" y="3556000"/>
            <a:ext cx="2260600" cy="635000"/>
          </a:xfrm>
          <a:prstGeom prst="curvedConnector3">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923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5F6F6-19AD-DA17-7D6C-CEFBE65714B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4DB1D13-EE82-0B51-1F6B-691B983B89FD}"/>
              </a:ext>
            </a:extLst>
          </p:cNvPr>
          <p:cNvPicPr>
            <a:picLocks noChangeAspect="1"/>
          </p:cNvPicPr>
          <p:nvPr/>
        </p:nvPicPr>
        <p:blipFill>
          <a:blip r:embed="rId2"/>
          <a:srcRect l="25264" t="16889" r="25369" b="16147"/>
          <a:stretch/>
        </p:blipFill>
        <p:spPr>
          <a:xfrm>
            <a:off x="4146974" y="2343912"/>
            <a:ext cx="3592197" cy="3447288"/>
          </a:xfrm>
          <a:prstGeom prst="rect">
            <a:avLst/>
          </a:prstGeom>
        </p:spPr>
      </p:pic>
      <p:sp>
        <p:nvSpPr>
          <p:cNvPr id="16" name="Rectangle: Rounded Corners 15">
            <a:extLst>
              <a:ext uri="{FF2B5EF4-FFF2-40B4-BE49-F238E27FC236}">
                <a16:creationId xmlns:a16="http://schemas.microsoft.com/office/drawing/2014/main" id="{1C87CF3F-9F22-6D36-6833-19291431D2AD}"/>
              </a:ext>
            </a:extLst>
          </p:cNvPr>
          <p:cNvSpPr/>
          <p:nvPr/>
        </p:nvSpPr>
        <p:spPr>
          <a:xfrm>
            <a:off x="4656984" y="2764366"/>
            <a:ext cx="2599267" cy="2531534"/>
          </a:xfrm>
          <a:prstGeom prst="roundRect">
            <a:avLst>
              <a:gd name="adj" fmla="val 4292"/>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0D58009-2EF2-FC46-D802-3A2AC4722B7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Shared Memory</a:t>
            </a:r>
            <a:endParaRPr lang="en-US" sz="2800" dirty="0"/>
          </a:p>
        </p:txBody>
      </p:sp>
      <p:graphicFrame>
        <p:nvGraphicFramePr>
          <p:cNvPr id="14" name="Table 13">
            <a:extLst>
              <a:ext uri="{FF2B5EF4-FFF2-40B4-BE49-F238E27FC236}">
                <a16:creationId xmlns:a16="http://schemas.microsoft.com/office/drawing/2014/main" id="{67AF6B58-F559-7B80-FFAF-21DEE556D3C2}"/>
              </a:ext>
            </a:extLst>
          </p:cNvPr>
          <p:cNvGraphicFramePr>
            <a:graphicFrameLocks noGrp="1"/>
          </p:cNvGraphicFramePr>
          <p:nvPr>
            <p:extLst>
              <p:ext uri="{D42A27DB-BD31-4B8C-83A1-F6EECF244321}">
                <p14:modId xmlns:p14="http://schemas.microsoft.com/office/powerpoint/2010/main" val="2596550534"/>
              </p:ext>
            </p:extLst>
          </p:nvPr>
        </p:nvGraphicFramePr>
        <p:xfrm>
          <a:off x="4758583" y="2941488"/>
          <a:ext cx="2396067" cy="2252136"/>
        </p:xfrm>
        <a:graphic>
          <a:graphicData uri="http://schemas.openxmlformats.org/drawingml/2006/table">
            <a:tbl>
              <a:tblPr firstRow="1" bandRow="1">
                <a:tableStyleId>{2D5ABB26-0587-4C30-8999-92F81FD0307C}</a:tableStyleId>
              </a:tblPr>
              <a:tblGrid>
                <a:gridCol w="2396067">
                  <a:extLst>
                    <a:ext uri="{9D8B030D-6E8A-4147-A177-3AD203B41FA5}">
                      <a16:colId xmlns:a16="http://schemas.microsoft.com/office/drawing/2014/main" val="824729261"/>
                    </a:ext>
                  </a:extLst>
                </a:gridCol>
              </a:tblGrid>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463352"/>
                  </a:ext>
                </a:extLst>
              </a:tr>
              <a:tr h="56303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0427238"/>
                  </a:ext>
                </a:extLst>
              </a:tr>
              <a:tr h="563034">
                <a:tc>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79707503"/>
                  </a:ext>
                </a:extLst>
              </a:tr>
              <a:tr h="563034">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236094"/>
                  </a:ext>
                </a:extLst>
              </a:tr>
            </a:tbl>
          </a:graphicData>
        </a:graphic>
      </p:graphicFrame>
      <p:sp>
        <p:nvSpPr>
          <p:cNvPr id="18" name="Rectangle 17">
            <a:extLst>
              <a:ext uri="{FF2B5EF4-FFF2-40B4-BE49-F238E27FC236}">
                <a16:creationId xmlns:a16="http://schemas.microsoft.com/office/drawing/2014/main" id="{0F9099A2-DC88-79B8-DE42-60A3EBBFE510}"/>
              </a:ext>
            </a:extLst>
          </p:cNvPr>
          <p:cNvSpPr/>
          <p:nvPr/>
        </p:nvSpPr>
        <p:spPr>
          <a:xfrm>
            <a:off x="668866" y="1625600"/>
            <a:ext cx="2758121" cy="4309533"/>
          </a:xfrm>
          <a:prstGeom prst="rect">
            <a:avLst/>
          </a:prstGeom>
          <a:solidFill>
            <a:schemeClr val="tx2">
              <a:lumMod val="10000"/>
              <a:lumOff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1</a:t>
            </a: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rgbClr val="FC3108"/>
                </a:solidFill>
              </a:rPr>
              <a:t>flush</a:t>
            </a: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sp>
        <p:nvSpPr>
          <p:cNvPr id="20" name="Rectangle 19">
            <a:extLst>
              <a:ext uri="{FF2B5EF4-FFF2-40B4-BE49-F238E27FC236}">
                <a16:creationId xmlns:a16="http://schemas.microsoft.com/office/drawing/2014/main" id="{2A03B75A-70E0-3E28-B361-0F82E21C305F}"/>
              </a:ext>
            </a:extLst>
          </p:cNvPr>
          <p:cNvSpPr/>
          <p:nvPr/>
        </p:nvSpPr>
        <p:spPr>
          <a:xfrm>
            <a:off x="8765015" y="1625600"/>
            <a:ext cx="2758121" cy="4309533"/>
          </a:xfrm>
          <a:prstGeom prst="rect">
            <a:avLst/>
          </a:prstGeom>
          <a:solidFill>
            <a:schemeClr val="accent6">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lumMod val="50000"/>
                    <a:lumOff val="50000"/>
                  </a:schemeClr>
                </a:solidFill>
              </a:rPr>
              <a:t>Process 2</a:t>
            </a: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endParaRPr lang="en-US" sz="3200" b="1" dirty="0">
              <a:solidFill>
                <a:schemeClr val="tx1"/>
              </a:solidFill>
            </a:endParaRPr>
          </a:p>
          <a:p>
            <a:pPr algn="ctr"/>
            <a:r>
              <a:rPr lang="en-US" sz="3200" b="1" dirty="0">
                <a:solidFill>
                  <a:schemeClr val="tx1"/>
                </a:solidFill>
              </a:rPr>
              <a:t>Access</a:t>
            </a:r>
          </a:p>
          <a:p>
            <a:pPr algn="ctr"/>
            <a:endParaRPr lang="en-US" sz="3200" b="1" dirty="0">
              <a:solidFill>
                <a:schemeClr val="tx1"/>
              </a:solidFill>
            </a:endParaRPr>
          </a:p>
          <a:p>
            <a:pPr algn="ctr"/>
            <a:endParaRPr lang="en-US" sz="3200" b="1" dirty="0">
              <a:solidFill>
                <a:schemeClr val="tx1"/>
              </a:solidFill>
            </a:endParaRPr>
          </a:p>
        </p:txBody>
      </p:sp>
      <p:cxnSp>
        <p:nvCxnSpPr>
          <p:cNvPr id="24" name="Connector: Curved 23">
            <a:extLst>
              <a:ext uri="{FF2B5EF4-FFF2-40B4-BE49-F238E27FC236}">
                <a16:creationId xmlns:a16="http://schemas.microsoft.com/office/drawing/2014/main" id="{0C05CABF-E6B8-250C-6C05-8F7161A25661}"/>
              </a:ext>
            </a:extLst>
          </p:cNvPr>
          <p:cNvCxnSpPr>
            <a:cxnSpLocks/>
          </p:cNvCxnSpPr>
          <p:nvPr/>
        </p:nvCxnSpPr>
        <p:spPr>
          <a:xfrm flipV="1">
            <a:off x="2707138" y="4351867"/>
            <a:ext cx="2169662" cy="262466"/>
          </a:xfrm>
          <a:prstGeom prst="curvedConnector3">
            <a:avLst>
              <a:gd name="adj1" fmla="val 5000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Curved 25">
            <a:extLst>
              <a:ext uri="{FF2B5EF4-FFF2-40B4-BE49-F238E27FC236}">
                <a16:creationId xmlns:a16="http://schemas.microsoft.com/office/drawing/2014/main" id="{9D51D7C3-7B54-8387-3215-11FDE8B079E4}"/>
              </a:ext>
            </a:extLst>
          </p:cNvPr>
          <p:cNvCxnSpPr/>
          <p:nvPr/>
        </p:nvCxnSpPr>
        <p:spPr>
          <a:xfrm rot="10800000">
            <a:off x="6942667" y="4284133"/>
            <a:ext cx="2421466" cy="254000"/>
          </a:xfrm>
          <a:prstGeom prst="curvedConnector3">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 name="Connector: Curved 2">
            <a:extLst>
              <a:ext uri="{FF2B5EF4-FFF2-40B4-BE49-F238E27FC236}">
                <a16:creationId xmlns:a16="http://schemas.microsoft.com/office/drawing/2014/main" id="{6FEC48E3-E2A0-9E01-95EF-A1642D65DAAE}"/>
              </a:ext>
            </a:extLst>
          </p:cNvPr>
          <p:cNvCxnSpPr/>
          <p:nvPr/>
        </p:nvCxnSpPr>
        <p:spPr>
          <a:xfrm>
            <a:off x="2616200" y="3556000"/>
            <a:ext cx="2260600" cy="635000"/>
          </a:xfrm>
          <a:prstGeom prst="curvedConnector3">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810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FB9E1-AD29-4E5F-4C89-A1C8A0EBCD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F9481E-17AD-E2ED-C536-DCEBEB07484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B73C2B88-A365-188B-2F72-C8CA14013F4C}"/>
              </a:ext>
            </a:extLst>
          </p:cNvPr>
          <p:cNvSpPr txBox="1"/>
          <p:nvPr/>
        </p:nvSpPr>
        <p:spPr>
          <a:xfrm>
            <a:off x="143933" y="913698"/>
            <a:ext cx="11209867" cy="1569660"/>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Reload: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b="1" dirty="0"/>
          </a:p>
          <a:p>
            <a:pPr algn="ctr"/>
            <a:r>
              <a:rPr lang="en-US" sz="2000" b="1" dirty="0"/>
              <a:t>Process of accessing a specific memory location (or cache line) after it has been flushed from the CPU cache.</a:t>
            </a:r>
            <a:endParaRPr lang="en-US" sz="2000" dirty="0"/>
          </a:p>
        </p:txBody>
      </p:sp>
      <p:sp>
        <p:nvSpPr>
          <p:cNvPr id="2" name="Rectangle 1">
            <a:extLst>
              <a:ext uri="{FF2B5EF4-FFF2-40B4-BE49-F238E27FC236}">
                <a16:creationId xmlns:a16="http://schemas.microsoft.com/office/drawing/2014/main" id="{25433215-B0E8-8DC8-EAA1-2B9A87F6DA1C}"/>
              </a:ext>
            </a:extLst>
          </p:cNvPr>
          <p:cNvSpPr/>
          <p:nvPr/>
        </p:nvSpPr>
        <p:spPr>
          <a:xfrm>
            <a:off x="265176" y="3621024"/>
            <a:ext cx="1517904" cy="978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Reload</a:t>
            </a:r>
          </a:p>
        </p:txBody>
      </p:sp>
      <p:sp>
        <p:nvSpPr>
          <p:cNvPr id="6" name="Diamond 5">
            <a:extLst>
              <a:ext uri="{FF2B5EF4-FFF2-40B4-BE49-F238E27FC236}">
                <a16:creationId xmlns:a16="http://schemas.microsoft.com/office/drawing/2014/main" id="{8CFEA87E-109B-B163-B7A1-15BD3F5B77A2}"/>
              </a:ext>
            </a:extLst>
          </p:cNvPr>
          <p:cNvSpPr/>
          <p:nvPr/>
        </p:nvSpPr>
        <p:spPr>
          <a:xfrm>
            <a:off x="2304288" y="3429953"/>
            <a:ext cx="2176272" cy="136055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in the cache?</a:t>
            </a:r>
          </a:p>
        </p:txBody>
      </p:sp>
      <p:sp>
        <p:nvSpPr>
          <p:cNvPr id="7" name="Rectangle 6">
            <a:extLst>
              <a:ext uri="{FF2B5EF4-FFF2-40B4-BE49-F238E27FC236}">
                <a16:creationId xmlns:a16="http://schemas.microsoft.com/office/drawing/2014/main" id="{EB7FD37B-F1D0-ADA8-DAFD-9190D2DB3D02}"/>
              </a:ext>
            </a:extLst>
          </p:cNvPr>
          <p:cNvSpPr/>
          <p:nvPr/>
        </p:nvSpPr>
        <p:spPr>
          <a:xfrm>
            <a:off x="5522975" y="2715768"/>
            <a:ext cx="2112263" cy="9052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Less time to fetch</a:t>
            </a:r>
          </a:p>
        </p:txBody>
      </p:sp>
      <p:sp>
        <p:nvSpPr>
          <p:cNvPr id="8" name="Rectangle 7">
            <a:extLst>
              <a:ext uri="{FF2B5EF4-FFF2-40B4-BE49-F238E27FC236}">
                <a16:creationId xmlns:a16="http://schemas.microsoft.com/office/drawing/2014/main" id="{ABE6D3D4-501F-5CF0-9C56-ECBF29E4455F}"/>
              </a:ext>
            </a:extLst>
          </p:cNvPr>
          <p:cNvSpPr/>
          <p:nvPr/>
        </p:nvSpPr>
        <p:spPr>
          <a:xfrm>
            <a:off x="5522976" y="4462272"/>
            <a:ext cx="2112264" cy="1129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Longer time to fetch data from main memory</a:t>
            </a:r>
          </a:p>
        </p:txBody>
      </p:sp>
      <p:cxnSp>
        <p:nvCxnSpPr>
          <p:cNvPr id="10" name="Straight Arrow Connector 9">
            <a:extLst>
              <a:ext uri="{FF2B5EF4-FFF2-40B4-BE49-F238E27FC236}">
                <a16:creationId xmlns:a16="http://schemas.microsoft.com/office/drawing/2014/main" id="{D3198976-EBF4-AB0E-9AF7-A2C000CECDE0}"/>
              </a:ext>
            </a:extLst>
          </p:cNvPr>
          <p:cNvCxnSpPr>
            <a:cxnSpLocks/>
            <a:stCxn id="2" idx="3"/>
            <a:endCxn id="6" idx="1"/>
          </p:cNvCxnSpPr>
          <p:nvPr/>
        </p:nvCxnSpPr>
        <p:spPr>
          <a:xfrm>
            <a:off x="1783080" y="4110228"/>
            <a:ext cx="5212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C86F3D8D-DBBA-E053-F855-DD78EB29FFB7}"/>
              </a:ext>
            </a:extLst>
          </p:cNvPr>
          <p:cNvCxnSpPr>
            <a:cxnSpLocks/>
            <a:stCxn id="6" idx="0"/>
            <a:endCxn id="7" idx="1"/>
          </p:cNvCxnSpPr>
          <p:nvPr/>
        </p:nvCxnSpPr>
        <p:spPr>
          <a:xfrm rot="5400000" flipH="1" flipV="1">
            <a:off x="4326921" y="2233900"/>
            <a:ext cx="261557" cy="21305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EAE70DD5-8DD9-0F4D-4457-634E92649A99}"/>
              </a:ext>
            </a:extLst>
          </p:cNvPr>
          <p:cNvCxnSpPr>
            <a:cxnSpLocks/>
            <a:stCxn id="6" idx="2"/>
            <a:endCxn id="8" idx="1"/>
          </p:cNvCxnSpPr>
          <p:nvPr/>
        </p:nvCxnSpPr>
        <p:spPr>
          <a:xfrm rot="16200000" flipH="1">
            <a:off x="4339495" y="3843432"/>
            <a:ext cx="236411" cy="213055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C7272DD-D23D-EFB5-B557-BD7155E600BF}"/>
              </a:ext>
            </a:extLst>
          </p:cNvPr>
          <p:cNvSpPr txBox="1"/>
          <p:nvPr/>
        </p:nvSpPr>
        <p:spPr>
          <a:xfrm>
            <a:off x="4123944" y="2867525"/>
            <a:ext cx="527645" cy="369332"/>
          </a:xfrm>
          <a:prstGeom prst="rect">
            <a:avLst/>
          </a:prstGeom>
          <a:noFill/>
        </p:spPr>
        <p:txBody>
          <a:bodyPr wrap="none" rtlCol="0">
            <a:spAutoFit/>
          </a:bodyPr>
          <a:lstStyle/>
          <a:p>
            <a:r>
              <a:rPr lang="en-US" dirty="0"/>
              <a:t>Yes</a:t>
            </a:r>
          </a:p>
        </p:txBody>
      </p:sp>
      <p:sp>
        <p:nvSpPr>
          <p:cNvPr id="32" name="TextBox 31">
            <a:extLst>
              <a:ext uri="{FF2B5EF4-FFF2-40B4-BE49-F238E27FC236}">
                <a16:creationId xmlns:a16="http://schemas.microsoft.com/office/drawing/2014/main" id="{B1DCDAC8-F6C3-7EA8-C7C2-BD197DE96053}"/>
              </a:ext>
            </a:extLst>
          </p:cNvPr>
          <p:cNvSpPr txBox="1"/>
          <p:nvPr/>
        </p:nvSpPr>
        <p:spPr>
          <a:xfrm>
            <a:off x="4176779" y="4985812"/>
            <a:ext cx="474810" cy="369332"/>
          </a:xfrm>
          <a:prstGeom prst="rect">
            <a:avLst/>
          </a:prstGeom>
          <a:noFill/>
        </p:spPr>
        <p:txBody>
          <a:bodyPr wrap="none" rtlCol="0">
            <a:spAutoFit/>
          </a:bodyPr>
          <a:lstStyle/>
          <a:p>
            <a:r>
              <a:rPr lang="en-US" dirty="0"/>
              <a:t>No</a:t>
            </a:r>
          </a:p>
        </p:txBody>
      </p:sp>
      <p:pic>
        <p:nvPicPr>
          <p:cNvPr id="39" name="Picture 38">
            <a:extLst>
              <a:ext uri="{FF2B5EF4-FFF2-40B4-BE49-F238E27FC236}">
                <a16:creationId xmlns:a16="http://schemas.microsoft.com/office/drawing/2014/main" id="{004F9969-53A7-11AB-FABE-65110BC6831A}"/>
              </a:ext>
            </a:extLst>
          </p:cNvPr>
          <p:cNvPicPr>
            <a:picLocks noChangeAspect="1"/>
          </p:cNvPicPr>
          <p:nvPr/>
        </p:nvPicPr>
        <p:blipFill>
          <a:blip r:embed="rId2"/>
          <a:srcRect b="2933"/>
          <a:stretch/>
        </p:blipFill>
        <p:spPr>
          <a:xfrm>
            <a:off x="8677656" y="4402836"/>
            <a:ext cx="3239796" cy="2377440"/>
          </a:xfrm>
          <a:prstGeom prst="rect">
            <a:avLst/>
          </a:prstGeom>
        </p:spPr>
      </p:pic>
    </p:spTree>
    <p:extLst>
      <p:ext uri="{BB962C8B-B14F-4D97-AF65-F5344CB8AC3E}">
        <p14:creationId xmlns:p14="http://schemas.microsoft.com/office/powerpoint/2010/main" val="95739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E85AC-553A-006F-EB39-3C112101E3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486170-2313-DE46-79CF-CE239F55B394}"/>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3" name="TextBox 2">
            <a:extLst>
              <a:ext uri="{FF2B5EF4-FFF2-40B4-BE49-F238E27FC236}">
                <a16:creationId xmlns:a16="http://schemas.microsoft.com/office/drawing/2014/main" id="{5A6616CA-D5D0-68D8-076C-7617EB9CAB18}"/>
              </a:ext>
            </a:extLst>
          </p:cNvPr>
          <p:cNvSpPr txBox="1"/>
          <p:nvPr/>
        </p:nvSpPr>
        <p:spPr>
          <a:xfrm>
            <a:off x="359228" y="772015"/>
            <a:ext cx="5826968" cy="5847755"/>
          </a:xfrm>
          <a:prstGeom prst="rect">
            <a:avLst/>
          </a:prstGeom>
          <a:solidFill>
            <a:schemeClr val="bg1">
              <a:lumMod val="85000"/>
            </a:schemeClr>
          </a:solidFill>
          <a:ln>
            <a:solidFill>
              <a:schemeClr val="tx1">
                <a:lumMod val="95000"/>
                <a:lumOff val="5000"/>
              </a:schemeClr>
            </a:solidFill>
          </a:ln>
        </p:spPr>
        <p:txBody>
          <a:bodyPr wrap="square">
            <a:spAutoFit/>
          </a:bodyPr>
          <a:lstStyle/>
          <a:p>
            <a:r>
              <a:rPr lang="en-US" sz="1100" dirty="0">
                <a:latin typeface="Consolas" panose="020B0609020204030204" pitchFamily="49" charset="0"/>
              </a:rPr>
              <a:t>#include &lt;</a:t>
            </a:r>
            <a:r>
              <a:rPr lang="en-US" sz="1100" dirty="0" err="1">
                <a:latin typeface="Consolas" panose="020B0609020204030204" pitchFamily="49" charset="0"/>
              </a:rPr>
              <a:t>stdio.h</a:t>
            </a:r>
            <a:r>
              <a:rPr lang="en-US" sz="1100" dirty="0">
                <a:latin typeface="Consolas" panose="020B0609020204030204" pitchFamily="49" charset="0"/>
              </a:rPr>
              <a:t>&gt;</a:t>
            </a:r>
          </a:p>
          <a:p>
            <a:r>
              <a:rPr lang="en-US" sz="1100" dirty="0">
                <a:latin typeface="Consolas" panose="020B0609020204030204" pitchFamily="49" charset="0"/>
              </a:rPr>
              <a:t>#include &lt;</a:t>
            </a:r>
            <a:r>
              <a:rPr lang="en-US" sz="1100" dirty="0" err="1">
                <a:latin typeface="Consolas" panose="020B0609020204030204" pitchFamily="49" charset="0"/>
              </a:rPr>
              <a:t>stdlib.h</a:t>
            </a:r>
            <a:r>
              <a:rPr lang="en-US" sz="1100" dirty="0">
                <a:latin typeface="Consolas" panose="020B0609020204030204" pitchFamily="49" charset="0"/>
              </a:rPr>
              <a:t>&gt;</a:t>
            </a:r>
          </a:p>
          <a:p>
            <a:r>
              <a:rPr lang="en-US" sz="1100" dirty="0">
                <a:latin typeface="Consolas" panose="020B0609020204030204" pitchFamily="49" charset="0"/>
              </a:rPr>
              <a:t>#include &lt;x86intrin.h&gt;</a:t>
            </a:r>
          </a:p>
          <a:p>
            <a:endParaRPr lang="en-US" sz="1100" dirty="0">
              <a:latin typeface="Consolas" panose="020B0609020204030204" pitchFamily="49" charset="0"/>
            </a:endParaRPr>
          </a:p>
          <a:p>
            <a:r>
              <a:rPr lang="en-US" sz="1100" dirty="0">
                <a:latin typeface="Consolas" panose="020B0609020204030204" pitchFamily="49" charset="0"/>
              </a:rPr>
              <a:t>int main() {</a:t>
            </a:r>
          </a:p>
          <a:p>
            <a:r>
              <a:rPr lang="en-US" sz="1100" dirty="0">
                <a:latin typeface="Consolas" panose="020B0609020204030204" pitchFamily="49" charset="0"/>
              </a:rPr>
              <a:t>    int *data = malloc(</a:t>
            </a:r>
            <a:r>
              <a:rPr lang="en-US" sz="1100" dirty="0" err="1">
                <a:latin typeface="Consolas" panose="020B0609020204030204" pitchFamily="49" charset="0"/>
              </a:rPr>
              <a:t>sizeof</a:t>
            </a:r>
            <a:r>
              <a:rPr lang="en-US" sz="1100" dirty="0">
                <a:latin typeface="Consolas" panose="020B0609020204030204" pitchFamily="49" charset="0"/>
              </a:rPr>
              <a:t>(int) * 1024);</a:t>
            </a:r>
          </a:p>
          <a:p>
            <a:endParaRPr lang="en-US" sz="1100" dirty="0">
              <a:latin typeface="Consolas" panose="020B0609020204030204" pitchFamily="49" charset="0"/>
            </a:endParaRPr>
          </a:p>
          <a:p>
            <a:r>
              <a:rPr lang="en-US" sz="1100" dirty="0">
                <a:latin typeface="Consolas" panose="020B0609020204030204" pitchFamily="49" charset="0"/>
              </a:rPr>
              <a:t>    if (!data) {</a:t>
            </a:r>
          </a:p>
          <a:p>
            <a:r>
              <a:rPr lang="en-US" sz="1100" dirty="0">
                <a:latin typeface="Consolas" panose="020B0609020204030204" pitchFamily="49" charset="0"/>
              </a:rPr>
              <a:t>        </a:t>
            </a:r>
            <a:r>
              <a:rPr lang="en-US" sz="1100" dirty="0" err="1">
                <a:latin typeface="Consolas" panose="020B0609020204030204" pitchFamily="49" charset="0"/>
              </a:rPr>
              <a:t>perror</a:t>
            </a:r>
            <a:r>
              <a:rPr lang="en-US" sz="1100" dirty="0">
                <a:latin typeface="Consolas" panose="020B0609020204030204" pitchFamily="49" charset="0"/>
              </a:rPr>
              <a:t>("Memory allocation failed");</a:t>
            </a:r>
          </a:p>
          <a:p>
            <a:r>
              <a:rPr lang="en-US" sz="1100" dirty="0">
                <a:latin typeface="Consolas" panose="020B0609020204030204" pitchFamily="49" charset="0"/>
              </a:rPr>
              <a:t>        return 1;</a:t>
            </a:r>
          </a:p>
          <a:p>
            <a:r>
              <a:rPr lang="en-US" sz="1100" dirty="0">
                <a:latin typeface="Consolas" panose="020B0609020204030204" pitchFamily="49" charset="0"/>
              </a:rPr>
              <a:t>    }</a:t>
            </a:r>
          </a:p>
          <a:p>
            <a:endParaRPr lang="en-US" sz="1100" dirty="0">
              <a:latin typeface="Consolas" panose="020B0609020204030204" pitchFamily="49" charset="0"/>
            </a:endParaRPr>
          </a:p>
          <a:p>
            <a:r>
              <a:rPr lang="en-US" sz="1100" dirty="0">
                <a:latin typeface="Consolas" panose="020B0609020204030204" pitchFamily="49" charset="0"/>
              </a:rPr>
              <a:t>    // Initialize data</a:t>
            </a:r>
          </a:p>
          <a:p>
            <a:r>
              <a:rPr lang="en-US" sz="1100" dirty="0">
                <a:latin typeface="Consolas" panose="020B0609020204030204" pitchFamily="49" charset="0"/>
              </a:rPr>
              <a:t>    data[0] = 42;</a:t>
            </a:r>
          </a:p>
          <a:p>
            <a:endParaRPr lang="en-US" sz="1100" dirty="0">
              <a:latin typeface="Consolas" panose="020B0609020204030204" pitchFamily="49" charset="0"/>
            </a:endParaRPr>
          </a:p>
          <a:p>
            <a:r>
              <a:rPr lang="en-US" sz="1100" dirty="0">
                <a:highlight>
                  <a:srgbClr val="00FF00"/>
                </a:highlight>
                <a:latin typeface="Consolas" panose="020B0609020204030204" pitchFamily="49" charset="0"/>
              </a:rPr>
              <a:t>    // Measure access time before flushing (should be fast if in cache)</a:t>
            </a:r>
          </a:p>
          <a:p>
            <a:r>
              <a:rPr lang="en-US" sz="1100" dirty="0">
                <a:highlight>
                  <a:srgbClr val="00FF00"/>
                </a:highlight>
                <a:latin typeface="Consolas" panose="020B0609020204030204" pitchFamily="49" charset="0"/>
              </a:rPr>
              <a:t>    unsigned long </a:t>
            </a:r>
            <a:r>
              <a:rPr lang="en-US" sz="1100" dirty="0" err="1">
                <a:highlight>
                  <a:srgbClr val="00FF00"/>
                </a:highlight>
                <a:latin typeface="Consolas" panose="020B0609020204030204" pitchFamily="49" charset="0"/>
              </a:rPr>
              <a:t>long</a:t>
            </a:r>
            <a:r>
              <a:rPr lang="en-US" sz="1100" dirty="0">
                <a:highlight>
                  <a:srgbClr val="00FF00"/>
                </a:highlight>
                <a:latin typeface="Consolas" panose="020B0609020204030204" pitchFamily="49" charset="0"/>
              </a:rPr>
              <a:t> start, end;</a:t>
            </a:r>
          </a:p>
          <a:p>
            <a:r>
              <a:rPr lang="en-US" sz="1100" dirty="0">
                <a:highlight>
                  <a:srgbClr val="00FF00"/>
                </a:highlight>
                <a:latin typeface="Consolas" panose="020B0609020204030204" pitchFamily="49" charset="0"/>
              </a:rPr>
              <a:t>    start = __</a:t>
            </a:r>
            <a:r>
              <a:rPr lang="en-US" sz="1100" dirty="0" err="1">
                <a:highlight>
                  <a:srgbClr val="00FF00"/>
                </a:highlight>
                <a:latin typeface="Consolas" panose="020B0609020204030204" pitchFamily="49" charset="0"/>
              </a:rPr>
              <a:t>rdtsc</a:t>
            </a:r>
            <a:r>
              <a:rPr lang="en-US" sz="1100" dirty="0">
                <a:highlight>
                  <a:srgbClr val="00FF00"/>
                </a:highlight>
                <a:latin typeface="Consolas" panose="020B0609020204030204" pitchFamily="49" charset="0"/>
              </a:rPr>
              <a:t>(); // Read timestamp counter</a:t>
            </a:r>
          </a:p>
          <a:p>
            <a:r>
              <a:rPr lang="en-US" sz="1100" dirty="0">
                <a:highlight>
                  <a:srgbClr val="00FF00"/>
                </a:highlight>
                <a:latin typeface="Consolas" panose="020B0609020204030204" pitchFamily="49" charset="0"/>
              </a:rPr>
              <a:t>    volatile int temp = data[0]; // Access data</a:t>
            </a:r>
          </a:p>
          <a:p>
            <a:r>
              <a:rPr lang="en-US" sz="1100" dirty="0">
                <a:highlight>
                  <a:srgbClr val="00FF00"/>
                </a:highlight>
                <a:latin typeface="Consolas" panose="020B0609020204030204" pitchFamily="49" charset="0"/>
              </a:rPr>
              <a:t>    end = __</a:t>
            </a:r>
            <a:r>
              <a:rPr lang="en-US" sz="1100" dirty="0" err="1">
                <a:highlight>
                  <a:srgbClr val="00FF00"/>
                </a:highlight>
                <a:latin typeface="Consolas" panose="020B0609020204030204" pitchFamily="49" charset="0"/>
              </a:rPr>
              <a:t>rdtsc</a:t>
            </a:r>
            <a:r>
              <a:rPr lang="en-US" sz="1100" dirty="0">
                <a:highlight>
                  <a:srgbClr val="00FF00"/>
                </a:highlight>
                <a:latin typeface="Consolas" panose="020B0609020204030204" pitchFamily="49" charset="0"/>
              </a:rPr>
              <a:t>();</a:t>
            </a:r>
          </a:p>
          <a:p>
            <a:r>
              <a:rPr lang="en-US" sz="1100" dirty="0">
                <a:highlight>
                  <a:srgbClr val="00FF00"/>
                </a:highlight>
                <a:latin typeface="Consolas" panose="020B0609020204030204" pitchFamily="49" charset="0"/>
              </a:rPr>
              <a:t>    </a:t>
            </a:r>
            <a:r>
              <a:rPr lang="en-US" sz="1100" dirty="0" err="1">
                <a:highlight>
                  <a:srgbClr val="00FF00"/>
                </a:highlight>
                <a:latin typeface="Consolas" panose="020B0609020204030204" pitchFamily="49" charset="0"/>
              </a:rPr>
              <a:t>printf</a:t>
            </a:r>
            <a:r>
              <a:rPr lang="en-US" sz="1100" dirty="0">
                <a:highlight>
                  <a:srgbClr val="00FF00"/>
                </a:highlight>
                <a:latin typeface="Consolas" panose="020B0609020204030204" pitchFamily="49" charset="0"/>
              </a:rPr>
              <a:t>("Access time before flushing: %</a:t>
            </a:r>
            <a:r>
              <a:rPr lang="en-US" sz="1100" dirty="0" err="1">
                <a:highlight>
                  <a:srgbClr val="00FF00"/>
                </a:highlight>
                <a:latin typeface="Consolas" panose="020B0609020204030204" pitchFamily="49" charset="0"/>
              </a:rPr>
              <a:t>llu</a:t>
            </a:r>
            <a:r>
              <a:rPr lang="en-US" sz="1100" dirty="0">
                <a:highlight>
                  <a:srgbClr val="00FF00"/>
                </a:highlight>
                <a:latin typeface="Consolas" panose="020B0609020204030204" pitchFamily="49" charset="0"/>
              </a:rPr>
              <a:t> cycles\n", end - start);</a:t>
            </a:r>
          </a:p>
          <a:p>
            <a:endParaRPr lang="en-US" sz="1100" dirty="0">
              <a:latin typeface="Consolas" panose="020B0609020204030204" pitchFamily="49" charset="0"/>
            </a:endParaRPr>
          </a:p>
          <a:p>
            <a:r>
              <a:rPr lang="en-US" sz="1100" dirty="0">
                <a:highlight>
                  <a:srgbClr val="00FFFF"/>
                </a:highlight>
                <a:latin typeface="Consolas" panose="020B0609020204030204" pitchFamily="49" charset="0"/>
              </a:rPr>
              <a:t>    // Flush cache line containing data[0]</a:t>
            </a:r>
          </a:p>
          <a:p>
            <a:r>
              <a:rPr lang="en-US" sz="1100" dirty="0">
                <a:highlight>
                  <a:srgbClr val="00FFFF"/>
                </a:highlight>
                <a:latin typeface="Consolas" panose="020B0609020204030204" pitchFamily="49" charset="0"/>
              </a:rPr>
              <a:t>    _</a:t>
            </a:r>
            <a:r>
              <a:rPr lang="en-US" sz="1100" dirty="0" err="1">
                <a:highlight>
                  <a:srgbClr val="00FFFF"/>
                </a:highlight>
                <a:latin typeface="Consolas" panose="020B0609020204030204" pitchFamily="49" charset="0"/>
              </a:rPr>
              <a:t>mm_clflush</a:t>
            </a:r>
            <a:r>
              <a:rPr lang="en-US" sz="1100" dirty="0">
                <a:highlight>
                  <a:srgbClr val="00FFFF"/>
                </a:highlight>
                <a:latin typeface="Consolas" panose="020B0609020204030204" pitchFamily="49" charset="0"/>
              </a:rPr>
              <a:t>(&amp;data[0]);</a:t>
            </a:r>
          </a:p>
          <a:p>
            <a:endParaRPr lang="en-US" sz="1100" dirty="0">
              <a:latin typeface="Consolas" panose="020B0609020204030204" pitchFamily="49" charset="0"/>
            </a:endParaRPr>
          </a:p>
          <a:p>
            <a:r>
              <a:rPr lang="en-US" sz="1100" dirty="0">
                <a:highlight>
                  <a:srgbClr val="FF00FF"/>
                </a:highlight>
                <a:latin typeface="Consolas" panose="020B0609020204030204" pitchFamily="49" charset="0"/>
              </a:rPr>
              <a:t>    // Measure access time after flushing (should be slower)</a:t>
            </a:r>
          </a:p>
          <a:p>
            <a:r>
              <a:rPr lang="en-US" sz="1100" dirty="0">
                <a:highlight>
                  <a:srgbClr val="FF00FF"/>
                </a:highlight>
                <a:latin typeface="Consolas" panose="020B0609020204030204" pitchFamily="49" charset="0"/>
              </a:rPr>
              <a:t>    start = __</a:t>
            </a:r>
            <a:r>
              <a:rPr lang="en-US" sz="1100" dirty="0" err="1">
                <a:highlight>
                  <a:srgbClr val="FF00FF"/>
                </a:highlight>
                <a:latin typeface="Consolas" panose="020B0609020204030204" pitchFamily="49" charset="0"/>
              </a:rPr>
              <a:t>rdtsc</a:t>
            </a:r>
            <a:r>
              <a:rPr lang="en-US" sz="1100" dirty="0">
                <a:highlight>
                  <a:srgbClr val="FF00FF"/>
                </a:highlight>
                <a:latin typeface="Consolas" panose="020B0609020204030204" pitchFamily="49" charset="0"/>
              </a:rPr>
              <a:t>();</a:t>
            </a:r>
          </a:p>
          <a:p>
            <a:r>
              <a:rPr lang="en-US" sz="1100" dirty="0">
                <a:highlight>
                  <a:srgbClr val="FF00FF"/>
                </a:highlight>
                <a:latin typeface="Consolas" panose="020B0609020204030204" pitchFamily="49" charset="0"/>
              </a:rPr>
              <a:t>    temp = data[0]; // Access data again</a:t>
            </a:r>
          </a:p>
          <a:p>
            <a:r>
              <a:rPr lang="en-US" sz="1100" dirty="0">
                <a:highlight>
                  <a:srgbClr val="FF00FF"/>
                </a:highlight>
                <a:latin typeface="Consolas" panose="020B0609020204030204" pitchFamily="49" charset="0"/>
              </a:rPr>
              <a:t>    end = __</a:t>
            </a:r>
            <a:r>
              <a:rPr lang="en-US" sz="1100" dirty="0" err="1">
                <a:highlight>
                  <a:srgbClr val="FF00FF"/>
                </a:highlight>
                <a:latin typeface="Consolas" panose="020B0609020204030204" pitchFamily="49" charset="0"/>
              </a:rPr>
              <a:t>rdtsc</a:t>
            </a:r>
            <a:r>
              <a:rPr lang="en-US" sz="1100" dirty="0">
                <a:highlight>
                  <a:srgbClr val="FF00FF"/>
                </a:highlight>
                <a:latin typeface="Consolas" panose="020B0609020204030204" pitchFamily="49" charset="0"/>
              </a:rPr>
              <a:t>();</a:t>
            </a:r>
          </a:p>
          <a:p>
            <a:r>
              <a:rPr lang="en-US" sz="1100" dirty="0">
                <a:highlight>
                  <a:srgbClr val="FF00FF"/>
                </a:highlight>
                <a:latin typeface="Consolas" panose="020B0609020204030204" pitchFamily="49" charset="0"/>
              </a:rPr>
              <a:t>    </a:t>
            </a:r>
            <a:r>
              <a:rPr lang="en-US" sz="1100" dirty="0" err="1">
                <a:highlight>
                  <a:srgbClr val="FF00FF"/>
                </a:highlight>
                <a:latin typeface="Consolas" panose="020B0609020204030204" pitchFamily="49" charset="0"/>
              </a:rPr>
              <a:t>printf</a:t>
            </a:r>
            <a:r>
              <a:rPr lang="en-US" sz="1100" dirty="0">
                <a:highlight>
                  <a:srgbClr val="FF00FF"/>
                </a:highlight>
                <a:latin typeface="Consolas" panose="020B0609020204030204" pitchFamily="49" charset="0"/>
              </a:rPr>
              <a:t>("Access time after flushing: %</a:t>
            </a:r>
            <a:r>
              <a:rPr lang="en-US" sz="1100" dirty="0" err="1">
                <a:highlight>
                  <a:srgbClr val="FF00FF"/>
                </a:highlight>
                <a:latin typeface="Consolas" panose="020B0609020204030204" pitchFamily="49" charset="0"/>
              </a:rPr>
              <a:t>llu</a:t>
            </a:r>
            <a:r>
              <a:rPr lang="en-US" sz="1100" dirty="0">
                <a:highlight>
                  <a:srgbClr val="FF00FF"/>
                </a:highlight>
                <a:latin typeface="Consolas" panose="020B0609020204030204" pitchFamily="49" charset="0"/>
              </a:rPr>
              <a:t> cycles\n", end - start);</a:t>
            </a:r>
          </a:p>
          <a:p>
            <a:endParaRPr lang="en-US" sz="1100" dirty="0">
              <a:latin typeface="Consolas" panose="020B0609020204030204" pitchFamily="49" charset="0"/>
            </a:endParaRPr>
          </a:p>
          <a:p>
            <a:r>
              <a:rPr lang="en-US" sz="1100" dirty="0">
                <a:latin typeface="Consolas" panose="020B0609020204030204" pitchFamily="49" charset="0"/>
              </a:rPr>
              <a:t>    free(data);</a:t>
            </a:r>
          </a:p>
          <a:p>
            <a:r>
              <a:rPr lang="en-US" sz="1100" dirty="0">
                <a:latin typeface="Consolas" panose="020B0609020204030204" pitchFamily="49" charset="0"/>
              </a:rPr>
              <a:t>    return 0;</a:t>
            </a:r>
          </a:p>
          <a:p>
            <a:r>
              <a:rPr lang="en-US" sz="1100" dirty="0">
                <a:latin typeface="Consolas" panose="020B0609020204030204" pitchFamily="49" charset="0"/>
              </a:rPr>
              <a:t>}</a:t>
            </a:r>
          </a:p>
        </p:txBody>
      </p:sp>
      <p:sp>
        <p:nvSpPr>
          <p:cNvPr id="9" name="TextBox 8">
            <a:extLst>
              <a:ext uri="{FF2B5EF4-FFF2-40B4-BE49-F238E27FC236}">
                <a16:creationId xmlns:a16="http://schemas.microsoft.com/office/drawing/2014/main" id="{CD1EB904-FCC5-B209-FAEC-3DC43EFB2217}"/>
              </a:ext>
            </a:extLst>
          </p:cNvPr>
          <p:cNvSpPr txBox="1"/>
          <p:nvPr/>
        </p:nvSpPr>
        <p:spPr>
          <a:xfrm>
            <a:off x="6784322" y="645208"/>
            <a:ext cx="5162186" cy="923330"/>
          </a:xfrm>
          <a:prstGeom prst="rect">
            <a:avLst/>
          </a:prstGeom>
          <a:noFill/>
        </p:spPr>
        <p:txBody>
          <a:bodyPr wrap="square">
            <a:spAutoFit/>
          </a:bodyPr>
          <a:lstStyle/>
          <a:p>
            <a:r>
              <a:rPr lang="en-US" b="1" i="1" dirty="0">
                <a:latin typeface="Consolas" panose="020B0609020204030204" pitchFamily="49" charset="0"/>
              </a:rPr>
              <a:t>taskset –c 0 </a:t>
            </a:r>
            <a:r>
              <a:rPr lang="en-US" dirty="0"/>
              <a:t>Run the program on a Single Core</a:t>
            </a:r>
          </a:p>
          <a:p>
            <a:endParaRPr lang="en-US" dirty="0"/>
          </a:p>
          <a:p>
            <a:r>
              <a:rPr lang="en-US" b="1" i="1" dirty="0" err="1">
                <a:latin typeface="Consolas" panose="020B0609020204030204" pitchFamily="49" charset="0"/>
              </a:rPr>
              <a:t>gcc</a:t>
            </a:r>
            <a:r>
              <a:rPr lang="en-US" b="1" i="1" dirty="0">
                <a:latin typeface="Consolas" panose="020B0609020204030204" pitchFamily="49" charset="0"/>
              </a:rPr>
              <a:t> –o0 </a:t>
            </a:r>
            <a:r>
              <a:rPr lang="en-US" dirty="0"/>
              <a:t>disable the complier optimization </a:t>
            </a:r>
          </a:p>
        </p:txBody>
      </p:sp>
      <p:pic>
        <p:nvPicPr>
          <p:cNvPr id="11" name="Picture 10">
            <a:extLst>
              <a:ext uri="{FF2B5EF4-FFF2-40B4-BE49-F238E27FC236}">
                <a16:creationId xmlns:a16="http://schemas.microsoft.com/office/drawing/2014/main" id="{5E8A34DD-94F6-6290-2A5C-6DE828BAEC44}"/>
              </a:ext>
            </a:extLst>
          </p:cNvPr>
          <p:cNvPicPr>
            <a:picLocks noChangeAspect="1"/>
          </p:cNvPicPr>
          <p:nvPr/>
        </p:nvPicPr>
        <p:blipFill>
          <a:blip r:embed="rId2"/>
          <a:stretch>
            <a:fillRect/>
          </a:stretch>
        </p:blipFill>
        <p:spPr>
          <a:xfrm>
            <a:off x="6784322" y="1637675"/>
            <a:ext cx="5318872" cy="923329"/>
          </a:xfrm>
          <a:prstGeom prst="rect">
            <a:avLst/>
          </a:prstGeom>
        </p:spPr>
      </p:pic>
      <p:sp>
        <p:nvSpPr>
          <p:cNvPr id="13" name="TextBox 12">
            <a:extLst>
              <a:ext uri="{FF2B5EF4-FFF2-40B4-BE49-F238E27FC236}">
                <a16:creationId xmlns:a16="http://schemas.microsoft.com/office/drawing/2014/main" id="{27D42854-F9F6-9B23-91CB-8AB166B79E86}"/>
              </a:ext>
            </a:extLst>
          </p:cNvPr>
          <p:cNvSpPr txBox="1"/>
          <p:nvPr/>
        </p:nvSpPr>
        <p:spPr>
          <a:xfrm>
            <a:off x="6536095" y="2818729"/>
            <a:ext cx="4679301" cy="1323439"/>
          </a:xfrm>
          <a:prstGeom prst="rect">
            <a:avLst/>
          </a:prstGeom>
          <a:solidFill>
            <a:schemeClr val="bg1">
              <a:lumMod val="85000"/>
            </a:schemeClr>
          </a:solidFill>
          <a:ln>
            <a:solidFill>
              <a:schemeClr val="tx1">
                <a:lumMod val="95000"/>
                <a:lumOff val="5000"/>
              </a:schemeClr>
            </a:solidFill>
          </a:ln>
        </p:spPr>
        <p:txBody>
          <a:bodyPr wrap="square">
            <a:spAutoFit/>
          </a:bodyPr>
          <a:lstStyle/>
          <a:p>
            <a:r>
              <a:rPr lang="en-US" sz="1600" b="1" dirty="0"/>
              <a:t>Access Time Measurement: </a:t>
            </a:r>
            <a:r>
              <a:rPr lang="en-US" sz="1600" dirty="0"/>
              <a:t>Used the __</a:t>
            </a:r>
            <a:r>
              <a:rPr lang="en-US" sz="1600" dirty="0" err="1"/>
              <a:t>rdtsc</a:t>
            </a:r>
            <a:r>
              <a:rPr lang="en-US" sz="1600" dirty="0"/>
              <a:t>() intrinsic to measure the number of CPU cycles taken to access data[0].The first measurement (Access time before flushing) captures the time to access data[0] when it is likely in the cache.</a:t>
            </a:r>
          </a:p>
        </p:txBody>
      </p:sp>
      <p:sp>
        <p:nvSpPr>
          <p:cNvPr id="15" name="TextBox 14">
            <a:extLst>
              <a:ext uri="{FF2B5EF4-FFF2-40B4-BE49-F238E27FC236}">
                <a16:creationId xmlns:a16="http://schemas.microsoft.com/office/drawing/2014/main" id="{B72D28CD-1E6D-C912-84CF-A52325641504}"/>
              </a:ext>
            </a:extLst>
          </p:cNvPr>
          <p:cNvSpPr txBox="1"/>
          <p:nvPr/>
        </p:nvSpPr>
        <p:spPr>
          <a:xfrm>
            <a:off x="6536095" y="4273921"/>
            <a:ext cx="4679301" cy="830997"/>
          </a:xfrm>
          <a:prstGeom prst="rect">
            <a:avLst/>
          </a:prstGeom>
          <a:solidFill>
            <a:schemeClr val="bg1">
              <a:lumMod val="85000"/>
            </a:schemeClr>
          </a:solidFill>
          <a:ln>
            <a:solidFill>
              <a:schemeClr val="tx1">
                <a:lumMod val="95000"/>
                <a:lumOff val="5000"/>
              </a:schemeClr>
            </a:solidFill>
          </a:ln>
        </p:spPr>
        <p:txBody>
          <a:bodyPr wrap="square">
            <a:spAutoFit/>
          </a:bodyPr>
          <a:lstStyle/>
          <a:p>
            <a:r>
              <a:rPr lang="en-US" sz="1600" b="1" dirty="0"/>
              <a:t>Cache Flush: </a:t>
            </a:r>
            <a:r>
              <a:rPr lang="en-US" sz="1600" dirty="0"/>
              <a:t>_</a:t>
            </a:r>
            <a:r>
              <a:rPr lang="en-US" sz="1600" dirty="0" err="1"/>
              <a:t>mm_clflush</a:t>
            </a:r>
            <a:r>
              <a:rPr lang="en-US" sz="1600" dirty="0"/>
              <a:t>(&amp;data[0]) flushes the cache line containing data[0] from all levels of the cache hierarchy.</a:t>
            </a:r>
          </a:p>
        </p:txBody>
      </p:sp>
      <p:sp>
        <p:nvSpPr>
          <p:cNvPr id="16" name="TextBox 15">
            <a:extLst>
              <a:ext uri="{FF2B5EF4-FFF2-40B4-BE49-F238E27FC236}">
                <a16:creationId xmlns:a16="http://schemas.microsoft.com/office/drawing/2014/main" id="{C92831BB-5216-5436-2966-E5295DAD2938}"/>
              </a:ext>
            </a:extLst>
          </p:cNvPr>
          <p:cNvSpPr txBox="1"/>
          <p:nvPr/>
        </p:nvSpPr>
        <p:spPr>
          <a:xfrm>
            <a:off x="6623181" y="5392359"/>
            <a:ext cx="4679301" cy="1323439"/>
          </a:xfrm>
          <a:prstGeom prst="rect">
            <a:avLst/>
          </a:prstGeom>
          <a:solidFill>
            <a:schemeClr val="bg1">
              <a:lumMod val="85000"/>
            </a:schemeClr>
          </a:solidFill>
          <a:ln>
            <a:solidFill>
              <a:schemeClr val="tx1">
                <a:lumMod val="95000"/>
                <a:lumOff val="5000"/>
              </a:schemeClr>
            </a:solidFill>
          </a:ln>
        </p:spPr>
        <p:txBody>
          <a:bodyPr wrap="square">
            <a:spAutoFit/>
          </a:bodyPr>
          <a:lstStyle/>
          <a:p>
            <a:r>
              <a:rPr lang="en-US" sz="1600" b="1" dirty="0" err="1"/>
              <a:t>Reaccess</a:t>
            </a:r>
            <a:r>
              <a:rPr lang="en-US" sz="1600" b="1" dirty="0"/>
              <a:t> After Flush: </a:t>
            </a:r>
            <a:r>
              <a:rPr lang="en-US" sz="1600" dirty="0"/>
              <a:t>The second measurement (Access time after flushing) captures the time to access data[0] after it has been flushed. This access should take longer because the data must be fetched from main memory.</a:t>
            </a:r>
          </a:p>
        </p:txBody>
      </p:sp>
      <p:cxnSp>
        <p:nvCxnSpPr>
          <p:cNvPr id="18" name="Straight Arrow Connector 17">
            <a:extLst>
              <a:ext uri="{FF2B5EF4-FFF2-40B4-BE49-F238E27FC236}">
                <a16:creationId xmlns:a16="http://schemas.microsoft.com/office/drawing/2014/main" id="{A3575203-938D-427F-71DD-1125BCF8614B}"/>
              </a:ext>
            </a:extLst>
          </p:cNvPr>
          <p:cNvCxnSpPr>
            <a:stCxn id="13" idx="1"/>
          </p:cNvCxnSpPr>
          <p:nvPr/>
        </p:nvCxnSpPr>
        <p:spPr>
          <a:xfrm flipH="1">
            <a:off x="5253135" y="3480449"/>
            <a:ext cx="1282960" cy="2154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2C09601-8E78-E414-8FD4-480C565493A9}"/>
              </a:ext>
            </a:extLst>
          </p:cNvPr>
          <p:cNvCxnSpPr>
            <a:stCxn id="15" idx="1"/>
          </p:cNvCxnSpPr>
          <p:nvPr/>
        </p:nvCxnSpPr>
        <p:spPr>
          <a:xfrm flipH="1" flipV="1">
            <a:off x="3769567" y="4689419"/>
            <a:ext cx="276652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3D2060-C331-3688-B2A1-2901EC599A17}"/>
              </a:ext>
            </a:extLst>
          </p:cNvPr>
          <p:cNvCxnSpPr>
            <a:stCxn id="16" idx="1"/>
          </p:cNvCxnSpPr>
          <p:nvPr/>
        </p:nvCxnSpPr>
        <p:spPr>
          <a:xfrm flipH="1" flipV="1">
            <a:off x="5101995" y="5952931"/>
            <a:ext cx="1521186" cy="101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156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ACA39-EE74-704F-587A-2ABEABFFBC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B45501-0968-5DE3-4EE6-E3A564EC3684}"/>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93ADC1CA-59AD-2282-F3DD-1B9615D5799C}"/>
              </a:ext>
            </a:extLst>
          </p:cNvPr>
          <p:cNvSpPr txBox="1"/>
          <p:nvPr/>
        </p:nvSpPr>
        <p:spPr>
          <a:xfrm>
            <a:off x="143933" y="913698"/>
            <a:ext cx="11209867" cy="2339102"/>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Evict: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800" b="1" dirty="0"/>
          </a:p>
          <a:p>
            <a:pPr marR="0" lvl="0" algn="ctr" defTabSz="914400" rtl="0" eaLnBrk="0" fontAlgn="base" latinLnBrk="0" hangingPunct="0">
              <a:lnSpc>
                <a:spcPct val="100000"/>
              </a:lnSpc>
              <a:spcBef>
                <a:spcPct val="0"/>
              </a:spcBef>
              <a:spcAft>
                <a:spcPct val="0"/>
              </a:spcAft>
              <a:buClrTx/>
              <a:buSzTx/>
              <a:tabLst/>
            </a:pPr>
            <a:r>
              <a:rPr lang="en-US" altLang="en-US" sz="2400" b="1" dirty="0"/>
              <a:t> The process of forcing specific data or cache lines to be removed (evicted) from the CPU cache, ensuring that subsequent accesses to that data will result in a cache miss.</a:t>
            </a:r>
          </a:p>
          <a:p>
            <a:endParaRPr lang="en-US" dirty="0"/>
          </a:p>
        </p:txBody>
      </p:sp>
      <p:sp>
        <p:nvSpPr>
          <p:cNvPr id="3" name="TextBox 2">
            <a:extLst>
              <a:ext uri="{FF2B5EF4-FFF2-40B4-BE49-F238E27FC236}">
                <a16:creationId xmlns:a16="http://schemas.microsoft.com/office/drawing/2014/main" id="{E688CCAC-82F0-B4FD-9387-608A77D79A53}"/>
              </a:ext>
            </a:extLst>
          </p:cNvPr>
          <p:cNvSpPr txBox="1"/>
          <p:nvPr/>
        </p:nvSpPr>
        <p:spPr>
          <a:xfrm>
            <a:off x="360341" y="3498402"/>
            <a:ext cx="11209867" cy="2991653"/>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Why Eviction?</a:t>
            </a:r>
          </a:p>
          <a:p>
            <a:pPr marR="0" lvl="0" algn="l" defTabSz="914400" rtl="0" eaLnBrk="0" fontAlgn="base" latinLnBrk="0" hangingPunct="0">
              <a:lnSpc>
                <a:spcPct val="100000"/>
              </a:lnSpc>
              <a:spcBef>
                <a:spcPct val="0"/>
              </a:spcBef>
              <a:spcAft>
                <a:spcPct val="0"/>
              </a:spcAft>
              <a:buClrTx/>
              <a:buSzTx/>
              <a:tabLst/>
            </a:pPr>
            <a:endParaRPr lang="en-US" altLang="en-US" sz="2800" b="1" dirty="0"/>
          </a:p>
          <a:p>
            <a:pPr marL="742950" lvl="1" indent="-285750" eaLnBrk="0" fontAlgn="base" hangingPunct="0">
              <a:lnSpc>
                <a:spcPct val="150000"/>
              </a:lnSpc>
              <a:spcBef>
                <a:spcPct val="0"/>
              </a:spcBef>
              <a:spcAft>
                <a:spcPct val="0"/>
              </a:spcAft>
              <a:buFont typeface="Wingdings" panose="05000000000000000000" pitchFamily="2" charset="2"/>
              <a:buChar char="ü"/>
            </a:pPr>
            <a:r>
              <a:rPr lang="en-US" b="1" dirty="0"/>
              <a:t>Creates Controlled Cache State: </a:t>
            </a:r>
            <a:r>
              <a:rPr lang="en-US" dirty="0"/>
              <a:t>Ensures a predictable starting state by clearing specific cache lines.</a:t>
            </a:r>
          </a:p>
          <a:p>
            <a:pPr marL="742950" lvl="1" indent="-285750" eaLnBrk="0" fontAlgn="base" hangingPunct="0">
              <a:lnSpc>
                <a:spcPct val="150000"/>
              </a:lnSpc>
              <a:spcBef>
                <a:spcPct val="0"/>
              </a:spcBef>
              <a:spcAft>
                <a:spcPct val="0"/>
              </a:spcAft>
              <a:buFont typeface="Wingdings" panose="05000000000000000000" pitchFamily="2" charset="2"/>
              <a:buChar char="ü"/>
            </a:pPr>
            <a:r>
              <a:rPr lang="en-US" b="1" dirty="0"/>
              <a:t>Monitors Victim's Access Patterns: </a:t>
            </a:r>
            <a:r>
              <a:rPr lang="en-US" dirty="0"/>
              <a:t>Detects whether a victim has accessed a specific memory location.</a:t>
            </a:r>
          </a:p>
          <a:p>
            <a:pPr marL="742950" lvl="1" indent="-285750" eaLnBrk="0" fontAlgn="base" hangingPunct="0">
              <a:lnSpc>
                <a:spcPct val="150000"/>
              </a:lnSpc>
              <a:spcBef>
                <a:spcPct val="0"/>
              </a:spcBef>
              <a:spcAft>
                <a:spcPct val="0"/>
              </a:spcAft>
              <a:buFont typeface="Wingdings" panose="05000000000000000000" pitchFamily="2" charset="2"/>
              <a:buChar char="ü"/>
            </a:pPr>
            <a:r>
              <a:rPr lang="en-US" b="1" dirty="0"/>
              <a:t>Exploits Shared Resources: </a:t>
            </a:r>
            <a:r>
              <a:rPr lang="en-US" dirty="0"/>
              <a:t>Interferes with a victim's cache usage in shared environments.</a:t>
            </a:r>
          </a:p>
          <a:p>
            <a:pPr marL="742950" lvl="1" indent="-285750" eaLnBrk="0" fontAlgn="base" hangingPunct="0">
              <a:lnSpc>
                <a:spcPct val="150000"/>
              </a:lnSpc>
              <a:spcBef>
                <a:spcPct val="0"/>
              </a:spcBef>
              <a:spcAft>
                <a:spcPct val="0"/>
              </a:spcAft>
              <a:buFont typeface="Wingdings" panose="05000000000000000000" pitchFamily="2" charset="2"/>
              <a:buChar char="ü"/>
            </a:pPr>
            <a:r>
              <a:rPr lang="en-US" b="1" dirty="0"/>
              <a:t>Measures Cache Behavior: </a:t>
            </a:r>
            <a:r>
              <a:rPr lang="en-US" dirty="0"/>
              <a:t>Distinguishes cache hits and misses by observing timing differences.</a:t>
            </a:r>
          </a:p>
          <a:p>
            <a:pPr marL="742950" lvl="1" indent="-285750" eaLnBrk="0" fontAlgn="base" hangingPunct="0">
              <a:lnSpc>
                <a:spcPct val="150000"/>
              </a:lnSpc>
              <a:spcBef>
                <a:spcPct val="0"/>
              </a:spcBef>
              <a:spcAft>
                <a:spcPct val="0"/>
              </a:spcAft>
              <a:buFont typeface="Wingdings" panose="05000000000000000000" pitchFamily="2" charset="2"/>
              <a:buChar char="ü"/>
            </a:pPr>
            <a:r>
              <a:rPr lang="en-US" b="1" dirty="0"/>
              <a:t>Bypasses Prefetching: </a:t>
            </a:r>
            <a:r>
              <a:rPr lang="en-US" dirty="0"/>
              <a:t>Forces data out of the cache, overcoming CPU optimizations like prefetching.</a:t>
            </a:r>
          </a:p>
        </p:txBody>
      </p:sp>
    </p:spTree>
    <p:extLst>
      <p:ext uri="{BB962C8B-B14F-4D97-AF65-F5344CB8AC3E}">
        <p14:creationId xmlns:p14="http://schemas.microsoft.com/office/powerpoint/2010/main" val="313543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27E93-3B0A-F19F-833F-11A47BF93B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2180EF-89A5-B320-B672-3D60ACCEB24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8CC0CECE-88F2-67D6-70FF-1A7C708D9C38}"/>
              </a:ext>
            </a:extLst>
          </p:cNvPr>
          <p:cNvSpPr txBox="1"/>
          <p:nvPr/>
        </p:nvSpPr>
        <p:spPr>
          <a:xfrm>
            <a:off x="143933" y="913698"/>
            <a:ext cx="11209867" cy="1815882"/>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Prime:</a:t>
            </a:r>
          </a:p>
          <a:p>
            <a:pPr marR="0" lvl="0" algn="ctr" defTabSz="914400" rtl="0" eaLnBrk="0" fontAlgn="base" latinLnBrk="0" hangingPunct="0">
              <a:lnSpc>
                <a:spcPct val="100000"/>
              </a:lnSpc>
              <a:spcBef>
                <a:spcPct val="0"/>
              </a:spcBef>
              <a:spcAft>
                <a:spcPct val="0"/>
              </a:spcAft>
              <a:buClrTx/>
              <a:buSzTx/>
              <a:tabLst/>
            </a:pPr>
            <a:endParaRPr lang="en-US" altLang="en-US" sz="2800" b="1" dirty="0"/>
          </a:p>
          <a:p>
            <a:pPr algn="ctr"/>
            <a:r>
              <a:rPr lang="en-US" sz="2800" b="1" dirty="0"/>
              <a:t>      The process of </a:t>
            </a:r>
            <a:r>
              <a:rPr lang="en-US" sz="2000" b="1" dirty="0"/>
              <a:t>filling</a:t>
            </a:r>
            <a:r>
              <a:rPr lang="en-US" sz="2800" b="1" dirty="0"/>
              <a:t> specific cache sets with the </a:t>
            </a:r>
            <a:r>
              <a:rPr lang="en-US" sz="2800" b="1" dirty="0">
                <a:solidFill>
                  <a:srgbClr val="FF0000"/>
                </a:solidFill>
              </a:rPr>
              <a:t>attacker’s</a:t>
            </a:r>
            <a:r>
              <a:rPr lang="en-US" sz="2800" b="1" dirty="0"/>
              <a:t> own data. </a:t>
            </a:r>
          </a:p>
        </p:txBody>
      </p:sp>
      <p:sp>
        <p:nvSpPr>
          <p:cNvPr id="3" name="TextBox 2">
            <a:extLst>
              <a:ext uri="{FF2B5EF4-FFF2-40B4-BE49-F238E27FC236}">
                <a16:creationId xmlns:a16="http://schemas.microsoft.com/office/drawing/2014/main" id="{F85548BF-7092-8F08-EFAB-AD2439EA84C1}"/>
              </a:ext>
            </a:extLst>
          </p:cNvPr>
          <p:cNvSpPr txBox="1"/>
          <p:nvPr/>
        </p:nvSpPr>
        <p:spPr>
          <a:xfrm>
            <a:off x="384048" y="2874556"/>
            <a:ext cx="11283696" cy="646331"/>
          </a:xfrm>
          <a:prstGeom prst="rect">
            <a:avLst/>
          </a:prstGeom>
          <a:noFill/>
        </p:spPr>
        <p:txBody>
          <a:bodyPr wrap="square">
            <a:spAutoFit/>
          </a:bodyPr>
          <a:lstStyle/>
          <a:p>
            <a:r>
              <a:rPr lang="en-US" dirty="0"/>
              <a:t>Prime is done to establish a known </a:t>
            </a:r>
            <a:r>
              <a:rPr lang="en-US" b="1" dirty="0"/>
              <a:t>initial state </a:t>
            </a:r>
            <a:r>
              <a:rPr lang="en-US" dirty="0"/>
              <a:t>in the cache, which can later be analyzed to detect whether the victim has accessed the same cache sets and evicted the attacker's data.</a:t>
            </a:r>
          </a:p>
        </p:txBody>
      </p:sp>
      <p:sp>
        <p:nvSpPr>
          <p:cNvPr id="7" name="TextBox 6">
            <a:extLst>
              <a:ext uri="{FF2B5EF4-FFF2-40B4-BE49-F238E27FC236}">
                <a16:creationId xmlns:a16="http://schemas.microsoft.com/office/drawing/2014/main" id="{C0D93322-DFA6-BDFD-6E10-E0F8B7AA5C29}"/>
              </a:ext>
            </a:extLst>
          </p:cNvPr>
          <p:cNvSpPr txBox="1"/>
          <p:nvPr/>
        </p:nvSpPr>
        <p:spPr>
          <a:xfrm>
            <a:off x="265176" y="4189976"/>
            <a:ext cx="12079224" cy="2123658"/>
          </a:xfrm>
          <a:prstGeom prst="rect">
            <a:avLst/>
          </a:prstGeom>
          <a:noFill/>
        </p:spPr>
        <p:txBody>
          <a:bodyPr wrap="square">
            <a:spAutoFit/>
          </a:bodyPr>
          <a:lstStyle/>
          <a:p>
            <a:r>
              <a:rPr lang="en-US" sz="2400" b="1" dirty="0"/>
              <a:t>Why Priming?</a:t>
            </a:r>
          </a:p>
          <a:p>
            <a:endParaRPr lang="en-US" dirty="0"/>
          </a:p>
          <a:p>
            <a:pPr marL="285750" indent="-285750">
              <a:buFont typeface="Wingdings" panose="05000000000000000000" pitchFamily="2" charset="2"/>
              <a:buChar char="ü"/>
            </a:pPr>
            <a:r>
              <a:rPr lang="en-US" b="1" dirty="0"/>
              <a:t>Monitor Victim Activity: </a:t>
            </a:r>
            <a:r>
              <a:rPr lang="en-US" dirty="0"/>
              <a:t>If the victim accesses data that maps to the same cache set, it will evict the attacker’s data, leaving a detectable signature.</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b="1" dirty="0"/>
              <a:t>Measure Cache Interference: </a:t>
            </a:r>
            <a:r>
              <a:rPr lang="en-US" dirty="0"/>
              <a:t>The attacker probes the cache after priming to measure how much of their data has been evicted, revealing the victim’s behavior.</a:t>
            </a:r>
          </a:p>
        </p:txBody>
      </p:sp>
    </p:spTree>
    <p:extLst>
      <p:ext uri="{BB962C8B-B14F-4D97-AF65-F5344CB8AC3E}">
        <p14:creationId xmlns:p14="http://schemas.microsoft.com/office/powerpoint/2010/main" val="276954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5F2C-F9EB-85B9-6CB2-46DA3F290A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84AE8F-7BC4-2A35-FC56-0FA8076C9248}"/>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Common Terms of Caches</a:t>
            </a:r>
            <a:endParaRPr lang="en-US" sz="2800" dirty="0"/>
          </a:p>
        </p:txBody>
      </p:sp>
      <p:sp>
        <p:nvSpPr>
          <p:cNvPr id="5" name="TextBox 4">
            <a:extLst>
              <a:ext uri="{FF2B5EF4-FFF2-40B4-BE49-F238E27FC236}">
                <a16:creationId xmlns:a16="http://schemas.microsoft.com/office/drawing/2014/main" id="{55C885CA-964B-B8E5-2BBA-E941C519FD84}"/>
              </a:ext>
            </a:extLst>
          </p:cNvPr>
          <p:cNvSpPr txBox="1"/>
          <p:nvPr/>
        </p:nvSpPr>
        <p:spPr>
          <a:xfrm>
            <a:off x="143933" y="913698"/>
            <a:ext cx="11209867" cy="1815882"/>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rPr>
              <a:t>Probe:</a:t>
            </a:r>
          </a:p>
          <a:p>
            <a:pPr marR="0" lvl="0" algn="ctr" defTabSz="914400" rtl="0" eaLnBrk="0" fontAlgn="base" latinLnBrk="0" hangingPunct="0">
              <a:lnSpc>
                <a:spcPct val="100000"/>
              </a:lnSpc>
              <a:spcBef>
                <a:spcPct val="0"/>
              </a:spcBef>
              <a:spcAft>
                <a:spcPct val="0"/>
              </a:spcAft>
              <a:buClrTx/>
              <a:buSzTx/>
              <a:tabLst/>
            </a:pPr>
            <a:endParaRPr lang="en-US" altLang="en-US" sz="2800" b="1" dirty="0"/>
          </a:p>
          <a:p>
            <a:pPr algn="ctr"/>
            <a:r>
              <a:rPr lang="en-US" sz="2800" b="1" dirty="0"/>
              <a:t>      The process of re-accessing the data previously used in the cache to measure the access time. </a:t>
            </a:r>
          </a:p>
        </p:txBody>
      </p:sp>
      <p:sp>
        <p:nvSpPr>
          <p:cNvPr id="3" name="TextBox 2">
            <a:extLst>
              <a:ext uri="{FF2B5EF4-FFF2-40B4-BE49-F238E27FC236}">
                <a16:creationId xmlns:a16="http://schemas.microsoft.com/office/drawing/2014/main" id="{81CDF20F-BFB5-89E3-6E4E-991528F6118D}"/>
              </a:ext>
            </a:extLst>
          </p:cNvPr>
          <p:cNvSpPr txBox="1"/>
          <p:nvPr/>
        </p:nvSpPr>
        <p:spPr>
          <a:xfrm>
            <a:off x="384048" y="2874556"/>
            <a:ext cx="11283696" cy="646331"/>
          </a:xfrm>
          <a:prstGeom prst="rect">
            <a:avLst/>
          </a:prstGeom>
          <a:noFill/>
        </p:spPr>
        <p:txBody>
          <a:bodyPr wrap="square">
            <a:spAutoFit/>
          </a:bodyPr>
          <a:lstStyle/>
          <a:p>
            <a:r>
              <a:rPr lang="en-US" dirty="0"/>
              <a:t>The purpose of probing is to determine whether the attacker’s data has been evicted from the cache, which indicates that the victim may have accessed memory that maps to the same cache set.</a:t>
            </a:r>
          </a:p>
        </p:txBody>
      </p:sp>
      <p:sp>
        <p:nvSpPr>
          <p:cNvPr id="7" name="TextBox 6">
            <a:extLst>
              <a:ext uri="{FF2B5EF4-FFF2-40B4-BE49-F238E27FC236}">
                <a16:creationId xmlns:a16="http://schemas.microsoft.com/office/drawing/2014/main" id="{4610FE48-AA30-52E3-E819-7830C81A7675}"/>
              </a:ext>
            </a:extLst>
          </p:cNvPr>
          <p:cNvSpPr txBox="1"/>
          <p:nvPr/>
        </p:nvSpPr>
        <p:spPr>
          <a:xfrm>
            <a:off x="265176" y="4189976"/>
            <a:ext cx="11722608" cy="2123658"/>
          </a:xfrm>
          <a:prstGeom prst="rect">
            <a:avLst/>
          </a:prstGeom>
          <a:noFill/>
        </p:spPr>
        <p:txBody>
          <a:bodyPr wrap="square">
            <a:spAutoFit/>
          </a:bodyPr>
          <a:lstStyle/>
          <a:p>
            <a:r>
              <a:rPr lang="en-US" sz="2400" b="1" dirty="0"/>
              <a:t>Why Priming?</a:t>
            </a:r>
          </a:p>
          <a:p>
            <a:endParaRPr lang="en-US" dirty="0"/>
          </a:p>
          <a:p>
            <a:pPr marL="742950" lvl="1" indent="-285750">
              <a:buFont typeface="Wingdings" panose="05000000000000000000" pitchFamily="2" charset="2"/>
              <a:buChar char="ü"/>
            </a:pPr>
            <a:r>
              <a:rPr lang="en-US" b="1" dirty="0"/>
              <a:t>Detect Cache Evictions: </a:t>
            </a:r>
            <a:r>
              <a:rPr lang="en-US" dirty="0"/>
              <a:t>By measuring access times, the attacker can determine if the victim has accessed memory that overlaps with the attacker's targeted cache set.</a:t>
            </a:r>
          </a:p>
          <a:p>
            <a:pPr marL="742950" lvl="1" indent="-285750">
              <a:buFont typeface="Wingdings" panose="05000000000000000000" pitchFamily="2" charset="2"/>
              <a:buChar char="ü"/>
            </a:pPr>
            <a:endParaRPr lang="en-US" b="1" dirty="0"/>
          </a:p>
          <a:p>
            <a:pPr marL="742950" lvl="1" indent="-285750">
              <a:buFont typeface="Wingdings" panose="05000000000000000000" pitchFamily="2" charset="2"/>
              <a:buChar char="ü"/>
            </a:pPr>
            <a:r>
              <a:rPr lang="en-US" b="1" dirty="0"/>
              <a:t>Infer Victim Behavior: </a:t>
            </a:r>
            <a:r>
              <a:rPr lang="en-US" dirty="0"/>
              <a:t>Patterns in cache evictions reveal information about the victim’s memory access patterns, which can be used to extract sensitive data (e.g., cryptographic keys). </a:t>
            </a:r>
          </a:p>
        </p:txBody>
      </p:sp>
    </p:spTree>
    <p:extLst>
      <p:ext uri="{BB962C8B-B14F-4D97-AF65-F5344CB8AC3E}">
        <p14:creationId xmlns:p14="http://schemas.microsoft.com/office/powerpoint/2010/main" val="285504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BA2F-D047-72FB-62AD-C3E6BE308A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7E7505-C379-9BC2-2534-E48B20959CA6}"/>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Curious! </a:t>
            </a:r>
            <a:endParaRPr lang="en-US" sz="2800" dirty="0"/>
          </a:p>
        </p:txBody>
      </p:sp>
      <p:sp>
        <p:nvSpPr>
          <p:cNvPr id="5" name="TextBox 4">
            <a:extLst>
              <a:ext uri="{FF2B5EF4-FFF2-40B4-BE49-F238E27FC236}">
                <a16:creationId xmlns:a16="http://schemas.microsoft.com/office/drawing/2014/main" id="{2D2EDD18-7579-EA08-C635-3600CC6C2AEB}"/>
              </a:ext>
            </a:extLst>
          </p:cNvPr>
          <p:cNvSpPr txBox="1"/>
          <p:nvPr/>
        </p:nvSpPr>
        <p:spPr>
          <a:xfrm>
            <a:off x="143933" y="1060002"/>
            <a:ext cx="11209867" cy="800219"/>
          </a:xfrm>
          <a:prstGeom prst="rect">
            <a:avLst/>
          </a:prstGeom>
          <a:noFill/>
        </p:spPr>
        <p:txBody>
          <a:bodyPr wrap="square" rtlCol="0">
            <a:spAutoFit/>
          </a:bodyPr>
          <a:lstStyle/>
          <a:p>
            <a:pPr marR="0" lvl="0" algn="ctr" defTabSz="914400" rtl="0" eaLnBrk="0" fontAlgn="base" latinLnBrk="0" hangingPunct="0">
              <a:lnSpc>
                <a:spcPct val="100000"/>
              </a:lnSpc>
              <a:spcBef>
                <a:spcPct val="0"/>
              </a:spcBef>
              <a:spcAft>
                <a:spcPct val="0"/>
              </a:spcAft>
              <a:buClrTx/>
              <a:buSzTx/>
              <a:tabLst/>
            </a:pPr>
            <a:r>
              <a:rPr lang="en-US" altLang="en-US" sz="2800" b="1" dirty="0"/>
              <a:t>Have we seen Probing before in this lecture? </a:t>
            </a:r>
          </a:p>
          <a:p>
            <a:endParaRPr lang="en-US" dirty="0"/>
          </a:p>
        </p:txBody>
      </p:sp>
      <p:pic>
        <p:nvPicPr>
          <p:cNvPr id="6" name="Picture 5">
            <a:extLst>
              <a:ext uri="{FF2B5EF4-FFF2-40B4-BE49-F238E27FC236}">
                <a16:creationId xmlns:a16="http://schemas.microsoft.com/office/drawing/2014/main" id="{5EF6437F-96CE-98C9-954E-4A7C85A84800}"/>
              </a:ext>
            </a:extLst>
          </p:cNvPr>
          <p:cNvPicPr>
            <a:picLocks noChangeAspect="1"/>
          </p:cNvPicPr>
          <p:nvPr/>
        </p:nvPicPr>
        <p:blipFill>
          <a:blip r:embed="rId2"/>
          <a:srcRect b="3744"/>
          <a:stretch/>
        </p:blipFill>
        <p:spPr>
          <a:xfrm>
            <a:off x="3942921" y="2097973"/>
            <a:ext cx="4306157" cy="2296293"/>
          </a:xfrm>
          <a:prstGeom prst="rect">
            <a:avLst/>
          </a:prstGeom>
        </p:spPr>
      </p:pic>
      <p:sp>
        <p:nvSpPr>
          <p:cNvPr id="8" name="TextBox 7">
            <a:extLst>
              <a:ext uri="{FF2B5EF4-FFF2-40B4-BE49-F238E27FC236}">
                <a16:creationId xmlns:a16="http://schemas.microsoft.com/office/drawing/2014/main" id="{71FB45FF-AD23-B75C-C584-513283090EBA}"/>
              </a:ext>
            </a:extLst>
          </p:cNvPr>
          <p:cNvSpPr txBox="1"/>
          <p:nvPr/>
        </p:nvSpPr>
        <p:spPr>
          <a:xfrm>
            <a:off x="1664208" y="5272100"/>
            <a:ext cx="9427464" cy="707886"/>
          </a:xfrm>
          <a:prstGeom prst="rect">
            <a:avLst/>
          </a:prstGeom>
          <a:noFill/>
        </p:spPr>
        <p:txBody>
          <a:bodyPr wrap="square">
            <a:spAutoFit/>
          </a:bodyPr>
          <a:lstStyle/>
          <a:p>
            <a:r>
              <a:rPr lang="en-US" sz="2000" dirty="0"/>
              <a:t>Probing in a cache side-channel attack is directly related to cache hit or miss timing calculation, but it has a specific purpose within the context of the attack.</a:t>
            </a:r>
          </a:p>
        </p:txBody>
      </p:sp>
    </p:spTree>
    <p:extLst>
      <p:ext uri="{BB962C8B-B14F-4D97-AF65-F5344CB8AC3E}">
        <p14:creationId xmlns:p14="http://schemas.microsoft.com/office/powerpoint/2010/main" val="804479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0B0E2-3230-54EB-944F-0562FED281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AFC249-6888-3BA6-2F79-B44133796400}"/>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Cache Side-Channel Attacks</a:t>
            </a:r>
            <a:endParaRPr lang="en-US" sz="2800" dirty="0"/>
          </a:p>
        </p:txBody>
      </p:sp>
      <p:sp>
        <p:nvSpPr>
          <p:cNvPr id="3" name="TextBox 2">
            <a:extLst>
              <a:ext uri="{FF2B5EF4-FFF2-40B4-BE49-F238E27FC236}">
                <a16:creationId xmlns:a16="http://schemas.microsoft.com/office/drawing/2014/main" id="{E9EF10E0-FAE9-4697-6C30-BEFF6776603D}"/>
              </a:ext>
            </a:extLst>
          </p:cNvPr>
          <p:cNvSpPr txBox="1"/>
          <p:nvPr/>
        </p:nvSpPr>
        <p:spPr>
          <a:xfrm>
            <a:off x="2926080" y="1496491"/>
            <a:ext cx="6163056" cy="4453335"/>
          </a:xfrm>
          <a:prstGeom prst="rect">
            <a:avLst/>
          </a:prstGeom>
          <a:noFill/>
        </p:spPr>
        <p:txBody>
          <a:bodyPr wrap="square">
            <a:spAutoFit/>
          </a:bodyPr>
          <a:lstStyle/>
          <a:p>
            <a:pPr algn="ctr">
              <a:lnSpc>
                <a:spcPct val="150000"/>
              </a:lnSpc>
            </a:pPr>
            <a:r>
              <a:rPr lang="en-US" sz="3200" b="1" dirty="0" err="1">
                <a:solidFill>
                  <a:srgbClr val="FF0000"/>
                </a:solidFill>
              </a:rPr>
              <a:t>Flush+Reload</a:t>
            </a:r>
            <a:endParaRPr lang="en-US" sz="3200" b="1" dirty="0">
              <a:solidFill>
                <a:srgbClr val="FF0000"/>
              </a:solidFill>
            </a:endParaRPr>
          </a:p>
          <a:p>
            <a:pPr algn="ctr">
              <a:lnSpc>
                <a:spcPct val="150000"/>
              </a:lnSpc>
            </a:pPr>
            <a:endParaRPr lang="en-US" sz="3200" b="1" dirty="0"/>
          </a:p>
          <a:p>
            <a:pPr algn="ctr">
              <a:lnSpc>
                <a:spcPct val="150000"/>
              </a:lnSpc>
            </a:pPr>
            <a:r>
              <a:rPr lang="en-US" sz="3200" b="1" dirty="0" err="1"/>
              <a:t>Evict+Reload</a:t>
            </a:r>
            <a:endParaRPr lang="en-US" sz="3200" b="1" dirty="0"/>
          </a:p>
          <a:p>
            <a:pPr algn="ctr">
              <a:lnSpc>
                <a:spcPct val="150000"/>
              </a:lnSpc>
            </a:pPr>
            <a:r>
              <a:rPr lang="en-US" sz="3200" b="1" dirty="0" err="1"/>
              <a:t>Prime+Probe</a:t>
            </a:r>
            <a:endParaRPr lang="en-US" sz="3200" b="1" dirty="0"/>
          </a:p>
          <a:p>
            <a:pPr algn="ctr">
              <a:lnSpc>
                <a:spcPct val="150000"/>
              </a:lnSpc>
            </a:pPr>
            <a:r>
              <a:rPr lang="en-US" sz="3200" b="1" dirty="0" err="1"/>
              <a:t>Prime+Abort</a:t>
            </a:r>
            <a:endParaRPr lang="en-US" sz="3200" b="1" dirty="0"/>
          </a:p>
          <a:p>
            <a:pPr algn="ctr">
              <a:lnSpc>
                <a:spcPct val="150000"/>
              </a:lnSpc>
            </a:pPr>
            <a:r>
              <a:rPr lang="en-US" sz="3200" b="1" dirty="0" err="1"/>
              <a:t>Flush+Flush</a:t>
            </a:r>
            <a:endParaRPr lang="en-US" sz="3200" b="1" dirty="0"/>
          </a:p>
        </p:txBody>
      </p:sp>
    </p:spTree>
    <p:extLst>
      <p:ext uri="{BB962C8B-B14F-4D97-AF65-F5344CB8AC3E}">
        <p14:creationId xmlns:p14="http://schemas.microsoft.com/office/powerpoint/2010/main" val="2193085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D45E0B-A5A3-FFB2-F974-751A7F43E6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1EB12B-730E-ADC1-DF3F-A4EBABF92EE1}"/>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Intel Skylake</a:t>
            </a:r>
            <a:endParaRPr lang="en-US" sz="2800" dirty="0"/>
          </a:p>
        </p:txBody>
      </p:sp>
      <p:graphicFrame>
        <p:nvGraphicFramePr>
          <p:cNvPr id="2" name="Table 1">
            <a:extLst>
              <a:ext uri="{FF2B5EF4-FFF2-40B4-BE49-F238E27FC236}">
                <a16:creationId xmlns:a16="http://schemas.microsoft.com/office/drawing/2014/main" id="{EC06C7B6-19FE-F217-F273-52439A653DBB}"/>
              </a:ext>
            </a:extLst>
          </p:cNvPr>
          <p:cNvGraphicFramePr>
            <a:graphicFrameLocks noGrp="1"/>
          </p:cNvGraphicFramePr>
          <p:nvPr>
            <p:extLst>
              <p:ext uri="{D42A27DB-BD31-4B8C-83A1-F6EECF244321}">
                <p14:modId xmlns:p14="http://schemas.microsoft.com/office/powerpoint/2010/main" val="365536634"/>
              </p:ext>
            </p:extLst>
          </p:nvPr>
        </p:nvGraphicFramePr>
        <p:xfrm>
          <a:off x="592668" y="1142659"/>
          <a:ext cx="4834464" cy="640080"/>
        </p:xfrm>
        <a:graphic>
          <a:graphicData uri="http://schemas.openxmlformats.org/drawingml/2006/table">
            <a:tbl>
              <a:tblPr firstRow="1" bandRow="1">
                <a:tableStyleId>{5940675A-B579-460E-94D1-54222C63F5DA}</a:tableStyleId>
              </a:tblPr>
              <a:tblGrid>
                <a:gridCol w="1611488">
                  <a:extLst>
                    <a:ext uri="{9D8B030D-6E8A-4147-A177-3AD203B41FA5}">
                      <a16:colId xmlns:a16="http://schemas.microsoft.com/office/drawing/2014/main" val="2264920877"/>
                    </a:ext>
                  </a:extLst>
                </a:gridCol>
                <a:gridCol w="1611488">
                  <a:extLst>
                    <a:ext uri="{9D8B030D-6E8A-4147-A177-3AD203B41FA5}">
                      <a16:colId xmlns:a16="http://schemas.microsoft.com/office/drawing/2014/main" val="3470998958"/>
                    </a:ext>
                  </a:extLst>
                </a:gridCol>
                <a:gridCol w="1611488">
                  <a:extLst>
                    <a:ext uri="{9D8B030D-6E8A-4147-A177-3AD203B41FA5}">
                      <a16:colId xmlns:a16="http://schemas.microsoft.com/office/drawing/2014/main" val="234930017"/>
                    </a:ext>
                  </a:extLst>
                </a:gridCol>
              </a:tblGrid>
              <a:tr h="576072">
                <a:tc>
                  <a:txBody>
                    <a:bodyPr/>
                    <a:lstStyle/>
                    <a:p>
                      <a:pPr algn="ctr"/>
                      <a:r>
                        <a:rPr lang="en-US" dirty="0"/>
                        <a:t>Reset</a:t>
                      </a:r>
                    </a:p>
                    <a:p>
                      <a:pPr algn="ctr"/>
                      <a:r>
                        <a:rPr lang="en-US" dirty="0"/>
                        <a:t>36 bits</a:t>
                      </a:r>
                    </a:p>
                  </a:txBody>
                  <a:tcPr anchor="ctr">
                    <a:solidFill>
                      <a:schemeClr val="accent1">
                        <a:lumMod val="20000"/>
                        <a:lumOff val="80000"/>
                      </a:schemeClr>
                    </a:solidFill>
                  </a:tcPr>
                </a:tc>
                <a:tc>
                  <a:txBody>
                    <a:bodyPr/>
                    <a:lstStyle/>
                    <a:p>
                      <a:pPr algn="ctr"/>
                      <a:r>
                        <a:rPr lang="en-US" dirty="0"/>
                        <a:t>L1 index</a:t>
                      </a:r>
                    </a:p>
                    <a:p>
                      <a:pPr algn="ctr"/>
                      <a:r>
                        <a:rPr lang="en-US" dirty="0"/>
                        <a:t>6 bits</a:t>
                      </a:r>
                    </a:p>
                  </a:txBody>
                  <a:tcPr anchor="ctr">
                    <a:solidFill>
                      <a:schemeClr val="accent3">
                        <a:lumMod val="20000"/>
                        <a:lumOff val="80000"/>
                      </a:schemeClr>
                    </a:solidFill>
                  </a:tcPr>
                </a:tc>
                <a:tc>
                  <a:txBody>
                    <a:bodyPr/>
                    <a:lstStyle/>
                    <a:p>
                      <a:pPr algn="ctr"/>
                      <a:r>
                        <a:rPr lang="en-US" dirty="0"/>
                        <a:t>Offset</a:t>
                      </a:r>
                    </a:p>
                    <a:p>
                      <a:pPr algn="ctr"/>
                      <a:r>
                        <a:rPr lang="en-US" dirty="0"/>
                        <a:t>6 bits</a:t>
                      </a:r>
                    </a:p>
                  </a:txBody>
                  <a:tcPr anchor="ctr">
                    <a:solidFill>
                      <a:schemeClr val="bg1">
                        <a:lumMod val="85000"/>
                      </a:schemeClr>
                    </a:solidFill>
                  </a:tcPr>
                </a:tc>
                <a:extLst>
                  <a:ext uri="{0D108BD9-81ED-4DB2-BD59-A6C34878D82A}">
                    <a16:rowId xmlns:a16="http://schemas.microsoft.com/office/drawing/2014/main" val="1405811699"/>
                  </a:ext>
                </a:extLst>
              </a:tr>
            </a:tbl>
          </a:graphicData>
        </a:graphic>
      </p:graphicFrame>
      <p:graphicFrame>
        <p:nvGraphicFramePr>
          <p:cNvPr id="5" name="Table 4">
            <a:extLst>
              <a:ext uri="{FF2B5EF4-FFF2-40B4-BE49-F238E27FC236}">
                <a16:creationId xmlns:a16="http://schemas.microsoft.com/office/drawing/2014/main" id="{1E6FDE0E-CF3F-277F-1766-00FF1146A5BB}"/>
              </a:ext>
            </a:extLst>
          </p:cNvPr>
          <p:cNvGraphicFramePr>
            <a:graphicFrameLocks noGrp="1"/>
          </p:cNvGraphicFramePr>
          <p:nvPr>
            <p:extLst>
              <p:ext uri="{D42A27DB-BD31-4B8C-83A1-F6EECF244321}">
                <p14:modId xmlns:p14="http://schemas.microsoft.com/office/powerpoint/2010/main" val="4024738781"/>
              </p:ext>
            </p:extLst>
          </p:nvPr>
        </p:nvGraphicFramePr>
        <p:xfrm>
          <a:off x="592668" y="3412910"/>
          <a:ext cx="4834464" cy="640080"/>
        </p:xfrm>
        <a:graphic>
          <a:graphicData uri="http://schemas.openxmlformats.org/drawingml/2006/table">
            <a:tbl>
              <a:tblPr firstRow="1" bandRow="1">
                <a:tableStyleId>{5940675A-B579-460E-94D1-54222C63F5DA}</a:tableStyleId>
              </a:tblPr>
              <a:tblGrid>
                <a:gridCol w="1611488">
                  <a:extLst>
                    <a:ext uri="{9D8B030D-6E8A-4147-A177-3AD203B41FA5}">
                      <a16:colId xmlns:a16="http://schemas.microsoft.com/office/drawing/2014/main" val="2264920877"/>
                    </a:ext>
                  </a:extLst>
                </a:gridCol>
                <a:gridCol w="1611488">
                  <a:extLst>
                    <a:ext uri="{9D8B030D-6E8A-4147-A177-3AD203B41FA5}">
                      <a16:colId xmlns:a16="http://schemas.microsoft.com/office/drawing/2014/main" val="3470998958"/>
                    </a:ext>
                  </a:extLst>
                </a:gridCol>
                <a:gridCol w="1611488">
                  <a:extLst>
                    <a:ext uri="{9D8B030D-6E8A-4147-A177-3AD203B41FA5}">
                      <a16:colId xmlns:a16="http://schemas.microsoft.com/office/drawing/2014/main" val="234930017"/>
                    </a:ext>
                  </a:extLst>
                </a:gridCol>
              </a:tblGrid>
              <a:tr h="527139">
                <a:tc>
                  <a:txBody>
                    <a:bodyPr/>
                    <a:lstStyle/>
                    <a:p>
                      <a:pPr algn="ctr"/>
                      <a:r>
                        <a:rPr lang="en-US" dirty="0"/>
                        <a:t>Reset</a:t>
                      </a:r>
                    </a:p>
                    <a:p>
                      <a:pPr algn="ctr"/>
                      <a:r>
                        <a:rPr lang="en-US" dirty="0"/>
                        <a:t>32 bits</a:t>
                      </a:r>
                    </a:p>
                  </a:txBody>
                  <a:tcPr anchor="ctr">
                    <a:solidFill>
                      <a:schemeClr val="accent1">
                        <a:lumMod val="20000"/>
                        <a:lumOff val="80000"/>
                      </a:schemeClr>
                    </a:solidFill>
                  </a:tcPr>
                </a:tc>
                <a:tc>
                  <a:txBody>
                    <a:bodyPr/>
                    <a:lstStyle/>
                    <a:p>
                      <a:pPr algn="ctr"/>
                      <a:r>
                        <a:rPr lang="en-US" dirty="0"/>
                        <a:t>L2 index</a:t>
                      </a:r>
                    </a:p>
                    <a:p>
                      <a:pPr algn="ctr"/>
                      <a:r>
                        <a:rPr lang="en-US" dirty="0"/>
                        <a:t>10 bits</a:t>
                      </a:r>
                    </a:p>
                  </a:txBody>
                  <a:tcPr anchor="ctr">
                    <a:solidFill>
                      <a:schemeClr val="accent3">
                        <a:lumMod val="20000"/>
                        <a:lumOff val="80000"/>
                      </a:schemeClr>
                    </a:solidFill>
                  </a:tcPr>
                </a:tc>
                <a:tc>
                  <a:txBody>
                    <a:bodyPr/>
                    <a:lstStyle/>
                    <a:p>
                      <a:pPr algn="ctr"/>
                      <a:r>
                        <a:rPr lang="en-US" dirty="0"/>
                        <a:t>Offset</a:t>
                      </a:r>
                    </a:p>
                    <a:p>
                      <a:pPr algn="ctr"/>
                      <a:r>
                        <a:rPr lang="en-US" dirty="0"/>
                        <a:t>6 bits</a:t>
                      </a:r>
                    </a:p>
                  </a:txBody>
                  <a:tcPr anchor="ctr">
                    <a:solidFill>
                      <a:schemeClr val="bg1">
                        <a:lumMod val="85000"/>
                      </a:schemeClr>
                    </a:solidFill>
                  </a:tcPr>
                </a:tc>
                <a:extLst>
                  <a:ext uri="{0D108BD9-81ED-4DB2-BD59-A6C34878D82A}">
                    <a16:rowId xmlns:a16="http://schemas.microsoft.com/office/drawing/2014/main" val="1405811699"/>
                  </a:ext>
                </a:extLst>
              </a:tr>
            </a:tbl>
          </a:graphicData>
        </a:graphic>
      </p:graphicFrame>
      <p:graphicFrame>
        <p:nvGraphicFramePr>
          <p:cNvPr id="6" name="Table 5">
            <a:extLst>
              <a:ext uri="{FF2B5EF4-FFF2-40B4-BE49-F238E27FC236}">
                <a16:creationId xmlns:a16="http://schemas.microsoft.com/office/drawing/2014/main" id="{7E01A0B0-6155-A37E-D79F-CE9EC12DE330}"/>
              </a:ext>
            </a:extLst>
          </p:cNvPr>
          <p:cNvGraphicFramePr>
            <a:graphicFrameLocks noGrp="1"/>
          </p:cNvGraphicFramePr>
          <p:nvPr>
            <p:extLst>
              <p:ext uri="{D42A27DB-BD31-4B8C-83A1-F6EECF244321}">
                <p14:modId xmlns:p14="http://schemas.microsoft.com/office/powerpoint/2010/main" val="2785016033"/>
              </p:ext>
            </p:extLst>
          </p:nvPr>
        </p:nvGraphicFramePr>
        <p:xfrm>
          <a:off x="592668" y="5265926"/>
          <a:ext cx="4834464" cy="640080"/>
        </p:xfrm>
        <a:graphic>
          <a:graphicData uri="http://schemas.openxmlformats.org/drawingml/2006/table">
            <a:tbl>
              <a:tblPr firstRow="1" bandRow="1">
                <a:tableStyleId>{5940675A-B579-460E-94D1-54222C63F5DA}</a:tableStyleId>
              </a:tblPr>
              <a:tblGrid>
                <a:gridCol w="1611488">
                  <a:extLst>
                    <a:ext uri="{9D8B030D-6E8A-4147-A177-3AD203B41FA5}">
                      <a16:colId xmlns:a16="http://schemas.microsoft.com/office/drawing/2014/main" val="2264920877"/>
                    </a:ext>
                  </a:extLst>
                </a:gridCol>
                <a:gridCol w="1611488">
                  <a:extLst>
                    <a:ext uri="{9D8B030D-6E8A-4147-A177-3AD203B41FA5}">
                      <a16:colId xmlns:a16="http://schemas.microsoft.com/office/drawing/2014/main" val="3470998958"/>
                    </a:ext>
                  </a:extLst>
                </a:gridCol>
                <a:gridCol w="1611488">
                  <a:extLst>
                    <a:ext uri="{9D8B030D-6E8A-4147-A177-3AD203B41FA5}">
                      <a16:colId xmlns:a16="http://schemas.microsoft.com/office/drawing/2014/main" val="234930017"/>
                    </a:ext>
                  </a:extLst>
                </a:gridCol>
              </a:tblGrid>
              <a:tr h="449415">
                <a:tc>
                  <a:txBody>
                    <a:bodyPr/>
                    <a:lstStyle/>
                    <a:p>
                      <a:pPr algn="ctr"/>
                      <a:r>
                        <a:rPr lang="en-US" dirty="0"/>
                        <a:t>Reset</a:t>
                      </a:r>
                    </a:p>
                    <a:p>
                      <a:pPr algn="ctr"/>
                      <a:r>
                        <a:rPr lang="en-US" dirty="0"/>
                        <a:t>31 bits</a:t>
                      </a:r>
                    </a:p>
                  </a:txBody>
                  <a:tcPr anchor="ctr">
                    <a:solidFill>
                      <a:schemeClr val="accent1">
                        <a:lumMod val="20000"/>
                        <a:lumOff val="80000"/>
                      </a:schemeClr>
                    </a:solidFill>
                  </a:tcPr>
                </a:tc>
                <a:tc>
                  <a:txBody>
                    <a:bodyPr/>
                    <a:lstStyle/>
                    <a:p>
                      <a:pPr algn="ctr"/>
                      <a:r>
                        <a:rPr lang="en-US" dirty="0"/>
                        <a:t>L3 index</a:t>
                      </a:r>
                    </a:p>
                    <a:p>
                      <a:pPr algn="ctr"/>
                      <a:r>
                        <a:rPr lang="en-US" dirty="0"/>
                        <a:t>11 bits</a:t>
                      </a:r>
                    </a:p>
                  </a:txBody>
                  <a:tcPr anchor="ctr">
                    <a:solidFill>
                      <a:schemeClr val="accent3">
                        <a:lumMod val="20000"/>
                        <a:lumOff val="80000"/>
                      </a:schemeClr>
                    </a:solidFill>
                  </a:tcPr>
                </a:tc>
                <a:tc>
                  <a:txBody>
                    <a:bodyPr/>
                    <a:lstStyle/>
                    <a:p>
                      <a:pPr algn="ctr"/>
                      <a:r>
                        <a:rPr lang="en-US" dirty="0"/>
                        <a:t>Offset</a:t>
                      </a:r>
                    </a:p>
                    <a:p>
                      <a:pPr algn="ctr"/>
                      <a:r>
                        <a:rPr lang="en-US" dirty="0"/>
                        <a:t>6 bits</a:t>
                      </a:r>
                    </a:p>
                  </a:txBody>
                  <a:tcPr anchor="ctr">
                    <a:solidFill>
                      <a:schemeClr val="bg1">
                        <a:lumMod val="85000"/>
                      </a:schemeClr>
                    </a:solidFill>
                  </a:tcPr>
                </a:tc>
                <a:extLst>
                  <a:ext uri="{0D108BD9-81ED-4DB2-BD59-A6C34878D82A}">
                    <a16:rowId xmlns:a16="http://schemas.microsoft.com/office/drawing/2014/main" val="1405811699"/>
                  </a:ext>
                </a:extLst>
              </a:tr>
            </a:tbl>
          </a:graphicData>
        </a:graphic>
      </p:graphicFrame>
      <p:sp>
        <p:nvSpPr>
          <p:cNvPr id="7" name="Rectangle: Rounded Corners 6">
            <a:extLst>
              <a:ext uri="{FF2B5EF4-FFF2-40B4-BE49-F238E27FC236}">
                <a16:creationId xmlns:a16="http://schemas.microsoft.com/office/drawing/2014/main" id="{0D3E825A-E130-8201-83F2-DE26F39207FD}"/>
              </a:ext>
            </a:extLst>
          </p:cNvPr>
          <p:cNvSpPr/>
          <p:nvPr/>
        </p:nvSpPr>
        <p:spPr>
          <a:xfrm>
            <a:off x="719668" y="2106837"/>
            <a:ext cx="1346199" cy="660403"/>
          </a:xfrm>
          <a:prstGeom prst="roundRect">
            <a:avLst>
              <a:gd name="adj" fmla="val 6219"/>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Page</a:t>
            </a:r>
          </a:p>
          <a:p>
            <a:pPr algn="ctr"/>
            <a:r>
              <a:rPr lang="en-US" sz="1600" b="1" dirty="0">
                <a:solidFill>
                  <a:schemeClr val="tx1"/>
                </a:solidFill>
              </a:rPr>
              <a:t>Translation</a:t>
            </a:r>
          </a:p>
        </p:txBody>
      </p:sp>
      <p:sp>
        <p:nvSpPr>
          <p:cNvPr id="8" name="Rectangle 7">
            <a:extLst>
              <a:ext uri="{FF2B5EF4-FFF2-40B4-BE49-F238E27FC236}">
                <a16:creationId xmlns:a16="http://schemas.microsoft.com/office/drawing/2014/main" id="{4EC9FCD7-C709-F664-427F-4BE07B080051}"/>
              </a:ext>
            </a:extLst>
          </p:cNvPr>
          <p:cNvSpPr/>
          <p:nvPr/>
        </p:nvSpPr>
        <p:spPr>
          <a:xfrm>
            <a:off x="7018866" y="1981198"/>
            <a:ext cx="2599267" cy="91440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 Cache</a:t>
            </a:r>
          </a:p>
          <a:p>
            <a:pPr algn="ctr"/>
            <a:r>
              <a:rPr lang="en-US" sz="2000" b="1" dirty="0">
                <a:solidFill>
                  <a:schemeClr val="tx1"/>
                </a:solidFill>
              </a:rPr>
              <a:t>32 KB</a:t>
            </a:r>
          </a:p>
        </p:txBody>
      </p:sp>
      <p:sp>
        <p:nvSpPr>
          <p:cNvPr id="11" name="Rectangle 10">
            <a:extLst>
              <a:ext uri="{FF2B5EF4-FFF2-40B4-BE49-F238E27FC236}">
                <a16:creationId xmlns:a16="http://schemas.microsoft.com/office/drawing/2014/main" id="{6395AA89-54D5-C2E0-312A-2D2A55BA311D}"/>
              </a:ext>
            </a:extLst>
          </p:cNvPr>
          <p:cNvSpPr/>
          <p:nvPr/>
        </p:nvSpPr>
        <p:spPr>
          <a:xfrm>
            <a:off x="7018865" y="3947314"/>
            <a:ext cx="2599267" cy="914404"/>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L2 Cache</a:t>
            </a:r>
          </a:p>
          <a:p>
            <a:pPr algn="ctr"/>
            <a:r>
              <a:rPr lang="en-US" b="1" dirty="0">
                <a:solidFill>
                  <a:schemeClr val="tx1"/>
                </a:solidFill>
              </a:rPr>
              <a:t>256</a:t>
            </a:r>
            <a:r>
              <a:rPr lang="en-US" sz="1800" b="1" dirty="0">
                <a:solidFill>
                  <a:schemeClr val="tx1"/>
                </a:solidFill>
              </a:rPr>
              <a:t> KB</a:t>
            </a:r>
          </a:p>
        </p:txBody>
      </p:sp>
      <p:sp>
        <p:nvSpPr>
          <p:cNvPr id="13" name="Rectangle 12">
            <a:extLst>
              <a:ext uri="{FF2B5EF4-FFF2-40B4-BE49-F238E27FC236}">
                <a16:creationId xmlns:a16="http://schemas.microsoft.com/office/drawing/2014/main" id="{DD77C83D-A222-3DF8-ABB5-B81B16E10BD0}"/>
              </a:ext>
            </a:extLst>
          </p:cNvPr>
          <p:cNvSpPr/>
          <p:nvPr/>
        </p:nvSpPr>
        <p:spPr>
          <a:xfrm>
            <a:off x="7018865" y="5809648"/>
            <a:ext cx="2599267" cy="914404"/>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L3 Cache</a:t>
            </a:r>
          </a:p>
          <a:p>
            <a:pPr algn="ctr"/>
            <a:r>
              <a:rPr lang="en-US" sz="1800" b="1" dirty="0">
                <a:solidFill>
                  <a:schemeClr val="tx1"/>
                </a:solidFill>
              </a:rPr>
              <a:t>2 MB</a:t>
            </a:r>
          </a:p>
        </p:txBody>
      </p:sp>
      <p:sp>
        <p:nvSpPr>
          <p:cNvPr id="15" name="Right Brace 14">
            <a:extLst>
              <a:ext uri="{FF2B5EF4-FFF2-40B4-BE49-F238E27FC236}">
                <a16:creationId xmlns:a16="http://schemas.microsoft.com/office/drawing/2014/main" id="{A60FBF56-E72F-C8ED-7908-12C0B8505C0D}"/>
              </a:ext>
            </a:extLst>
          </p:cNvPr>
          <p:cNvSpPr/>
          <p:nvPr/>
        </p:nvSpPr>
        <p:spPr>
          <a:xfrm>
            <a:off x="9779000" y="1981198"/>
            <a:ext cx="287867" cy="914404"/>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Right Brace 16">
            <a:extLst>
              <a:ext uri="{FF2B5EF4-FFF2-40B4-BE49-F238E27FC236}">
                <a16:creationId xmlns:a16="http://schemas.microsoft.com/office/drawing/2014/main" id="{ED0E96F2-EEBC-A320-2F4C-C208D88BA5BA}"/>
              </a:ext>
            </a:extLst>
          </p:cNvPr>
          <p:cNvSpPr/>
          <p:nvPr/>
        </p:nvSpPr>
        <p:spPr>
          <a:xfrm>
            <a:off x="9779000" y="3955780"/>
            <a:ext cx="287867" cy="914404"/>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799B82CB-22CD-77CB-D1A7-010F7E7E66D8}"/>
              </a:ext>
            </a:extLst>
          </p:cNvPr>
          <p:cNvSpPr/>
          <p:nvPr/>
        </p:nvSpPr>
        <p:spPr>
          <a:xfrm>
            <a:off x="9779000" y="5809648"/>
            <a:ext cx="287867" cy="914404"/>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D3A1D1CA-4362-9DBF-31CF-1DCBA3A37A29}"/>
              </a:ext>
            </a:extLst>
          </p:cNvPr>
          <p:cNvSpPr txBox="1"/>
          <p:nvPr/>
        </p:nvSpPr>
        <p:spPr>
          <a:xfrm>
            <a:off x="10227734" y="2253734"/>
            <a:ext cx="1896533" cy="369332"/>
          </a:xfrm>
          <a:prstGeom prst="rect">
            <a:avLst/>
          </a:prstGeom>
          <a:noFill/>
        </p:spPr>
        <p:txBody>
          <a:bodyPr wrap="square" rtlCol="0">
            <a:spAutoFit/>
          </a:bodyPr>
          <a:lstStyle/>
          <a:p>
            <a:r>
              <a:rPr lang="en-US" dirty="0"/>
              <a:t>64 cache </a:t>
            </a:r>
            <a:r>
              <a:rPr lang="en-US" b="1" dirty="0"/>
              <a:t>sets</a:t>
            </a:r>
          </a:p>
        </p:txBody>
      </p:sp>
      <p:sp>
        <p:nvSpPr>
          <p:cNvPr id="22" name="TextBox 21">
            <a:extLst>
              <a:ext uri="{FF2B5EF4-FFF2-40B4-BE49-F238E27FC236}">
                <a16:creationId xmlns:a16="http://schemas.microsoft.com/office/drawing/2014/main" id="{498CB329-1FBB-562C-1957-6500B6571BB5}"/>
              </a:ext>
            </a:extLst>
          </p:cNvPr>
          <p:cNvSpPr txBox="1"/>
          <p:nvPr/>
        </p:nvSpPr>
        <p:spPr>
          <a:xfrm>
            <a:off x="10227733" y="4228316"/>
            <a:ext cx="1896533" cy="369332"/>
          </a:xfrm>
          <a:prstGeom prst="rect">
            <a:avLst/>
          </a:prstGeom>
          <a:noFill/>
        </p:spPr>
        <p:txBody>
          <a:bodyPr wrap="square" rtlCol="0">
            <a:spAutoFit/>
          </a:bodyPr>
          <a:lstStyle/>
          <a:p>
            <a:r>
              <a:rPr lang="en-US" dirty="0"/>
              <a:t>1024 cache </a:t>
            </a:r>
            <a:r>
              <a:rPr lang="en-US" b="1" dirty="0"/>
              <a:t>sets</a:t>
            </a:r>
          </a:p>
        </p:txBody>
      </p:sp>
      <p:sp>
        <p:nvSpPr>
          <p:cNvPr id="23" name="TextBox 22">
            <a:extLst>
              <a:ext uri="{FF2B5EF4-FFF2-40B4-BE49-F238E27FC236}">
                <a16:creationId xmlns:a16="http://schemas.microsoft.com/office/drawing/2014/main" id="{96E56E1D-5232-C34A-8DB6-3A619BD92C1C}"/>
              </a:ext>
            </a:extLst>
          </p:cNvPr>
          <p:cNvSpPr txBox="1"/>
          <p:nvPr/>
        </p:nvSpPr>
        <p:spPr>
          <a:xfrm>
            <a:off x="10227732" y="6082184"/>
            <a:ext cx="1896533" cy="369332"/>
          </a:xfrm>
          <a:prstGeom prst="rect">
            <a:avLst/>
          </a:prstGeom>
          <a:noFill/>
        </p:spPr>
        <p:txBody>
          <a:bodyPr wrap="square" rtlCol="0">
            <a:spAutoFit/>
          </a:bodyPr>
          <a:lstStyle/>
          <a:p>
            <a:r>
              <a:rPr lang="en-US" dirty="0"/>
              <a:t>2048 cache </a:t>
            </a:r>
            <a:r>
              <a:rPr lang="en-US" b="1" dirty="0"/>
              <a:t>sets</a:t>
            </a:r>
          </a:p>
        </p:txBody>
      </p:sp>
      <p:sp>
        <p:nvSpPr>
          <p:cNvPr id="25" name="Right Brace 24">
            <a:extLst>
              <a:ext uri="{FF2B5EF4-FFF2-40B4-BE49-F238E27FC236}">
                <a16:creationId xmlns:a16="http://schemas.microsoft.com/office/drawing/2014/main" id="{0B24198F-9BFD-CC4C-B14C-741380F4DEB9}"/>
              </a:ext>
            </a:extLst>
          </p:cNvPr>
          <p:cNvSpPr/>
          <p:nvPr/>
        </p:nvSpPr>
        <p:spPr>
          <a:xfrm rot="16200000">
            <a:off x="8174565" y="372704"/>
            <a:ext cx="287867" cy="2599268"/>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Right Brace 26">
            <a:extLst>
              <a:ext uri="{FF2B5EF4-FFF2-40B4-BE49-F238E27FC236}">
                <a16:creationId xmlns:a16="http://schemas.microsoft.com/office/drawing/2014/main" id="{504E8552-3B28-BAE0-DD58-C2855A7E41A4}"/>
              </a:ext>
            </a:extLst>
          </p:cNvPr>
          <p:cNvSpPr/>
          <p:nvPr/>
        </p:nvSpPr>
        <p:spPr>
          <a:xfrm rot="16200000">
            <a:off x="8174564" y="2423145"/>
            <a:ext cx="287867" cy="2599268"/>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Right Brace 27">
            <a:extLst>
              <a:ext uri="{FF2B5EF4-FFF2-40B4-BE49-F238E27FC236}">
                <a16:creationId xmlns:a16="http://schemas.microsoft.com/office/drawing/2014/main" id="{A13A6575-38CE-9963-B1E2-62BB8F0416D1}"/>
              </a:ext>
            </a:extLst>
          </p:cNvPr>
          <p:cNvSpPr/>
          <p:nvPr/>
        </p:nvSpPr>
        <p:spPr>
          <a:xfrm rot="16200000">
            <a:off x="8174564" y="4275836"/>
            <a:ext cx="287867" cy="2599268"/>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C5151CA2-C72E-0FE3-F10A-C08506B18165}"/>
              </a:ext>
            </a:extLst>
          </p:cNvPr>
          <p:cNvSpPr txBox="1"/>
          <p:nvPr/>
        </p:nvSpPr>
        <p:spPr>
          <a:xfrm>
            <a:off x="7670800" y="1138596"/>
            <a:ext cx="1617134" cy="369332"/>
          </a:xfrm>
          <a:prstGeom prst="rect">
            <a:avLst/>
          </a:prstGeom>
          <a:noFill/>
        </p:spPr>
        <p:txBody>
          <a:bodyPr wrap="square" rtlCol="0">
            <a:spAutoFit/>
          </a:bodyPr>
          <a:lstStyle/>
          <a:p>
            <a:r>
              <a:rPr lang="en-US" dirty="0"/>
              <a:t>8 cache </a:t>
            </a:r>
            <a:r>
              <a:rPr lang="en-US" b="1" dirty="0"/>
              <a:t>ways</a:t>
            </a:r>
          </a:p>
        </p:txBody>
      </p:sp>
      <p:sp>
        <p:nvSpPr>
          <p:cNvPr id="30" name="TextBox 29">
            <a:extLst>
              <a:ext uri="{FF2B5EF4-FFF2-40B4-BE49-F238E27FC236}">
                <a16:creationId xmlns:a16="http://schemas.microsoft.com/office/drawing/2014/main" id="{DA423380-B151-06FC-6D59-C28C55EE67B5}"/>
              </a:ext>
            </a:extLst>
          </p:cNvPr>
          <p:cNvSpPr txBox="1"/>
          <p:nvPr/>
        </p:nvSpPr>
        <p:spPr>
          <a:xfrm>
            <a:off x="7509930" y="3245165"/>
            <a:ext cx="1617134" cy="369332"/>
          </a:xfrm>
          <a:prstGeom prst="rect">
            <a:avLst/>
          </a:prstGeom>
          <a:noFill/>
        </p:spPr>
        <p:txBody>
          <a:bodyPr wrap="square" rtlCol="0">
            <a:spAutoFit/>
          </a:bodyPr>
          <a:lstStyle/>
          <a:p>
            <a:r>
              <a:rPr lang="en-US" dirty="0"/>
              <a:t>4 cache </a:t>
            </a:r>
            <a:r>
              <a:rPr lang="en-US" b="1" dirty="0"/>
              <a:t>ways</a:t>
            </a:r>
          </a:p>
        </p:txBody>
      </p:sp>
      <p:sp>
        <p:nvSpPr>
          <p:cNvPr id="31" name="TextBox 30">
            <a:extLst>
              <a:ext uri="{FF2B5EF4-FFF2-40B4-BE49-F238E27FC236}">
                <a16:creationId xmlns:a16="http://schemas.microsoft.com/office/drawing/2014/main" id="{D95A6342-3B76-D406-C657-5560B520C9D1}"/>
              </a:ext>
            </a:extLst>
          </p:cNvPr>
          <p:cNvSpPr txBox="1"/>
          <p:nvPr/>
        </p:nvSpPr>
        <p:spPr>
          <a:xfrm>
            <a:off x="7509930" y="5081260"/>
            <a:ext cx="1778004" cy="369332"/>
          </a:xfrm>
          <a:prstGeom prst="rect">
            <a:avLst/>
          </a:prstGeom>
          <a:noFill/>
        </p:spPr>
        <p:txBody>
          <a:bodyPr wrap="square" rtlCol="0">
            <a:spAutoFit/>
          </a:bodyPr>
          <a:lstStyle/>
          <a:p>
            <a:r>
              <a:rPr lang="en-US" dirty="0"/>
              <a:t>16 cache </a:t>
            </a:r>
            <a:r>
              <a:rPr lang="en-US" b="1" dirty="0"/>
              <a:t>ways</a:t>
            </a:r>
          </a:p>
        </p:txBody>
      </p:sp>
      <p:sp>
        <p:nvSpPr>
          <p:cNvPr id="32" name="TextBox 31">
            <a:extLst>
              <a:ext uri="{FF2B5EF4-FFF2-40B4-BE49-F238E27FC236}">
                <a16:creationId xmlns:a16="http://schemas.microsoft.com/office/drawing/2014/main" id="{114F3631-4CE1-852F-9237-E291A8F7F09E}"/>
              </a:ext>
            </a:extLst>
          </p:cNvPr>
          <p:cNvSpPr txBox="1"/>
          <p:nvPr/>
        </p:nvSpPr>
        <p:spPr>
          <a:xfrm>
            <a:off x="2095493" y="3045110"/>
            <a:ext cx="2387608" cy="400110"/>
          </a:xfrm>
          <a:prstGeom prst="rect">
            <a:avLst/>
          </a:prstGeom>
          <a:noFill/>
        </p:spPr>
        <p:txBody>
          <a:bodyPr wrap="square" rtlCol="0">
            <a:spAutoFit/>
          </a:bodyPr>
          <a:lstStyle/>
          <a:p>
            <a:r>
              <a:rPr lang="en-US" sz="2000" b="1" dirty="0"/>
              <a:t>Physical Address</a:t>
            </a:r>
          </a:p>
        </p:txBody>
      </p:sp>
      <p:sp>
        <p:nvSpPr>
          <p:cNvPr id="33" name="Right Brace 32">
            <a:extLst>
              <a:ext uri="{FF2B5EF4-FFF2-40B4-BE49-F238E27FC236}">
                <a16:creationId xmlns:a16="http://schemas.microsoft.com/office/drawing/2014/main" id="{60FBE193-A1DA-265D-1E71-3BE145C5370F}"/>
              </a:ext>
            </a:extLst>
          </p:cNvPr>
          <p:cNvSpPr/>
          <p:nvPr/>
        </p:nvSpPr>
        <p:spPr>
          <a:xfrm rot="16200000">
            <a:off x="1361482" y="2250477"/>
            <a:ext cx="244606" cy="1435103"/>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Right Brace 33">
            <a:extLst>
              <a:ext uri="{FF2B5EF4-FFF2-40B4-BE49-F238E27FC236}">
                <a16:creationId xmlns:a16="http://schemas.microsoft.com/office/drawing/2014/main" id="{2411BFC4-DE3C-EFED-1283-84464E4499A9}"/>
              </a:ext>
            </a:extLst>
          </p:cNvPr>
          <p:cNvSpPr/>
          <p:nvPr/>
        </p:nvSpPr>
        <p:spPr>
          <a:xfrm rot="5400000">
            <a:off x="1314916" y="1223334"/>
            <a:ext cx="244606" cy="1435103"/>
          </a:xfrm>
          <a:prstGeom prst="rightBrace">
            <a:avLst>
              <a:gd name="adj1" fmla="val 28921"/>
              <a:gd name="adj2" fmla="val 500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88158F53-BE19-F33E-8E7A-B2DA010BA5A4}"/>
              </a:ext>
            </a:extLst>
          </p:cNvPr>
          <p:cNvCxnSpPr/>
          <p:nvPr/>
        </p:nvCxnSpPr>
        <p:spPr>
          <a:xfrm>
            <a:off x="3009900" y="1782739"/>
            <a:ext cx="0" cy="1307593"/>
          </a:xfrm>
          <a:prstGeom prst="straightConnector1">
            <a:avLst/>
          </a:prstGeom>
          <a:ln w="28575">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669AA636-5C0B-0782-E6DA-DB20DCCAC6AA}"/>
              </a:ext>
            </a:extLst>
          </p:cNvPr>
          <p:cNvCxnSpPr/>
          <p:nvPr/>
        </p:nvCxnSpPr>
        <p:spPr>
          <a:xfrm>
            <a:off x="3009900" y="2436535"/>
            <a:ext cx="4008963" cy="0"/>
          </a:xfrm>
          <a:prstGeom prst="straightConnector1">
            <a:avLst/>
          </a:prstGeom>
          <a:ln w="28575">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921B26D-3C78-6BE6-3751-DF022F9CF2EE}"/>
              </a:ext>
            </a:extLst>
          </p:cNvPr>
          <p:cNvCxnSpPr>
            <a:endCxn id="6" idx="0"/>
          </p:cNvCxnSpPr>
          <p:nvPr/>
        </p:nvCxnSpPr>
        <p:spPr>
          <a:xfrm>
            <a:off x="3009900" y="4052990"/>
            <a:ext cx="0" cy="1212936"/>
          </a:xfrm>
          <a:prstGeom prst="straightConnector1">
            <a:avLst/>
          </a:prstGeom>
          <a:ln w="28575">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040F7C6-F00A-A021-F8F3-861266D6A145}"/>
              </a:ext>
            </a:extLst>
          </p:cNvPr>
          <p:cNvCxnSpPr/>
          <p:nvPr/>
        </p:nvCxnSpPr>
        <p:spPr>
          <a:xfrm>
            <a:off x="1392767" y="4052990"/>
            <a:ext cx="0" cy="121293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5FD8C134-C5EF-9E93-0E9D-857C921AAACE}"/>
              </a:ext>
            </a:extLst>
          </p:cNvPr>
          <p:cNvCxnSpPr/>
          <p:nvPr/>
        </p:nvCxnSpPr>
        <p:spPr>
          <a:xfrm>
            <a:off x="3009900" y="4412982"/>
            <a:ext cx="4008963" cy="0"/>
          </a:xfrm>
          <a:prstGeom prst="straightConnector1">
            <a:avLst/>
          </a:prstGeom>
          <a:ln w="28575">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11F54491-4E9B-EB20-5DAF-5CB9556B4796}"/>
              </a:ext>
            </a:extLst>
          </p:cNvPr>
          <p:cNvCxnSpPr>
            <a:endCxn id="13" idx="1"/>
          </p:cNvCxnSpPr>
          <p:nvPr/>
        </p:nvCxnSpPr>
        <p:spPr>
          <a:xfrm>
            <a:off x="3009900" y="5906006"/>
            <a:ext cx="4008965" cy="360844"/>
          </a:xfrm>
          <a:prstGeom prst="bentConnector3">
            <a:avLst>
              <a:gd name="adj1" fmla="val 158"/>
            </a:avLst>
          </a:prstGeom>
          <a:ln w="28575">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FDB3BCF0-F2FB-8527-EDC2-B8D67F4743F7}"/>
              </a:ext>
            </a:extLst>
          </p:cNvPr>
          <p:cNvCxnSpPr/>
          <p:nvPr/>
        </p:nvCxnSpPr>
        <p:spPr>
          <a:xfrm>
            <a:off x="4605867" y="1782739"/>
            <a:ext cx="0" cy="1630171"/>
          </a:xfrm>
          <a:prstGeom prst="straightConnector1">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DA76D28-DB12-56D6-FFDA-0442DEF7EB0B}"/>
              </a:ext>
            </a:extLst>
          </p:cNvPr>
          <p:cNvSpPr txBox="1"/>
          <p:nvPr/>
        </p:nvSpPr>
        <p:spPr>
          <a:xfrm>
            <a:off x="1816096" y="743457"/>
            <a:ext cx="2387608" cy="400110"/>
          </a:xfrm>
          <a:prstGeom prst="rect">
            <a:avLst/>
          </a:prstGeom>
          <a:noFill/>
        </p:spPr>
        <p:txBody>
          <a:bodyPr wrap="square" rtlCol="0">
            <a:spAutoFit/>
          </a:bodyPr>
          <a:lstStyle/>
          <a:p>
            <a:r>
              <a:rPr lang="en-US" sz="2000" b="1" dirty="0"/>
              <a:t>Virtual Address</a:t>
            </a:r>
          </a:p>
        </p:txBody>
      </p:sp>
    </p:spTree>
    <p:extLst>
      <p:ext uri="{BB962C8B-B14F-4D97-AF65-F5344CB8AC3E}">
        <p14:creationId xmlns:p14="http://schemas.microsoft.com/office/powerpoint/2010/main" val="1545831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7C36-E2DC-ADA2-C5DA-440217D16E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26FEAD-B827-1705-1991-8225D39EE64C}"/>
              </a:ext>
            </a:extLst>
          </p:cNvPr>
          <p:cNvSpPr/>
          <p:nvPr/>
        </p:nvSpPr>
        <p:spPr>
          <a:xfrm>
            <a:off x="0" y="0"/>
            <a:ext cx="12192000" cy="576072"/>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t>End</a:t>
            </a:r>
            <a:endParaRPr lang="en-US" sz="2800" dirty="0"/>
          </a:p>
        </p:txBody>
      </p:sp>
      <p:sp>
        <p:nvSpPr>
          <p:cNvPr id="10" name="Rectangle 9">
            <a:extLst>
              <a:ext uri="{FF2B5EF4-FFF2-40B4-BE49-F238E27FC236}">
                <a16:creationId xmlns:a16="http://schemas.microsoft.com/office/drawing/2014/main" id="{DD3A4447-A96D-88C9-74D6-70ACA845E5F0}"/>
              </a:ext>
            </a:extLst>
          </p:cNvPr>
          <p:cNvSpPr/>
          <p:nvPr/>
        </p:nvSpPr>
        <p:spPr>
          <a:xfrm>
            <a:off x="1700540" y="1934287"/>
            <a:ext cx="8790923" cy="511238"/>
          </a:xfrm>
          <a:prstGeom prst="rect">
            <a:avLst/>
          </a:prstGeom>
          <a:solidFill>
            <a:schemeClr val="bg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b="1" dirty="0">
                <a:solidFill>
                  <a:schemeClr val="tx1"/>
                </a:solidFill>
              </a:rPr>
              <a:t>Any Question?</a:t>
            </a:r>
          </a:p>
        </p:txBody>
      </p:sp>
      <p:sp>
        <p:nvSpPr>
          <p:cNvPr id="12" name="Rectangle 11">
            <a:extLst>
              <a:ext uri="{FF2B5EF4-FFF2-40B4-BE49-F238E27FC236}">
                <a16:creationId xmlns:a16="http://schemas.microsoft.com/office/drawing/2014/main" id="{29B38AD8-AE41-F535-DA93-FB7928C1AD9C}"/>
              </a:ext>
            </a:extLst>
          </p:cNvPr>
          <p:cNvSpPr/>
          <p:nvPr/>
        </p:nvSpPr>
        <p:spPr>
          <a:xfrm>
            <a:off x="3605538" y="2714897"/>
            <a:ext cx="4980924" cy="1873751"/>
          </a:xfrm>
          <a:prstGeom prst="rect">
            <a:avLst/>
          </a:prstGeom>
          <a:solidFill>
            <a:srgbClr val="215F9A"/>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sz="2800" b="1" dirty="0">
                <a:ea typeface="+mn-lt"/>
                <a:cs typeface="+mn-lt"/>
              </a:rPr>
              <a:t>Tanvir Hossain</a:t>
            </a:r>
          </a:p>
          <a:p>
            <a:pPr algn="ctr"/>
            <a:r>
              <a:rPr lang="en-US" b="1" dirty="0">
                <a:effectLst/>
              </a:rPr>
              <a:t>Email: </a:t>
            </a:r>
            <a:r>
              <a:rPr lang="en-US" dirty="0">
                <a:effectLst/>
              </a:rPr>
              <a:t>tanvir@ku.edu (Preferred)</a:t>
            </a:r>
          </a:p>
          <a:p>
            <a:pPr algn="ctr"/>
            <a:r>
              <a:rPr lang="en-US" b="1" dirty="0">
                <a:effectLst/>
              </a:rPr>
              <a:t>Office: </a:t>
            </a:r>
            <a:r>
              <a:rPr lang="en-US" dirty="0">
                <a:effectLst/>
              </a:rPr>
              <a:t>Eaton 2045</a:t>
            </a:r>
          </a:p>
          <a:p>
            <a:pPr algn="ctr"/>
            <a:r>
              <a:rPr lang="en-US" b="1" dirty="0">
                <a:effectLst/>
              </a:rPr>
              <a:t>Office Hours</a:t>
            </a:r>
            <a:endParaRPr lang="en-US" dirty="0">
              <a:effectLst/>
            </a:endParaRPr>
          </a:p>
          <a:p>
            <a:pPr algn="ctr"/>
            <a:r>
              <a:rPr lang="en-US" dirty="0">
                <a:effectLst/>
              </a:rPr>
              <a:t>Wednesday, 11:15 am to 1:15 PM</a:t>
            </a:r>
          </a:p>
        </p:txBody>
      </p:sp>
    </p:spTree>
    <p:extLst>
      <p:ext uri="{BB962C8B-B14F-4D97-AF65-F5344CB8AC3E}">
        <p14:creationId xmlns:p14="http://schemas.microsoft.com/office/powerpoint/2010/main" val="2040314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1416</TotalTime>
  <Words>2745</Words>
  <Application>Microsoft Office PowerPoint</Application>
  <PresentationFormat>Widescreen</PresentationFormat>
  <Paragraphs>456</Paragraphs>
  <Slides>35</Slides>
  <Notes>0</Notes>
  <HiddenSlides>1</HiddenSlides>
  <MMClips>0</MMClip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1_Office Theme</vt:lpstr>
      <vt:lpstr>  EECS 645:                                                               Computer Architecture, Fall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SCA Real-World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EECS 645:                                                               Computer Architecture, Fall 2024</dc:title>
  <dc:creator>Hossain, Tanvir</dc:creator>
  <cp:lastModifiedBy>Hossain, Tanvir</cp:lastModifiedBy>
  <cp:revision>2</cp:revision>
  <dcterms:created xsi:type="dcterms:W3CDTF">2024-10-31T00:49:47Z</dcterms:created>
  <dcterms:modified xsi:type="dcterms:W3CDTF">2024-12-03T13:55:11Z</dcterms:modified>
</cp:coreProperties>
</file>