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23" r:id="rId2"/>
    <p:sldId id="257" r:id="rId3"/>
    <p:sldId id="256" r:id="rId4"/>
    <p:sldId id="258" r:id="rId5"/>
    <p:sldId id="259" r:id="rId6"/>
    <p:sldId id="261" r:id="rId7"/>
    <p:sldId id="260" r:id="rId8"/>
    <p:sldId id="262" r:id="rId9"/>
    <p:sldId id="264" r:id="rId10"/>
    <p:sldId id="317" r:id="rId11"/>
    <p:sldId id="318" r:id="rId12"/>
    <p:sldId id="319" r:id="rId13"/>
    <p:sldId id="320" r:id="rId14"/>
    <p:sldId id="321" r:id="rId15"/>
    <p:sldId id="263" r:id="rId16"/>
    <p:sldId id="322" r:id="rId17"/>
    <p:sldId id="30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D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133DB6-42E9-492B-81A3-9A133F5F107F}" v="292" dt="2024-04-09T17:53:10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902" autoAdjust="0"/>
  </p:normalViewPr>
  <p:slideViewPr>
    <p:cSldViewPr snapToGrid="0">
      <p:cViewPr>
        <p:scale>
          <a:sx n="66" d="100"/>
          <a:sy n="66" d="100"/>
        </p:scale>
        <p:origin x="121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que, Tamzidul" userId="05c62d7d-08c4-4ed9-b528-deb18472ab5f" providerId="ADAL" clId="{3A133DB6-42E9-492B-81A3-9A133F5F107F}"/>
    <pc:docChg chg="undo custSel addSld delSld modSld sldOrd">
      <pc:chgData name="Hoque, Tamzidul" userId="05c62d7d-08c4-4ed9-b528-deb18472ab5f" providerId="ADAL" clId="{3A133DB6-42E9-492B-81A3-9A133F5F107F}" dt="2024-04-09T17:53:10.136" v="2627"/>
      <pc:docMkLst>
        <pc:docMk/>
      </pc:docMkLst>
      <pc:sldChg chg="ord">
        <pc:chgData name="Hoque, Tamzidul" userId="05c62d7d-08c4-4ed9-b528-deb18472ab5f" providerId="ADAL" clId="{3A133DB6-42E9-492B-81A3-9A133F5F107F}" dt="2024-04-09T17:50:30.608" v="2446"/>
        <pc:sldMkLst>
          <pc:docMk/>
          <pc:sldMk cId="834715312" sldId="257"/>
        </pc:sldMkLst>
      </pc:sldChg>
      <pc:sldChg chg="modSp mod">
        <pc:chgData name="Hoque, Tamzidul" userId="05c62d7d-08c4-4ed9-b528-deb18472ab5f" providerId="ADAL" clId="{3A133DB6-42E9-492B-81A3-9A133F5F107F}" dt="2024-04-09T15:59:35.612" v="10" actId="1036"/>
        <pc:sldMkLst>
          <pc:docMk/>
          <pc:sldMk cId="1781067744" sldId="259"/>
        </pc:sldMkLst>
        <pc:spChg chg="mod">
          <ac:chgData name="Hoque, Tamzidul" userId="05c62d7d-08c4-4ed9-b528-deb18472ab5f" providerId="ADAL" clId="{3A133DB6-42E9-492B-81A3-9A133F5F107F}" dt="2024-04-09T15:59:35.612" v="10" actId="1036"/>
          <ac:spMkLst>
            <pc:docMk/>
            <pc:sldMk cId="1781067744" sldId="259"/>
            <ac:spMk id="3" creationId="{36E0E3CD-CD09-9F4E-C0F1-E52F2695A908}"/>
          </ac:spMkLst>
        </pc:spChg>
      </pc:sldChg>
      <pc:sldChg chg="addSp delSp modSp new mod">
        <pc:chgData name="Hoque, Tamzidul" userId="05c62d7d-08c4-4ed9-b528-deb18472ab5f" providerId="ADAL" clId="{3A133DB6-42E9-492B-81A3-9A133F5F107F}" dt="2024-04-09T16:38:54.531" v="624" actId="20577"/>
        <pc:sldMkLst>
          <pc:docMk/>
          <pc:sldMk cId="3536495150" sldId="260"/>
        </pc:sldMkLst>
        <pc:spChg chg="mod">
          <ac:chgData name="Hoque, Tamzidul" userId="05c62d7d-08c4-4ed9-b528-deb18472ab5f" providerId="ADAL" clId="{3A133DB6-42E9-492B-81A3-9A133F5F107F}" dt="2024-04-09T16:26:49.994" v="382" actId="20577"/>
          <ac:spMkLst>
            <pc:docMk/>
            <pc:sldMk cId="3536495150" sldId="260"/>
            <ac:spMk id="2" creationId="{CD27D8DB-44FD-33AE-CD2F-958D7AE36DEB}"/>
          </ac:spMkLst>
        </pc:spChg>
        <pc:spChg chg="add mod">
          <ac:chgData name="Hoque, Tamzidul" userId="05c62d7d-08c4-4ed9-b528-deb18472ab5f" providerId="ADAL" clId="{3A133DB6-42E9-492B-81A3-9A133F5F107F}" dt="2024-04-09T16:38:54.531" v="624" actId="20577"/>
          <ac:spMkLst>
            <pc:docMk/>
            <pc:sldMk cId="3536495150" sldId="260"/>
            <ac:spMk id="4" creationId="{C09A556B-8C4C-1C69-190A-485C3D6BA13F}"/>
          </ac:spMkLst>
        </pc:spChg>
        <pc:spChg chg="add del mod">
          <ac:chgData name="Hoque, Tamzidul" userId="05c62d7d-08c4-4ed9-b528-deb18472ab5f" providerId="ADAL" clId="{3A133DB6-42E9-492B-81A3-9A133F5F107F}" dt="2024-04-09T16:32:29.813" v="473"/>
          <ac:spMkLst>
            <pc:docMk/>
            <pc:sldMk cId="3536495150" sldId="260"/>
            <ac:spMk id="6" creationId="{6E760856-873E-7225-A5A1-F6D3B8E45F58}"/>
          </ac:spMkLst>
        </pc:spChg>
      </pc:sldChg>
      <pc:sldChg chg="addSp modSp new mod ord">
        <pc:chgData name="Hoque, Tamzidul" userId="05c62d7d-08c4-4ed9-b528-deb18472ab5f" providerId="ADAL" clId="{3A133DB6-42E9-492B-81A3-9A133F5F107F}" dt="2024-04-09T16:26:36.904" v="381" actId="14100"/>
        <pc:sldMkLst>
          <pc:docMk/>
          <pc:sldMk cId="2925581855" sldId="261"/>
        </pc:sldMkLst>
        <pc:spChg chg="mod">
          <ac:chgData name="Hoque, Tamzidul" userId="05c62d7d-08c4-4ed9-b528-deb18472ab5f" providerId="ADAL" clId="{3A133DB6-42E9-492B-81A3-9A133F5F107F}" dt="2024-04-09T16:02:30.721" v="28" actId="20577"/>
          <ac:spMkLst>
            <pc:docMk/>
            <pc:sldMk cId="2925581855" sldId="261"/>
            <ac:spMk id="2" creationId="{13405B3F-AF0B-AC4A-EB84-A27F2D229551}"/>
          </ac:spMkLst>
        </pc:spChg>
        <pc:spChg chg="mod">
          <ac:chgData name="Hoque, Tamzidul" userId="05c62d7d-08c4-4ed9-b528-deb18472ab5f" providerId="ADAL" clId="{3A133DB6-42E9-492B-81A3-9A133F5F107F}" dt="2024-04-09T16:26:36.904" v="381" actId="14100"/>
          <ac:spMkLst>
            <pc:docMk/>
            <pc:sldMk cId="2925581855" sldId="261"/>
            <ac:spMk id="3" creationId="{885C73F5-6603-C728-9688-06243DE22DA1}"/>
          </ac:spMkLst>
        </pc:spChg>
        <pc:picChg chg="add mod">
          <ac:chgData name="Hoque, Tamzidul" userId="05c62d7d-08c4-4ed9-b528-deb18472ab5f" providerId="ADAL" clId="{3A133DB6-42E9-492B-81A3-9A133F5F107F}" dt="2024-04-09T16:04:16.514" v="108" actId="732"/>
          <ac:picMkLst>
            <pc:docMk/>
            <pc:sldMk cId="2925581855" sldId="261"/>
            <ac:picMk id="4" creationId="{CDA78D7A-4223-6D64-4C17-37B7FD286ABC}"/>
          </ac:picMkLst>
        </pc:picChg>
      </pc:sldChg>
      <pc:sldChg chg="modSp new mod">
        <pc:chgData name="Hoque, Tamzidul" userId="05c62d7d-08c4-4ed9-b528-deb18472ab5f" providerId="ADAL" clId="{3A133DB6-42E9-492B-81A3-9A133F5F107F}" dt="2024-04-09T16:44:15.327" v="751" actId="20577"/>
        <pc:sldMkLst>
          <pc:docMk/>
          <pc:sldMk cId="1438901741" sldId="262"/>
        </pc:sldMkLst>
        <pc:spChg chg="mod">
          <ac:chgData name="Hoque, Tamzidul" userId="05c62d7d-08c4-4ed9-b528-deb18472ab5f" providerId="ADAL" clId="{3A133DB6-42E9-492B-81A3-9A133F5F107F}" dt="2024-04-09T16:44:15.327" v="751" actId="20577"/>
          <ac:spMkLst>
            <pc:docMk/>
            <pc:sldMk cId="1438901741" sldId="262"/>
            <ac:spMk id="2" creationId="{AD53539A-33DC-8291-1EFB-65B9CB93030C}"/>
          </ac:spMkLst>
        </pc:spChg>
        <pc:spChg chg="mod">
          <ac:chgData name="Hoque, Tamzidul" userId="05c62d7d-08c4-4ed9-b528-deb18472ab5f" providerId="ADAL" clId="{3A133DB6-42E9-492B-81A3-9A133F5F107F}" dt="2024-04-09T16:38:23.425" v="566"/>
          <ac:spMkLst>
            <pc:docMk/>
            <pc:sldMk cId="1438901741" sldId="262"/>
            <ac:spMk id="3" creationId="{9CDF42D3-1535-ECEA-9AE7-326BA4055603}"/>
          </ac:spMkLst>
        </pc:spChg>
      </pc:sldChg>
      <pc:sldChg chg="modSp new mod ord">
        <pc:chgData name="Hoque, Tamzidul" userId="05c62d7d-08c4-4ed9-b528-deb18472ab5f" providerId="ADAL" clId="{3A133DB6-42E9-492B-81A3-9A133F5F107F}" dt="2024-04-09T17:49:24.887" v="2425"/>
        <pc:sldMkLst>
          <pc:docMk/>
          <pc:sldMk cId="2714067594" sldId="263"/>
        </pc:sldMkLst>
        <pc:spChg chg="mod">
          <ac:chgData name="Hoque, Tamzidul" userId="05c62d7d-08c4-4ed9-b528-deb18472ab5f" providerId="ADAL" clId="{3A133DB6-42E9-492B-81A3-9A133F5F107F}" dt="2024-04-09T16:42:50.807" v="750" actId="20577"/>
          <ac:spMkLst>
            <pc:docMk/>
            <pc:sldMk cId="2714067594" sldId="263"/>
            <ac:spMk id="2" creationId="{9AB4ACB0-F1E9-87BB-B29F-C0D157850361}"/>
          </ac:spMkLst>
        </pc:spChg>
        <pc:spChg chg="mod">
          <ac:chgData name="Hoque, Tamzidul" userId="05c62d7d-08c4-4ed9-b528-deb18472ab5f" providerId="ADAL" clId="{3A133DB6-42E9-492B-81A3-9A133F5F107F}" dt="2024-04-09T16:40:54.760" v="719" actId="20577"/>
          <ac:spMkLst>
            <pc:docMk/>
            <pc:sldMk cId="2714067594" sldId="263"/>
            <ac:spMk id="3" creationId="{5E8F3484-94F1-9B1F-E0A0-60930B1B4395}"/>
          </ac:spMkLst>
        </pc:spChg>
      </pc:sldChg>
      <pc:sldChg chg="modSp new mod ord">
        <pc:chgData name="Hoque, Tamzidul" userId="05c62d7d-08c4-4ed9-b528-deb18472ab5f" providerId="ADAL" clId="{3A133DB6-42E9-492B-81A3-9A133F5F107F}" dt="2024-04-09T16:42:23.057" v="725" actId="403"/>
        <pc:sldMkLst>
          <pc:docMk/>
          <pc:sldMk cId="2111028182" sldId="264"/>
        </pc:sldMkLst>
        <pc:spChg chg="mod">
          <ac:chgData name="Hoque, Tamzidul" userId="05c62d7d-08c4-4ed9-b528-deb18472ab5f" providerId="ADAL" clId="{3A133DB6-42E9-492B-81A3-9A133F5F107F}" dt="2024-04-09T16:42:19.801" v="722"/>
          <ac:spMkLst>
            <pc:docMk/>
            <pc:sldMk cId="2111028182" sldId="264"/>
            <ac:spMk id="2" creationId="{930482F5-6B6F-244D-B5E2-970110192C28}"/>
          </ac:spMkLst>
        </pc:spChg>
        <pc:spChg chg="mod">
          <ac:chgData name="Hoque, Tamzidul" userId="05c62d7d-08c4-4ed9-b528-deb18472ab5f" providerId="ADAL" clId="{3A133DB6-42E9-492B-81A3-9A133F5F107F}" dt="2024-04-09T16:42:23.057" v="725" actId="403"/>
          <ac:spMkLst>
            <pc:docMk/>
            <pc:sldMk cId="2111028182" sldId="264"/>
            <ac:spMk id="3" creationId="{66E4BB20-D4CA-CC4E-E637-D3C55C68196F}"/>
          </ac:spMkLst>
        </pc:spChg>
      </pc:sldChg>
      <pc:sldChg chg="addSp delSp modSp new del mod">
        <pc:chgData name="Hoque, Tamzidul" userId="05c62d7d-08c4-4ed9-b528-deb18472ab5f" providerId="ADAL" clId="{3A133DB6-42E9-492B-81A3-9A133F5F107F}" dt="2024-04-09T17:50:01.816" v="2426" actId="47"/>
        <pc:sldMkLst>
          <pc:docMk/>
          <pc:sldMk cId="3861423347" sldId="265"/>
        </pc:sldMkLst>
        <pc:spChg chg="mod">
          <ac:chgData name="Hoque, Tamzidul" userId="05c62d7d-08c4-4ed9-b528-deb18472ab5f" providerId="ADAL" clId="{3A133DB6-42E9-492B-81A3-9A133F5F107F}" dt="2024-04-09T16:46:46.039" v="786" actId="1076"/>
          <ac:spMkLst>
            <pc:docMk/>
            <pc:sldMk cId="3861423347" sldId="265"/>
            <ac:spMk id="3" creationId="{F33B4CBE-C84C-B03E-AE48-BFE157E3493F}"/>
          </ac:spMkLst>
        </pc:spChg>
        <pc:spChg chg="add del mod">
          <ac:chgData name="Hoque, Tamzidul" userId="05c62d7d-08c4-4ed9-b528-deb18472ab5f" providerId="ADAL" clId="{3A133DB6-42E9-492B-81A3-9A133F5F107F}" dt="2024-04-09T17:02:28.892" v="849" actId="478"/>
          <ac:spMkLst>
            <pc:docMk/>
            <pc:sldMk cId="3861423347" sldId="265"/>
            <ac:spMk id="4" creationId="{F2A472E4-816A-3E27-89B1-27C07EC47E33}"/>
          </ac:spMkLst>
        </pc:spChg>
        <pc:spChg chg="add mod">
          <ac:chgData name="Hoque, Tamzidul" userId="05c62d7d-08c4-4ed9-b528-deb18472ab5f" providerId="ADAL" clId="{3A133DB6-42E9-492B-81A3-9A133F5F107F}" dt="2024-04-09T17:08:45.706" v="945" actId="1037"/>
          <ac:spMkLst>
            <pc:docMk/>
            <pc:sldMk cId="3861423347" sldId="265"/>
            <ac:spMk id="5" creationId="{FF5C9133-7235-BDBA-E1AF-5906D66A7BCD}"/>
          </ac:spMkLst>
        </pc:spChg>
        <pc:spChg chg="add mod">
          <ac:chgData name="Hoque, Tamzidul" userId="05c62d7d-08c4-4ed9-b528-deb18472ab5f" providerId="ADAL" clId="{3A133DB6-42E9-492B-81A3-9A133F5F107F}" dt="2024-04-09T17:08:45.706" v="945" actId="1037"/>
          <ac:spMkLst>
            <pc:docMk/>
            <pc:sldMk cId="3861423347" sldId="265"/>
            <ac:spMk id="6" creationId="{8E1B2020-3CBA-B828-3DF8-9BFB0262DD1A}"/>
          </ac:spMkLst>
        </pc:spChg>
        <pc:spChg chg="add mod">
          <ac:chgData name="Hoque, Tamzidul" userId="05c62d7d-08c4-4ed9-b528-deb18472ab5f" providerId="ADAL" clId="{3A133DB6-42E9-492B-81A3-9A133F5F107F}" dt="2024-04-09T17:08:45.706" v="945" actId="1037"/>
          <ac:spMkLst>
            <pc:docMk/>
            <pc:sldMk cId="3861423347" sldId="265"/>
            <ac:spMk id="7" creationId="{52698702-38C0-CCE0-F5AE-589B318A69B6}"/>
          </ac:spMkLst>
        </pc:spChg>
        <pc:spChg chg="add mod">
          <ac:chgData name="Hoque, Tamzidul" userId="05c62d7d-08c4-4ed9-b528-deb18472ab5f" providerId="ADAL" clId="{3A133DB6-42E9-492B-81A3-9A133F5F107F}" dt="2024-04-09T16:56:09.554" v="794" actId="571"/>
          <ac:spMkLst>
            <pc:docMk/>
            <pc:sldMk cId="3861423347" sldId="265"/>
            <ac:spMk id="11" creationId="{A970A704-73BF-FDD3-81DF-EBF282C6922F}"/>
          </ac:spMkLst>
        </pc:spChg>
        <pc:spChg chg="add mod">
          <ac:chgData name="Hoque, Tamzidul" userId="05c62d7d-08c4-4ed9-b528-deb18472ab5f" providerId="ADAL" clId="{3A133DB6-42E9-492B-81A3-9A133F5F107F}" dt="2024-04-09T17:08:45.706" v="945" actId="1037"/>
          <ac:spMkLst>
            <pc:docMk/>
            <pc:sldMk cId="3861423347" sldId="265"/>
            <ac:spMk id="19" creationId="{27D81360-9229-8F9B-7672-147831193550}"/>
          </ac:spMkLst>
        </pc:spChg>
        <pc:spChg chg="add del mod">
          <ac:chgData name="Hoque, Tamzidul" userId="05c62d7d-08c4-4ed9-b528-deb18472ab5f" providerId="ADAL" clId="{3A133DB6-42E9-492B-81A3-9A133F5F107F}" dt="2024-04-09T17:08:30.716" v="936"/>
          <ac:spMkLst>
            <pc:docMk/>
            <pc:sldMk cId="3861423347" sldId="265"/>
            <ac:spMk id="20" creationId="{DC21F687-5551-0641-F2D6-4113B3EA1DC4}"/>
          </ac:spMkLst>
        </pc:spChg>
        <pc:picChg chg="add del mod">
          <ac:chgData name="Hoque, Tamzidul" userId="05c62d7d-08c4-4ed9-b528-deb18472ab5f" providerId="ADAL" clId="{3A133DB6-42E9-492B-81A3-9A133F5F107F}" dt="2024-04-09T16:56:05.643" v="791" actId="478"/>
          <ac:picMkLst>
            <pc:docMk/>
            <pc:sldMk cId="3861423347" sldId="265"/>
            <ac:picMk id="8" creationId="{8EFECC6C-9446-B724-08DF-D61ADF25B493}"/>
          </ac:picMkLst>
        </pc:picChg>
        <pc:picChg chg="add del mod">
          <ac:chgData name="Hoque, Tamzidul" userId="05c62d7d-08c4-4ed9-b528-deb18472ab5f" providerId="ADAL" clId="{3A133DB6-42E9-492B-81A3-9A133F5F107F}" dt="2024-04-09T17:03:00.027" v="852" actId="478"/>
          <ac:picMkLst>
            <pc:docMk/>
            <pc:sldMk cId="3861423347" sldId="265"/>
            <ac:picMk id="10" creationId="{F99CCABE-3A48-E1D7-073B-644E43028BAC}"/>
          </ac:picMkLst>
        </pc:picChg>
        <pc:picChg chg="add del mod">
          <ac:chgData name="Hoque, Tamzidul" userId="05c62d7d-08c4-4ed9-b528-deb18472ab5f" providerId="ADAL" clId="{3A133DB6-42E9-492B-81A3-9A133F5F107F}" dt="2024-04-09T17:02:57.958" v="850" actId="478"/>
          <ac:picMkLst>
            <pc:docMk/>
            <pc:sldMk cId="3861423347" sldId="265"/>
            <ac:picMk id="12" creationId="{939D0252-B5F5-4FB2-5EBB-B571670D7874}"/>
          </ac:picMkLst>
        </pc:picChg>
        <pc:picChg chg="add mod">
          <ac:chgData name="Hoque, Tamzidul" userId="05c62d7d-08c4-4ed9-b528-deb18472ab5f" providerId="ADAL" clId="{3A133DB6-42E9-492B-81A3-9A133F5F107F}" dt="2024-04-09T17:03:06.636" v="855" actId="1076"/>
          <ac:picMkLst>
            <pc:docMk/>
            <pc:sldMk cId="3861423347" sldId="265"/>
            <ac:picMk id="14" creationId="{98CA02D6-97CE-50D9-E704-BBA26D3DCF5F}"/>
          </ac:picMkLst>
        </pc:picChg>
        <pc:cxnChg chg="add mod">
          <ac:chgData name="Hoque, Tamzidul" userId="05c62d7d-08c4-4ed9-b528-deb18472ab5f" providerId="ADAL" clId="{3A133DB6-42E9-492B-81A3-9A133F5F107F}" dt="2024-04-09T17:07:02.795" v="926" actId="1582"/>
          <ac:cxnSpMkLst>
            <pc:docMk/>
            <pc:sldMk cId="3861423347" sldId="265"/>
            <ac:cxnSpMk id="16" creationId="{0025BDED-8D88-A079-799A-03D522A9727E}"/>
          </ac:cxnSpMkLst>
        </pc:cxnChg>
        <pc:cxnChg chg="add mod">
          <ac:chgData name="Hoque, Tamzidul" userId="05c62d7d-08c4-4ed9-b528-deb18472ab5f" providerId="ADAL" clId="{3A133DB6-42E9-492B-81A3-9A133F5F107F}" dt="2024-04-09T17:07:10.604" v="929" actId="14100"/>
          <ac:cxnSpMkLst>
            <pc:docMk/>
            <pc:sldMk cId="3861423347" sldId="265"/>
            <ac:cxnSpMk id="17" creationId="{1FD8C2D5-71BE-608A-FFF7-00CFE3F5EE76}"/>
          </ac:cxnSpMkLst>
        </pc:cxnChg>
      </pc:sldChg>
      <pc:sldChg chg="addSp delSp modSp add del mod modNotesTx">
        <pc:chgData name="Hoque, Tamzidul" userId="05c62d7d-08c4-4ed9-b528-deb18472ab5f" providerId="ADAL" clId="{3A133DB6-42E9-492B-81A3-9A133F5F107F}" dt="2024-04-09T17:50:02.827" v="2427" actId="47"/>
        <pc:sldMkLst>
          <pc:docMk/>
          <pc:sldMk cId="3673980509" sldId="266"/>
        </pc:sldMkLst>
        <pc:spChg chg="mod">
          <ac:chgData name="Hoque, Tamzidul" userId="05c62d7d-08c4-4ed9-b528-deb18472ab5f" providerId="ADAL" clId="{3A133DB6-42E9-492B-81A3-9A133F5F107F}" dt="2024-04-09T17:22:31.934" v="1079" actId="20577"/>
          <ac:spMkLst>
            <pc:docMk/>
            <pc:sldMk cId="3673980509" sldId="266"/>
            <ac:spMk id="3" creationId="{F33B4CBE-C84C-B03E-AE48-BFE157E3493F}"/>
          </ac:spMkLst>
        </pc:spChg>
        <pc:spChg chg="add del mod">
          <ac:chgData name="Hoque, Tamzidul" userId="05c62d7d-08c4-4ed9-b528-deb18472ab5f" providerId="ADAL" clId="{3A133DB6-42E9-492B-81A3-9A133F5F107F}" dt="2024-04-09T17:22:15.835" v="1069" actId="478"/>
          <ac:spMkLst>
            <pc:docMk/>
            <pc:sldMk cId="3673980509" sldId="266"/>
            <ac:spMk id="4" creationId="{4D9FFE74-A819-F02C-4EF0-7BF6881CC052}"/>
          </ac:spMkLst>
        </pc:spChg>
        <pc:spChg chg="mod">
          <ac:chgData name="Hoque, Tamzidul" userId="05c62d7d-08c4-4ed9-b528-deb18472ab5f" providerId="ADAL" clId="{3A133DB6-42E9-492B-81A3-9A133F5F107F}" dt="2024-04-09T17:12:07.919" v="976" actId="5793"/>
          <ac:spMkLst>
            <pc:docMk/>
            <pc:sldMk cId="3673980509" sldId="266"/>
            <ac:spMk id="5" creationId="{FF5C9133-7235-BDBA-E1AF-5906D66A7BCD}"/>
          </ac:spMkLst>
        </pc:spChg>
        <pc:spChg chg="mod">
          <ac:chgData name="Hoque, Tamzidul" userId="05c62d7d-08c4-4ed9-b528-deb18472ab5f" providerId="ADAL" clId="{3A133DB6-42E9-492B-81A3-9A133F5F107F}" dt="2024-04-09T17:22:21.231" v="1072" actId="20577"/>
          <ac:spMkLst>
            <pc:docMk/>
            <pc:sldMk cId="3673980509" sldId="266"/>
            <ac:spMk id="6" creationId="{8E1B2020-3CBA-B828-3DF8-9BFB0262DD1A}"/>
          </ac:spMkLst>
        </pc:spChg>
        <pc:spChg chg="mod">
          <ac:chgData name="Hoque, Tamzidul" userId="05c62d7d-08c4-4ed9-b528-deb18472ab5f" providerId="ADAL" clId="{3A133DB6-42E9-492B-81A3-9A133F5F107F}" dt="2024-04-09T17:22:25.398" v="1074" actId="1076"/>
          <ac:spMkLst>
            <pc:docMk/>
            <pc:sldMk cId="3673980509" sldId="266"/>
            <ac:spMk id="7" creationId="{52698702-38C0-CCE0-F5AE-589B318A69B6}"/>
          </ac:spMkLst>
        </pc:spChg>
        <pc:spChg chg="add mod">
          <ac:chgData name="Hoque, Tamzidul" userId="05c62d7d-08c4-4ed9-b528-deb18472ab5f" providerId="ADAL" clId="{3A133DB6-42E9-492B-81A3-9A133F5F107F}" dt="2024-04-09T17:18:47.073" v="1009" actId="1076"/>
          <ac:spMkLst>
            <pc:docMk/>
            <pc:sldMk cId="3673980509" sldId="266"/>
            <ac:spMk id="13" creationId="{03D1C6E4-EE59-1584-7BEF-C96E5AD855D9}"/>
          </ac:spMkLst>
        </pc:spChg>
        <pc:spChg chg="add">
          <ac:chgData name="Hoque, Tamzidul" userId="05c62d7d-08c4-4ed9-b528-deb18472ab5f" providerId="ADAL" clId="{3A133DB6-42E9-492B-81A3-9A133F5F107F}" dt="2024-04-09T17:18:23.858" v="1000"/>
          <ac:spMkLst>
            <pc:docMk/>
            <pc:sldMk cId="3673980509" sldId="266"/>
            <ac:spMk id="15" creationId="{6DA450A5-7124-A0E2-BB2B-56CF3EC5CD9F}"/>
          </ac:spMkLst>
        </pc:spChg>
        <pc:spChg chg="mod">
          <ac:chgData name="Hoque, Tamzidul" userId="05c62d7d-08c4-4ed9-b528-deb18472ab5f" providerId="ADAL" clId="{3A133DB6-42E9-492B-81A3-9A133F5F107F}" dt="2024-04-09T17:22:04.310" v="1066" actId="14100"/>
          <ac:spMkLst>
            <pc:docMk/>
            <pc:sldMk cId="3673980509" sldId="266"/>
            <ac:spMk id="19" creationId="{27D81360-9229-8F9B-7672-147831193550}"/>
          </ac:spMkLst>
        </pc:spChg>
        <pc:picChg chg="add mod">
          <ac:chgData name="Hoque, Tamzidul" userId="05c62d7d-08c4-4ed9-b528-deb18472ab5f" providerId="ADAL" clId="{3A133DB6-42E9-492B-81A3-9A133F5F107F}" dt="2024-04-09T17:10:31.434" v="962" actId="1076"/>
          <ac:picMkLst>
            <pc:docMk/>
            <pc:sldMk cId="3673980509" sldId="266"/>
            <ac:picMk id="9" creationId="{D0D3C1C8-6D45-E5FA-F9A2-394BAAC8D55A}"/>
          </ac:picMkLst>
        </pc:picChg>
        <pc:picChg chg="del">
          <ac:chgData name="Hoque, Tamzidul" userId="05c62d7d-08c4-4ed9-b528-deb18472ab5f" providerId="ADAL" clId="{3A133DB6-42E9-492B-81A3-9A133F5F107F}" dt="2024-04-09T17:10:05.690" v="956" actId="478"/>
          <ac:picMkLst>
            <pc:docMk/>
            <pc:sldMk cId="3673980509" sldId="266"/>
            <ac:picMk id="14" creationId="{98CA02D6-97CE-50D9-E704-BBA26D3DCF5F}"/>
          </ac:picMkLst>
        </pc:picChg>
        <pc:cxnChg chg="mod">
          <ac:chgData name="Hoque, Tamzidul" userId="05c62d7d-08c4-4ed9-b528-deb18472ab5f" providerId="ADAL" clId="{3A133DB6-42E9-492B-81A3-9A133F5F107F}" dt="2024-04-09T17:10:37.735" v="964" actId="14100"/>
          <ac:cxnSpMkLst>
            <pc:docMk/>
            <pc:sldMk cId="3673980509" sldId="266"/>
            <ac:cxnSpMk id="16" creationId="{0025BDED-8D88-A079-799A-03D522A9727E}"/>
          </ac:cxnSpMkLst>
        </pc:cxnChg>
        <pc:cxnChg chg="mod">
          <ac:chgData name="Hoque, Tamzidul" userId="05c62d7d-08c4-4ed9-b528-deb18472ab5f" providerId="ADAL" clId="{3A133DB6-42E9-492B-81A3-9A133F5F107F}" dt="2024-04-09T17:21:47.476" v="1064" actId="14100"/>
          <ac:cxnSpMkLst>
            <pc:docMk/>
            <pc:sldMk cId="3673980509" sldId="266"/>
            <ac:cxnSpMk id="17" creationId="{1FD8C2D5-71BE-608A-FFF7-00CFE3F5EE76}"/>
          </ac:cxnSpMkLst>
        </pc:cxnChg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1672015912" sldId="300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2528370577" sldId="300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1006563166" sldId="301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1220268458" sldId="301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2900012680" sldId="302"/>
        </pc:sldMkLst>
      </pc:sldChg>
      <pc:sldChg chg="add del">
        <pc:chgData name="Hoque, Tamzidul" userId="05c62d7d-08c4-4ed9-b528-deb18472ab5f" providerId="ADAL" clId="{3A133DB6-42E9-492B-81A3-9A133F5F107F}" dt="2024-04-09T17:33:27.913" v="1083" actId="47"/>
        <pc:sldMkLst>
          <pc:docMk/>
          <pc:sldMk cId="4000532293" sldId="302"/>
        </pc:sldMkLst>
      </pc:sldChg>
      <pc:sldChg chg="addSp delSp modSp add mod">
        <pc:chgData name="Hoque, Tamzidul" userId="05c62d7d-08c4-4ed9-b528-deb18472ab5f" providerId="ADAL" clId="{3A133DB6-42E9-492B-81A3-9A133F5F107F}" dt="2024-04-09T17:50:14.244" v="2441" actId="478"/>
        <pc:sldMkLst>
          <pc:docMk/>
          <pc:sldMk cId="464882428" sldId="303"/>
        </pc:sldMkLst>
        <pc:spChg chg="add del mod">
          <ac:chgData name="Hoque, Tamzidul" userId="05c62d7d-08c4-4ed9-b528-deb18472ab5f" providerId="ADAL" clId="{3A133DB6-42E9-492B-81A3-9A133F5F107F}" dt="2024-04-09T17:50:14.244" v="2441" actId="478"/>
          <ac:spMkLst>
            <pc:docMk/>
            <pc:sldMk cId="464882428" sldId="303"/>
            <ac:spMk id="3" creationId="{E172B12D-4ABB-3FD1-20A3-3566A6916F67}"/>
          </ac:spMkLst>
        </pc:spChg>
        <pc:spChg chg="del mod">
          <ac:chgData name="Hoque, Tamzidul" userId="05c62d7d-08c4-4ed9-b528-deb18472ab5f" providerId="ADAL" clId="{3A133DB6-42E9-492B-81A3-9A133F5F107F}" dt="2024-04-09T17:50:11.799" v="2440" actId="478"/>
          <ac:spMkLst>
            <pc:docMk/>
            <pc:sldMk cId="464882428" sldId="303"/>
            <ac:spMk id="67" creationId="{00000000-0000-0000-0000-000000000000}"/>
          </ac:spMkLst>
        </pc:spChg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2897860610" sldId="303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922484796" sldId="307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2072782624" sldId="307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1499626806" sldId="308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2891451761" sldId="308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173324361" sldId="309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2561621129" sldId="309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1104344669" sldId="310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3247054293" sldId="310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1869151086" sldId="311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3260091979" sldId="311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974321644" sldId="312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3587578468" sldId="312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2513126496" sldId="313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3348446497" sldId="313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16910359" sldId="314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184989953" sldId="314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2927702226" sldId="315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3480581160" sldId="315"/>
        </pc:sldMkLst>
      </pc:sldChg>
      <pc:sldChg chg="add del">
        <pc:chgData name="Hoque, Tamzidul" userId="05c62d7d-08c4-4ed9-b528-deb18472ab5f" providerId="ADAL" clId="{3A133DB6-42E9-492B-81A3-9A133F5F107F}" dt="2024-04-09T17:31:15.629" v="1081" actId="2696"/>
        <pc:sldMkLst>
          <pc:docMk/>
          <pc:sldMk cId="401857037" sldId="316"/>
        </pc:sldMkLst>
      </pc:sldChg>
      <pc:sldChg chg="add del">
        <pc:chgData name="Hoque, Tamzidul" userId="05c62d7d-08c4-4ed9-b528-deb18472ab5f" providerId="ADAL" clId="{3A133DB6-42E9-492B-81A3-9A133F5F107F}" dt="2024-04-09T17:43:42.409" v="1578" actId="47"/>
        <pc:sldMkLst>
          <pc:docMk/>
          <pc:sldMk cId="755773855" sldId="316"/>
        </pc:sldMkLst>
      </pc:sldChg>
      <pc:sldChg chg="add">
        <pc:chgData name="Hoque, Tamzidul" userId="05c62d7d-08c4-4ed9-b528-deb18472ab5f" providerId="ADAL" clId="{3A133DB6-42E9-492B-81A3-9A133F5F107F}" dt="2024-04-09T17:38:21.487" v="1084"/>
        <pc:sldMkLst>
          <pc:docMk/>
          <pc:sldMk cId="2087595497" sldId="317"/>
        </pc:sldMkLst>
      </pc:sldChg>
      <pc:sldChg chg="addSp delSp modSp add mod">
        <pc:chgData name="Hoque, Tamzidul" userId="05c62d7d-08c4-4ed9-b528-deb18472ab5f" providerId="ADAL" clId="{3A133DB6-42E9-492B-81A3-9A133F5F107F}" dt="2024-04-09T17:52:51.532" v="2626" actId="14100"/>
        <pc:sldMkLst>
          <pc:docMk/>
          <pc:sldMk cId="1255516666" sldId="318"/>
        </pc:sldMkLst>
        <pc:spChg chg="del mod">
          <ac:chgData name="Hoque, Tamzidul" userId="05c62d7d-08c4-4ed9-b528-deb18472ab5f" providerId="ADAL" clId="{3A133DB6-42E9-492B-81A3-9A133F5F107F}" dt="2024-04-09T17:52:10.693" v="2553" actId="478"/>
          <ac:spMkLst>
            <pc:docMk/>
            <pc:sldMk cId="1255516666" sldId="318"/>
            <ac:spMk id="2" creationId="{D0FDA16D-2A08-8970-61A2-29F4907C1002}"/>
          </ac:spMkLst>
        </pc:spChg>
        <pc:spChg chg="mod">
          <ac:chgData name="Hoque, Tamzidul" userId="05c62d7d-08c4-4ed9-b528-deb18472ab5f" providerId="ADAL" clId="{3A133DB6-42E9-492B-81A3-9A133F5F107F}" dt="2024-04-09T17:39:45.976" v="1178" actId="20577"/>
          <ac:spMkLst>
            <pc:docMk/>
            <pc:sldMk cId="1255516666" sldId="318"/>
            <ac:spMk id="3" creationId="{F33B4CBE-C84C-B03E-AE48-BFE157E3493F}"/>
          </ac:spMkLst>
        </pc:spChg>
        <pc:spChg chg="mod">
          <ac:chgData name="Hoque, Tamzidul" userId="05c62d7d-08c4-4ed9-b528-deb18472ab5f" providerId="ADAL" clId="{3A133DB6-42E9-492B-81A3-9A133F5F107F}" dt="2024-04-09T17:40:30.901" v="1184" actId="20577"/>
          <ac:spMkLst>
            <pc:docMk/>
            <pc:sldMk cId="1255516666" sldId="318"/>
            <ac:spMk id="5" creationId="{FF5C9133-7235-BDBA-E1AF-5906D66A7BCD}"/>
          </ac:spMkLst>
        </pc:spChg>
        <pc:spChg chg="mod">
          <ac:chgData name="Hoque, Tamzidul" userId="05c62d7d-08c4-4ed9-b528-deb18472ab5f" providerId="ADAL" clId="{3A133DB6-42E9-492B-81A3-9A133F5F107F}" dt="2024-04-09T17:39:06.262" v="1095" actId="1076"/>
          <ac:spMkLst>
            <pc:docMk/>
            <pc:sldMk cId="1255516666" sldId="318"/>
            <ac:spMk id="6" creationId="{8E1B2020-3CBA-B828-3DF8-9BFB0262DD1A}"/>
          </ac:spMkLst>
        </pc:spChg>
        <pc:spChg chg="mod">
          <ac:chgData name="Hoque, Tamzidul" userId="05c62d7d-08c4-4ed9-b528-deb18472ab5f" providerId="ADAL" clId="{3A133DB6-42E9-492B-81A3-9A133F5F107F}" dt="2024-04-09T17:39:06.262" v="1095" actId="1076"/>
          <ac:spMkLst>
            <pc:docMk/>
            <pc:sldMk cId="1255516666" sldId="318"/>
            <ac:spMk id="7" creationId="{52698702-38C0-CCE0-F5AE-589B318A69B6}"/>
          </ac:spMkLst>
        </pc:spChg>
        <pc:spChg chg="add mod">
          <ac:chgData name="Hoque, Tamzidul" userId="05c62d7d-08c4-4ed9-b528-deb18472ab5f" providerId="ADAL" clId="{3A133DB6-42E9-492B-81A3-9A133F5F107F}" dt="2024-04-09T17:39:19.196" v="1105" actId="20577"/>
          <ac:spMkLst>
            <pc:docMk/>
            <pc:sldMk cId="1255516666" sldId="318"/>
            <ac:spMk id="14" creationId="{44B1A64B-E071-59CC-8020-EA7A31B5F647}"/>
          </ac:spMkLst>
        </pc:spChg>
        <pc:spChg chg="mod">
          <ac:chgData name="Hoque, Tamzidul" userId="05c62d7d-08c4-4ed9-b528-deb18472ab5f" providerId="ADAL" clId="{3A133DB6-42E9-492B-81A3-9A133F5F107F}" dt="2024-04-09T17:39:06.262" v="1095" actId="1076"/>
          <ac:spMkLst>
            <pc:docMk/>
            <pc:sldMk cId="1255516666" sldId="318"/>
            <ac:spMk id="19" creationId="{27D81360-9229-8F9B-7672-147831193550}"/>
          </ac:spMkLst>
        </pc:spChg>
        <pc:spChg chg="add mod">
          <ac:chgData name="Hoque, Tamzidul" userId="05c62d7d-08c4-4ed9-b528-deb18472ab5f" providerId="ADAL" clId="{3A133DB6-42E9-492B-81A3-9A133F5F107F}" dt="2024-04-09T17:52:08.060" v="2551" actId="14100"/>
          <ac:spMkLst>
            <pc:docMk/>
            <pc:sldMk cId="1255516666" sldId="318"/>
            <ac:spMk id="20" creationId="{DC3CDC68-CA0C-A0E9-6261-10FE59FF1428}"/>
          </ac:spMkLst>
        </pc:spChg>
        <pc:spChg chg="add mod">
          <ac:chgData name="Hoque, Tamzidul" userId="05c62d7d-08c4-4ed9-b528-deb18472ab5f" providerId="ADAL" clId="{3A133DB6-42E9-492B-81A3-9A133F5F107F}" dt="2024-04-09T17:52:35.922" v="2592" actId="1076"/>
          <ac:spMkLst>
            <pc:docMk/>
            <pc:sldMk cId="1255516666" sldId="318"/>
            <ac:spMk id="21" creationId="{62B66E43-E40F-9F8F-84FC-28C467FB5004}"/>
          </ac:spMkLst>
        </pc:spChg>
        <pc:spChg chg="add mod">
          <ac:chgData name="Hoque, Tamzidul" userId="05c62d7d-08c4-4ed9-b528-deb18472ab5f" providerId="ADAL" clId="{3A133DB6-42E9-492B-81A3-9A133F5F107F}" dt="2024-04-09T17:52:51.532" v="2626" actId="14100"/>
          <ac:spMkLst>
            <pc:docMk/>
            <pc:sldMk cId="1255516666" sldId="318"/>
            <ac:spMk id="22" creationId="{EEE1B13F-C292-59D9-F013-A784206BE462}"/>
          </ac:spMkLst>
        </pc:spChg>
        <pc:picChg chg="add mod">
          <ac:chgData name="Hoque, Tamzidul" userId="05c62d7d-08c4-4ed9-b528-deb18472ab5f" providerId="ADAL" clId="{3A133DB6-42E9-492B-81A3-9A133F5F107F}" dt="2024-04-09T17:38:44.400" v="1090" actId="1076"/>
          <ac:picMkLst>
            <pc:docMk/>
            <pc:sldMk cId="1255516666" sldId="318"/>
            <ac:picMk id="8" creationId="{3B474AA9-EC0F-DFE2-0572-58B355FB7A9A}"/>
          </ac:picMkLst>
        </pc:picChg>
        <pc:picChg chg="del">
          <ac:chgData name="Hoque, Tamzidul" userId="05c62d7d-08c4-4ed9-b528-deb18472ab5f" providerId="ADAL" clId="{3A133DB6-42E9-492B-81A3-9A133F5F107F}" dt="2024-04-09T17:38:37.199" v="1088" actId="478"/>
          <ac:picMkLst>
            <pc:docMk/>
            <pc:sldMk cId="1255516666" sldId="318"/>
            <ac:picMk id="9" creationId="{D0D3C1C8-6D45-E5FA-F9A2-394BAAC8D55A}"/>
          </ac:picMkLst>
        </pc:picChg>
        <pc:cxnChg chg="mod">
          <ac:chgData name="Hoque, Tamzidul" userId="05c62d7d-08c4-4ed9-b528-deb18472ab5f" providerId="ADAL" clId="{3A133DB6-42E9-492B-81A3-9A133F5F107F}" dt="2024-04-09T17:39:08.801" v="1096" actId="14100"/>
          <ac:cxnSpMkLst>
            <pc:docMk/>
            <pc:sldMk cId="1255516666" sldId="318"/>
            <ac:cxnSpMk id="16" creationId="{0025BDED-8D88-A079-799A-03D522A9727E}"/>
          </ac:cxnSpMkLst>
        </pc:cxnChg>
        <pc:cxnChg chg="mod">
          <ac:chgData name="Hoque, Tamzidul" userId="05c62d7d-08c4-4ed9-b528-deb18472ab5f" providerId="ADAL" clId="{3A133DB6-42E9-492B-81A3-9A133F5F107F}" dt="2024-04-09T17:39:11.322" v="1097" actId="14100"/>
          <ac:cxnSpMkLst>
            <pc:docMk/>
            <pc:sldMk cId="1255516666" sldId="318"/>
            <ac:cxnSpMk id="17" creationId="{1FD8C2D5-71BE-608A-FFF7-00CFE3F5EE76}"/>
          </ac:cxnSpMkLst>
        </pc:cxnChg>
      </pc:sldChg>
      <pc:sldChg chg="addSp modSp new mod modAnim modNotesTx">
        <pc:chgData name="Hoque, Tamzidul" userId="05c62d7d-08c4-4ed9-b528-deb18472ab5f" providerId="ADAL" clId="{3A133DB6-42E9-492B-81A3-9A133F5F107F}" dt="2024-04-09T17:46:28.326" v="2065" actId="20577"/>
        <pc:sldMkLst>
          <pc:docMk/>
          <pc:sldMk cId="259935633" sldId="319"/>
        </pc:sldMkLst>
        <pc:spChg chg="add mod">
          <ac:chgData name="Hoque, Tamzidul" userId="05c62d7d-08c4-4ed9-b528-deb18472ab5f" providerId="ADAL" clId="{3A133DB6-42E9-492B-81A3-9A133F5F107F}" dt="2024-04-09T17:40:40.531" v="1186" actId="1076"/>
          <ac:spMkLst>
            <pc:docMk/>
            <pc:sldMk cId="259935633" sldId="319"/>
            <ac:spMk id="3" creationId="{3910FB04-B20F-9E15-21EA-B5000906725B}"/>
          </ac:spMkLst>
        </pc:spChg>
        <pc:spChg chg="add mod">
          <ac:chgData name="Hoque, Tamzidul" userId="05c62d7d-08c4-4ed9-b528-deb18472ab5f" providerId="ADAL" clId="{3A133DB6-42E9-492B-81A3-9A133F5F107F}" dt="2024-04-09T17:40:34.221" v="1185" actId="20577"/>
          <ac:spMkLst>
            <pc:docMk/>
            <pc:sldMk cId="259935633" sldId="319"/>
            <ac:spMk id="4" creationId="{B24489DB-F027-444A-7A27-C382E33E6A10}"/>
          </ac:spMkLst>
        </pc:spChg>
        <pc:spChg chg="add mod">
          <ac:chgData name="Hoque, Tamzidul" userId="05c62d7d-08c4-4ed9-b528-deb18472ab5f" providerId="ADAL" clId="{3A133DB6-42E9-492B-81A3-9A133F5F107F}" dt="2024-04-09T17:40:27.909" v="1183"/>
          <ac:spMkLst>
            <pc:docMk/>
            <pc:sldMk cId="259935633" sldId="319"/>
            <ac:spMk id="5" creationId="{F196A0E6-3064-3037-3BC6-85AD90E44973}"/>
          </ac:spMkLst>
        </pc:spChg>
        <pc:spChg chg="add mod">
          <ac:chgData name="Hoque, Tamzidul" userId="05c62d7d-08c4-4ed9-b528-deb18472ab5f" providerId="ADAL" clId="{3A133DB6-42E9-492B-81A3-9A133F5F107F}" dt="2024-04-09T17:40:27.909" v="1183"/>
          <ac:spMkLst>
            <pc:docMk/>
            <pc:sldMk cId="259935633" sldId="319"/>
            <ac:spMk id="6" creationId="{D7A820A2-1A32-BD0E-2ABC-F8F00A14E1D3}"/>
          </ac:spMkLst>
        </pc:spChg>
        <pc:spChg chg="add mod">
          <ac:chgData name="Hoque, Tamzidul" userId="05c62d7d-08c4-4ed9-b528-deb18472ab5f" providerId="ADAL" clId="{3A133DB6-42E9-492B-81A3-9A133F5F107F}" dt="2024-04-09T17:40:27.909" v="1183"/>
          <ac:spMkLst>
            <pc:docMk/>
            <pc:sldMk cId="259935633" sldId="319"/>
            <ac:spMk id="9" creationId="{EF9B496C-EF32-EA26-6C65-11A27B8C800B}"/>
          </ac:spMkLst>
        </pc:spChg>
        <pc:spChg chg="add mod">
          <ac:chgData name="Hoque, Tamzidul" userId="05c62d7d-08c4-4ed9-b528-deb18472ab5f" providerId="ADAL" clId="{3A133DB6-42E9-492B-81A3-9A133F5F107F}" dt="2024-04-09T17:40:27.909" v="1183"/>
          <ac:spMkLst>
            <pc:docMk/>
            <pc:sldMk cId="259935633" sldId="319"/>
            <ac:spMk id="11" creationId="{56973C51-94D8-AEFB-30F8-309C71E8AAAF}"/>
          </ac:spMkLst>
        </pc:spChg>
        <pc:spChg chg="add mod">
          <ac:chgData name="Hoque, Tamzidul" userId="05c62d7d-08c4-4ed9-b528-deb18472ab5f" providerId="ADAL" clId="{3A133DB6-42E9-492B-81A3-9A133F5F107F}" dt="2024-04-09T17:43:22.409" v="1577" actId="5793"/>
          <ac:spMkLst>
            <pc:docMk/>
            <pc:sldMk cId="259935633" sldId="319"/>
            <ac:spMk id="12" creationId="{494681AE-CD5C-E9DA-157A-289B940A9929}"/>
          </ac:spMkLst>
        </pc:spChg>
        <pc:spChg chg="add mod">
          <ac:chgData name="Hoque, Tamzidul" userId="05c62d7d-08c4-4ed9-b528-deb18472ab5f" providerId="ADAL" clId="{3A133DB6-42E9-492B-81A3-9A133F5F107F}" dt="2024-04-09T17:42:10.011" v="1399" actId="1076"/>
          <ac:spMkLst>
            <pc:docMk/>
            <pc:sldMk cId="259935633" sldId="319"/>
            <ac:spMk id="13" creationId="{CE11454C-2479-C903-B694-B015BE3F318F}"/>
          </ac:spMkLst>
        </pc:spChg>
        <pc:spChg chg="add mod">
          <ac:chgData name="Hoque, Tamzidul" userId="05c62d7d-08c4-4ed9-b528-deb18472ab5f" providerId="ADAL" clId="{3A133DB6-42E9-492B-81A3-9A133F5F107F}" dt="2024-04-09T17:46:28.326" v="2065" actId="20577"/>
          <ac:spMkLst>
            <pc:docMk/>
            <pc:sldMk cId="259935633" sldId="319"/>
            <ac:spMk id="14" creationId="{FAFDF774-3F7C-6FBA-AA2F-65A92DB2EAB4}"/>
          </ac:spMkLst>
        </pc:spChg>
        <pc:spChg chg="add mod">
          <ac:chgData name="Hoque, Tamzidul" userId="05c62d7d-08c4-4ed9-b528-deb18472ab5f" providerId="ADAL" clId="{3A133DB6-42E9-492B-81A3-9A133F5F107F}" dt="2024-04-09T17:42:24.957" v="1402"/>
          <ac:spMkLst>
            <pc:docMk/>
            <pc:sldMk cId="259935633" sldId="319"/>
            <ac:spMk id="15" creationId="{AFF3E002-0B9B-5036-460E-F4B184B82F20}"/>
          </ac:spMkLst>
        </pc:spChg>
        <pc:picChg chg="add mod">
          <ac:chgData name="Hoque, Tamzidul" userId="05c62d7d-08c4-4ed9-b528-deb18472ab5f" providerId="ADAL" clId="{3A133DB6-42E9-492B-81A3-9A133F5F107F}" dt="2024-04-09T17:40:27.909" v="1183"/>
          <ac:picMkLst>
            <pc:docMk/>
            <pc:sldMk cId="259935633" sldId="319"/>
            <ac:picMk id="10" creationId="{1BE087BB-9BF8-4A07-9D84-32134AD4E70A}"/>
          </ac:picMkLst>
        </pc:picChg>
        <pc:cxnChg chg="add mod">
          <ac:chgData name="Hoque, Tamzidul" userId="05c62d7d-08c4-4ed9-b528-deb18472ab5f" providerId="ADAL" clId="{3A133DB6-42E9-492B-81A3-9A133F5F107F}" dt="2024-04-09T17:40:27.909" v="1183"/>
          <ac:cxnSpMkLst>
            <pc:docMk/>
            <pc:sldMk cId="259935633" sldId="319"/>
            <ac:cxnSpMk id="7" creationId="{433FD2D2-8675-1AFB-DE47-085EC43251DD}"/>
          </ac:cxnSpMkLst>
        </pc:cxnChg>
        <pc:cxnChg chg="add mod">
          <ac:chgData name="Hoque, Tamzidul" userId="05c62d7d-08c4-4ed9-b528-deb18472ab5f" providerId="ADAL" clId="{3A133DB6-42E9-492B-81A3-9A133F5F107F}" dt="2024-04-09T17:40:27.909" v="1183"/>
          <ac:cxnSpMkLst>
            <pc:docMk/>
            <pc:sldMk cId="259935633" sldId="319"/>
            <ac:cxnSpMk id="8" creationId="{FCEF87AD-90BA-DF0D-7ADE-3AAFA65380E5}"/>
          </ac:cxnSpMkLst>
        </pc:cxnChg>
      </pc:sldChg>
      <pc:sldChg chg="addSp delSp modSp add mod delAnim">
        <pc:chgData name="Hoque, Tamzidul" userId="05c62d7d-08c4-4ed9-b528-deb18472ab5f" providerId="ADAL" clId="{3A133DB6-42E9-492B-81A3-9A133F5F107F}" dt="2024-04-09T17:53:10.136" v="2627"/>
        <pc:sldMkLst>
          <pc:docMk/>
          <pc:sldMk cId="3006639100" sldId="320"/>
        </pc:sldMkLst>
        <pc:spChg chg="mod">
          <ac:chgData name="Hoque, Tamzidul" userId="05c62d7d-08c4-4ed9-b528-deb18472ab5f" providerId="ADAL" clId="{3A133DB6-42E9-492B-81A3-9A133F5F107F}" dt="2024-04-09T17:46:34.176" v="2077" actId="20577"/>
          <ac:spMkLst>
            <pc:docMk/>
            <pc:sldMk cId="3006639100" sldId="320"/>
            <ac:spMk id="6" creationId="{D7A820A2-1A32-BD0E-2ABC-F8F00A14E1D3}"/>
          </ac:spMkLst>
        </pc:spChg>
        <pc:spChg chg="mod">
          <ac:chgData name="Hoque, Tamzidul" userId="05c62d7d-08c4-4ed9-b528-deb18472ab5f" providerId="ADAL" clId="{3A133DB6-42E9-492B-81A3-9A133F5F107F}" dt="2024-04-09T17:44:55.121" v="1730" actId="20577"/>
          <ac:spMkLst>
            <pc:docMk/>
            <pc:sldMk cId="3006639100" sldId="320"/>
            <ac:spMk id="12" creationId="{494681AE-CD5C-E9DA-157A-289B940A9929}"/>
          </ac:spMkLst>
        </pc:spChg>
        <pc:spChg chg="mod">
          <ac:chgData name="Hoque, Tamzidul" userId="05c62d7d-08c4-4ed9-b528-deb18472ab5f" providerId="ADAL" clId="{3A133DB6-42E9-492B-81A3-9A133F5F107F}" dt="2024-04-09T17:46:38.785" v="2108" actId="20577"/>
          <ac:spMkLst>
            <pc:docMk/>
            <pc:sldMk cId="3006639100" sldId="320"/>
            <ac:spMk id="13" creationId="{CE11454C-2479-C903-B694-B015BE3F318F}"/>
          </ac:spMkLst>
        </pc:spChg>
        <pc:spChg chg="del mod">
          <ac:chgData name="Hoque, Tamzidul" userId="05c62d7d-08c4-4ed9-b528-deb18472ab5f" providerId="ADAL" clId="{3A133DB6-42E9-492B-81A3-9A133F5F107F}" dt="2024-04-09T17:45:11.406" v="1732" actId="478"/>
          <ac:spMkLst>
            <pc:docMk/>
            <pc:sldMk cId="3006639100" sldId="320"/>
            <ac:spMk id="14" creationId="{FAFDF774-3F7C-6FBA-AA2F-65A92DB2EAB4}"/>
          </ac:spMkLst>
        </pc:spChg>
        <pc:spChg chg="add mod">
          <ac:chgData name="Hoque, Tamzidul" userId="05c62d7d-08c4-4ed9-b528-deb18472ab5f" providerId="ADAL" clId="{3A133DB6-42E9-492B-81A3-9A133F5F107F}" dt="2024-04-09T17:53:10.136" v="2627"/>
          <ac:spMkLst>
            <pc:docMk/>
            <pc:sldMk cId="3006639100" sldId="320"/>
            <ac:spMk id="15" creationId="{B047C58B-FA4A-6A37-1ACF-4DB2BED05ED0}"/>
          </ac:spMkLst>
        </pc:spChg>
        <pc:spChg chg="add mod">
          <ac:chgData name="Hoque, Tamzidul" userId="05c62d7d-08c4-4ed9-b528-deb18472ab5f" providerId="ADAL" clId="{3A133DB6-42E9-492B-81A3-9A133F5F107F}" dt="2024-04-09T17:53:10.136" v="2627"/>
          <ac:spMkLst>
            <pc:docMk/>
            <pc:sldMk cId="3006639100" sldId="320"/>
            <ac:spMk id="16" creationId="{02413EEE-539A-B8BF-C859-0C0AE89E69EF}"/>
          </ac:spMkLst>
        </pc:spChg>
      </pc:sldChg>
      <pc:sldChg chg="modSp add mod">
        <pc:chgData name="Hoque, Tamzidul" userId="05c62d7d-08c4-4ed9-b528-deb18472ab5f" providerId="ADAL" clId="{3A133DB6-42E9-492B-81A3-9A133F5F107F}" dt="2024-04-09T17:46:48.076" v="2109" actId="20577"/>
        <pc:sldMkLst>
          <pc:docMk/>
          <pc:sldMk cId="3772092131" sldId="321"/>
        </pc:sldMkLst>
        <pc:spChg chg="mod">
          <ac:chgData name="Hoque, Tamzidul" userId="05c62d7d-08c4-4ed9-b528-deb18472ab5f" providerId="ADAL" clId="{3A133DB6-42E9-492B-81A3-9A133F5F107F}" dt="2024-04-09T17:46:48.076" v="2109" actId="20577"/>
          <ac:spMkLst>
            <pc:docMk/>
            <pc:sldMk cId="3772092131" sldId="321"/>
            <ac:spMk id="6" creationId="{D7A820A2-1A32-BD0E-2ABC-F8F00A14E1D3}"/>
          </ac:spMkLst>
        </pc:spChg>
        <pc:spChg chg="mod">
          <ac:chgData name="Hoque, Tamzidul" userId="05c62d7d-08c4-4ed9-b528-deb18472ab5f" providerId="ADAL" clId="{3A133DB6-42E9-492B-81A3-9A133F5F107F}" dt="2024-04-09T17:46:12.215" v="1919" actId="20577"/>
          <ac:spMkLst>
            <pc:docMk/>
            <pc:sldMk cId="3772092131" sldId="321"/>
            <ac:spMk id="12" creationId="{494681AE-CD5C-E9DA-157A-289B940A9929}"/>
          </ac:spMkLst>
        </pc:spChg>
        <pc:spChg chg="mod">
          <ac:chgData name="Hoque, Tamzidul" userId="05c62d7d-08c4-4ed9-b528-deb18472ab5f" providerId="ADAL" clId="{3A133DB6-42E9-492B-81A3-9A133F5F107F}" dt="2024-04-09T17:46:17.466" v="1952" actId="20577"/>
          <ac:spMkLst>
            <pc:docMk/>
            <pc:sldMk cId="3772092131" sldId="321"/>
            <ac:spMk id="13" creationId="{CE11454C-2479-C903-B694-B015BE3F318F}"/>
          </ac:spMkLst>
        </pc:spChg>
      </pc:sldChg>
      <pc:sldChg chg="delSp modSp add mod">
        <pc:chgData name="Hoque, Tamzidul" userId="05c62d7d-08c4-4ed9-b528-deb18472ab5f" providerId="ADAL" clId="{3A133DB6-42E9-492B-81A3-9A133F5F107F}" dt="2024-04-09T17:48:55.157" v="2419" actId="12"/>
        <pc:sldMkLst>
          <pc:docMk/>
          <pc:sldMk cId="1685696865" sldId="322"/>
        </pc:sldMkLst>
        <pc:spChg chg="del">
          <ac:chgData name="Hoque, Tamzidul" userId="05c62d7d-08c4-4ed9-b528-deb18472ab5f" providerId="ADAL" clId="{3A133DB6-42E9-492B-81A3-9A133F5F107F}" dt="2024-04-09T17:48:22.337" v="2294" actId="478"/>
          <ac:spMkLst>
            <pc:docMk/>
            <pc:sldMk cId="1685696865" sldId="322"/>
            <ac:spMk id="3" creationId="{3910FB04-B20F-9E15-21EA-B5000906725B}"/>
          </ac:spMkLst>
        </pc:spChg>
        <pc:spChg chg="mod">
          <ac:chgData name="Hoque, Tamzidul" userId="05c62d7d-08c4-4ed9-b528-deb18472ab5f" providerId="ADAL" clId="{3A133DB6-42E9-492B-81A3-9A133F5F107F}" dt="2024-04-09T17:48:08.105" v="2269" actId="14100"/>
          <ac:spMkLst>
            <pc:docMk/>
            <pc:sldMk cId="1685696865" sldId="322"/>
            <ac:spMk id="5" creationId="{F196A0E6-3064-3037-3BC6-85AD90E44973}"/>
          </ac:spMkLst>
        </pc:spChg>
        <pc:spChg chg="mod">
          <ac:chgData name="Hoque, Tamzidul" userId="05c62d7d-08c4-4ed9-b528-deb18472ab5f" providerId="ADAL" clId="{3A133DB6-42E9-492B-81A3-9A133F5F107F}" dt="2024-04-09T17:48:10.133" v="2270" actId="14100"/>
          <ac:spMkLst>
            <pc:docMk/>
            <pc:sldMk cId="1685696865" sldId="322"/>
            <ac:spMk id="6" creationId="{D7A820A2-1A32-BD0E-2ABC-F8F00A14E1D3}"/>
          </ac:spMkLst>
        </pc:spChg>
        <pc:spChg chg="mod">
          <ac:chgData name="Hoque, Tamzidul" userId="05c62d7d-08c4-4ed9-b528-deb18472ab5f" providerId="ADAL" clId="{3A133DB6-42E9-492B-81A3-9A133F5F107F}" dt="2024-04-09T17:48:55.157" v="2419" actId="12"/>
          <ac:spMkLst>
            <pc:docMk/>
            <pc:sldMk cId="1685696865" sldId="322"/>
            <ac:spMk id="12" creationId="{494681AE-CD5C-E9DA-157A-289B940A9929}"/>
          </ac:spMkLst>
        </pc:spChg>
        <pc:spChg chg="mod">
          <ac:chgData name="Hoque, Tamzidul" userId="05c62d7d-08c4-4ed9-b528-deb18472ab5f" providerId="ADAL" clId="{3A133DB6-42E9-492B-81A3-9A133F5F107F}" dt="2024-04-09T17:48:17.217" v="2286" actId="207"/>
          <ac:spMkLst>
            <pc:docMk/>
            <pc:sldMk cId="1685696865" sldId="322"/>
            <ac:spMk id="13" creationId="{CE11454C-2479-C903-B694-B015BE3F318F}"/>
          </ac:spMkLst>
        </pc:spChg>
      </pc:sldChg>
      <pc:sldChg chg="modSp add mod ord">
        <pc:chgData name="Hoque, Tamzidul" userId="05c62d7d-08c4-4ed9-b528-deb18472ab5f" providerId="ADAL" clId="{3A133DB6-42E9-492B-81A3-9A133F5F107F}" dt="2024-04-09T17:50:44.795" v="2503" actId="20577"/>
        <pc:sldMkLst>
          <pc:docMk/>
          <pc:sldMk cId="2658702399" sldId="323"/>
        </pc:sldMkLst>
        <pc:spChg chg="mod">
          <ac:chgData name="Hoque, Tamzidul" userId="05c62d7d-08c4-4ed9-b528-deb18472ab5f" providerId="ADAL" clId="{3A133DB6-42E9-492B-81A3-9A133F5F107F}" dt="2024-04-09T17:50:44.795" v="2503" actId="20577"/>
          <ac:spMkLst>
            <pc:docMk/>
            <pc:sldMk cId="2658702399" sldId="323"/>
            <ac:spMk id="3" creationId="{00000000-0000-0000-0000-000000000000}"/>
          </ac:spMkLst>
        </pc:spChg>
      </pc:sldChg>
      <pc:sldMasterChg chg="delSldLayout">
        <pc:chgData name="Hoque, Tamzidul" userId="05c62d7d-08c4-4ed9-b528-deb18472ab5f" providerId="ADAL" clId="{3A133DB6-42E9-492B-81A3-9A133F5F107F}" dt="2024-04-09T17:31:15.629" v="1081" actId="2696"/>
        <pc:sldMasterMkLst>
          <pc:docMk/>
          <pc:sldMasterMk cId="754146268" sldId="2147483648"/>
        </pc:sldMasterMkLst>
        <pc:sldLayoutChg chg="del">
          <pc:chgData name="Hoque, Tamzidul" userId="05c62d7d-08c4-4ed9-b528-deb18472ab5f" providerId="ADAL" clId="{3A133DB6-42E9-492B-81A3-9A133F5F107F}" dt="2024-04-09T17:31:15.629" v="1081" actId="2696"/>
          <pc:sldLayoutMkLst>
            <pc:docMk/>
            <pc:sldMasterMk cId="754146268" sldId="2147483648"/>
            <pc:sldLayoutMk cId="2974215787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D8865-BD68-4301-8035-2AE880A337E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F531A-E657-4CAB-A5C3-13410CAD4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5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 *s: This declares a parameter s which is a pointer to a character. </a:t>
            </a:r>
          </a:p>
          <a:p>
            <a:r>
              <a:rPr lang="en-US" dirty="0"/>
              <a:t>Pointers are variables that store memory addresses. Here, s is expected to point to the first character of a zero-terminated string, </a:t>
            </a:r>
          </a:p>
          <a:p>
            <a:r>
              <a:rPr lang="en-US" dirty="0"/>
              <a:t>allowing foo to work with strings of text. The function can then manipulate or read the string starting from this address.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char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buf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[100];: This line declares an array of characters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buf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with a fixed size of 100 characters.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This is meant to serve as a buffer for some operation inside the function.</a:t>
            </a:r>
          </a:p>
          <a:p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531A-E657-4CAB-A5C3-13410CAD43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77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vulnerability arises from the fact that </a:t>
            </a:r>
            <a:r>
              <a:rPr lang="en-US" dirty="0" err="1"/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does not check the length of the input string (</a:t>
            </a:r>
            <a:r>
              <a:rPr lang="en-US" dirty="0"/>
              <a:t>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If the string </a:t>
            </a:r>
            <a:r>
              <a:rPr lang="en-US" dirty="0"/>
              <a:t>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longer than 99 characters (remember, one space is needed for the terminating null byte </a:t>
            </a:r>
            <a:r>
              <a:rPr lang="en-US" dirty="0"/>
              <a:t>\0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), it will write past the end of the buffer </a:t>
            </a:r>
            <a:r>
              <a:rPr lang="en-US" dirty="0" err="1"/>
              <a:t>buf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causing a buffer overflow. 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buf,s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); This line calls the function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from the C standard library,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which copies the string pointed to by s (including the terminating null byte) into the array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buf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531A-E657-4CAB-A5C3-13410CAD43D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52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vulnerability arises from the fact that </a:t>
            </a:r>
            <a:r>
              <a:rPr lang="en-US" dirty="0" err="1"/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does not check the length of the input string (</a:t>
            </a:r>
            <a:r>
              <a:rPr lang="en-US" dirty="0"/>
              <a:t>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If the string </a:t>
            </a:r>
            <a:r>
              <a:rPr lang="en-US" dirty="0"/>
              <a:t>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longer than 99 characters (remember, one space is needed for the terminating null byte </a:t>
            </a:r>
            <a:r>
              <a:rPr lang="en-US" dirty="0"/>
              <a:t>\0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), it will write past the end of the buffer </a:t>
            </a:r>
            <a:r>
              <a:rPr lang="en-US" dirty="0" err="1"/>
              <a:t>buf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causing a buffer overflow. 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buf,s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); This line calls the function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from the C standard library,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which copies the string pointed to by s (including the terminating null byte) into the array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buf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531A-E657-4CAB-A5C3-13410CAD43D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93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vulnerability arises from the fact that </a:t>
            </a:r>
            <a:r>
              <a:rPr lang="en-US" dirty="0" err="1"/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does not check the length of the input string (</a:t>
            </a:r>
            <a:r>
              <a:rPr lang="en-US" dirty="0"/>
              <a:t>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If the string </a:t>
            </a:r>
            <a:r>
              <a:rPr lang="en-US" dirty="0"/>
              <a:t>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longer than 99 characters (remember, one space is needed for the terminating null byte </a:t>
            </a:r>
            <a:r>
              <a:rPr lang="en-US" dirty="0"/>
              <a:t>\0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), it will write past the end of the buffer </a:t>
            </a:r>
            <a:r>
              <a:rPr lang="en-US" dirty="0" err="1"/>
              <a:t>buf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causing a buffer overflow. 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buf,s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); This line calls the function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from the C standard library,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which copies the string pointed to by s (including the terminating null byte) into the array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buf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531A-E657-4CAB-A5C3-13410CAD43D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47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vulnerability arises from the fact that </a:t>
            </a:r>
            <a:r>
              <a:rPr lang="en-US" dirty="0" err="1"/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does not check the length of the input string (</a:t>
            </a:r>
            <a:r>
              <a:rPr lang="en-US" dirty="0"/>
              <a:t>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If the string </a:t>
            </a:r>
            <a:r>
              <a:rPr lang="en-US" dirty="0"/>
              <a:t>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longer than 99 characters (remember, one space is needed for the terminating null byte </a:t>
            </a:r>
            <a:r>
              <a:rPr lang="en-US" dirty="0"/>
              <a:t>\0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), it will write past the end of the buffer </a:t>
            </a:r>
            <a:r>
              <a:rPr lang="en-US" dirty="0" err="1"/>
              <a:t>buf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causing a buffer overflow. 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buf,s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); This line calls the function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strcpy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from the C standard library,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which copies the string pointed to by s (including the terminating null byte) into the array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buf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531A-E657-4CAB-A5C3-13410CAD43D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14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1226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BDD1-6D20-8564-50BC-49602BF87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0ECE3-C587-F610-06B8-AD8240954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60C6D-6F4D-ED1F-59F9-35C675342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52D16-E7F8-7A41-9F41-6EB0D2CDA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3781-97F6-14F4-D674-335B8694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48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8BB6-9349-F487-8CB3-82162B644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2D9CB-A050-60EF-7E8B-FC09EECAC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F036E-2335-2920-F0C3-EE357868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C80B6-7AA4-6F0C-8AD5-0DE3EB03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60D60-0223-69B4-3CE9-02872074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8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D744B-6D96-13AB-06A2-E1BA0C7F3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9AC01-2878-A6AC-966B-7EF7C4CE7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A3F0C-711F-9413-AC93-9F6475E64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59456-D6F0-F481-8BCC-9733B036B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FD847-1491-DE1D-D1CB-6C5C02F3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1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00A2-DF85-F388-E00D-90D57E2F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6BC59-1B3C-61C4-BA54-1E1A96A0A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08CFF-44A9-83E8-11FC-2A24D50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65A87-FD2C-B8A9-1D16-0905C565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692F5-C067-E389-EF6F-3C4DE9EC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38E3E-3761-30B0-2958-931B037E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6E06-4980-0892-2213-1476DA63A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352DB-96E4-C88A-602E-3323ACBCC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5B80C-D901-5764-6149-D6BB373B2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553A2A-2AB3-DCE2-0F9E-AF098DD5C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E97A0-27E9-4BF6-81D8-753EAA48A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464BD-82A7-79E5-4C9B-22B80451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D0F9FB-5E5E-56D4-9D98-DDF265FFB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C035F-A384-0605-3CEB-DAC54E47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0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8647-D260-F167-4A5A-5A57C2C93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F5DBFE-9E1A-0BF8-297D-ADC0A2D9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D4D92-A941-661F-C072-EA1617D9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77BC3-17EC-2529-811A-F7D7A97D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F51D58-8BC4-A810-DB3D-55A8AA63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9CA027-1E1A-98EB-4C3D-24DDC56FE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B6A63-AB21-24A2-042F-309DE583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5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7686-80C4-6773-416D-99F45E34D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DC4A0-3DF8-E983-B7DD-C58B5C16C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A7865-AB09-859A-E338-4B91A595E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15D77-912D-22FB-720B-A4E0119B5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CD29D-D297-CB62-FBF1-FB495E8D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9D876-D199-2D0A-59C1-44447CABB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65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139E1-ECE2-EEF9-FD54-2B2D36A73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BCB493-EF06-DD67-57FF-8BF24F681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4FBAB-D41C-3700-5363-5857BDFE6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1801C-5442-75E3-259D-CC00AAF3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87719-1C72-3820-B408-AEA9082C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4849E-C34F-4B37-B538-B2681239A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14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BB4F-C620-F348-D31B-891F9CEC5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FA9FB-7B6C-1464-EA56-671C53710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8210E-20E1-FB3E-6DA7-47A3CD0E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CDFF0-A57C-5A16-25A1-CF86BBD8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EB4B8-C9B1-2F4B-3BF2-FB08D287F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F9790-B29B-BE55-469E-33C412E92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76CA8-D6B6-9251-3CE2-2BC563304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B8002-6BB9-3A3D-9EAE-2F830B66D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AE49D-1DF0-940B-F001-1D754D83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9E36A-4212-3F81-A8C5-4ADCBBA9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57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9339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9C185-3F72-0AC0-4192-C096CE96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7E04B-E3CC-3955-A349-50250CA7D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0E06F-8FC9-9A7E-CBB8-6668AB1AF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941EA-7645-4A36-A08E-74C5297F0E08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E26A9-6E8B-E701-2611-FFA3BFCBF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7A8A6-758E-9C4A-A317-DBE60D91A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937C7-3017-4D02-9F76-5625AA66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4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69894"/>
            <a:ext cx="9144000" cy="1815634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Lucida Sans"/>
              </a:rPr>
              <a:t>EECS </a:t>
            </a:r>
            <a:r>
              <a:rPr lang="en-US" b="1" dirty="0">
                <a:solidFill>
                  <a:srgbClr val="333333"/>
                </a:solidFill>
                <a:latin typeface="Lucida Sans"/>
              </a:rPr>
              <a:t>388</a:t>
            </a:r>
            <a:r>
              <a:rPr lang="en-US" b="1" i="0" dirty="0">
                <a:solidFill>
                  <a:srgbClr val="333333"/>
                </a:solidFill>
                <a:effectLst/>
                <a:latin typeface="Lucida Sans"/>
              </a:rPr>
              <a:t>:</a:t>
            </a:r>
            <a:r>
              <a:rPr lang="en-US" b="1" dirty="0">
                <a:solidFill>
                  <a:srgbClr val="333333"/>
                </a:solidFill>
                <a:latin typeface="Lucida Sans"/>
                <a:ea typeface="+mj-lt"/>
                <a:cs typeface="+mj-lt"/>
              </a:rPr>
              <a:t> </a:t>
            </a:r>
            <a:br>
              <a:rPr lang="en-US" b="1" dirty="0">
                <a:solidFill>
                  <a:srgbClr val="333333"/>
                </a:solidFill>
                <a:latin typeface="Lucida Sans"/>
                <a:ea typeface="+mj-lt"/>
                <a:cs typeface="+mj-lt"/>
              </a:rPr>
            </a:br>
            <a:r>
              <a:rPr lang="en-US" b="1" dirty="0">
                <a:latin typeface="Lucida Sans"/>
                <a:ea typeface="+mj-lt"/>
                <a:cs typeface="+mj-lt"/>
              </a:rPr>
              <a:t>Embedded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>
                <a:solidFill>
                  <a:srgbClr val="2767FF"/>
                </a:solidFill>
                <a:latin typeface="Lucida Sans"/>
              </a:rPr>
              <a:t>Understanding memory layout through Buffer overflow</a:t>
            </a:r>
          </a:p>
        </p:txBody>
      </p:sp>
    </p:spTree>
    <p:extLst>
      <p:ext uri="{BB962C8B-B14F-4D97-AF65-F5344CB8AC3E}">
        <p14:creationId xmlns:p14="http://schemas.microsoft.com/office/powerpoint/2010/main" val="265870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A8367-5B24-39F6-412B-4BABCDCC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program flow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4A521A-5190-0288-D72D-F76A77876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372" y="1979587"/>
            <a:ext cx="6757255" cy="451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715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935913-04F1-50DE-9620-1CBB99C0C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3219" y="-3212"/>
            <a:ext cx="9845561" cy="6861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3496D1-9F8A-4B94-D63E-8D21A13624D0}"/>
              </a:ext>
            </a:extLst>
          </p:cNvPr>
          <p:cNvSpPr txBox="1"/>
          <p:nvPr/>
        </p:nvSpPr>
        <p:spPr>
          <a:xfrm>
            <a:off x="4572001" y="6111433"/>
            <a:ext cx="7303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EBP ( Extended Base pointer): points to the top of the stack.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ESP (Extended Stack Pointer)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45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3A9BE-91B5-FB30-E407-A61E4753F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 related to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ED632-64B6-D936-F006-7EA60E905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EBP ( Extended </a:t>
            </a:r>
            <a:r>
              <a:rPr lang="en-US" b="1" dirty="0"/>
              <a:t>Base pointer</a:t>
            </a:r>
            <a:r>
              <a:rPr lang="en-US" dirty="0"/>
              <a:t>): points to the base of the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ESP (Extended </a:t>
            </a:r>
            <a:r>
              <a:rPr lang="en-US" b="1" dirty="0"/>
              <a:t>Stack Pointer</a:t>
            </a:r>
            <a:r>
              <a:rPr lang="en-US" dirty="0"/>
              <a:t>): points to the top of the stack</a:t>
            </a:r>
          </a:p>
          <a:p>
            <a:endParaRPr lang="en-US" b="0" i="1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r>
              <a:rPr lang="en-US" b="0" i="1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EIP: Extended Instruction pointer register, which points to the next instruction to be executed at any point of time </a:t>
            </a:r>
          </a:p>
          <a:p>
            <a:pPr lvl="1"/>
            <a:r>
              <a:rPr lang="en-US" i="1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We have known it as the return address (RA) register</a:t>
            </a:r>
          </a:p>
          <a:p>
            <a:pPr lvl="1"/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EIP is always the last thing to be saved on the stack frame of a given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212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CCA4312-AB4B-0589-00F2-C344E2567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934" y="109958"/>
            <a:ext cx="9413248" cy="663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E0E3CD-CD09-9F4E-C0F1-E52F2695A908}"/>
              </a:ext>
            </a:extLst>
          </p:cNvPr>
          <p:cNvSpPr txBox="1"/>
          <p:nvPr/>
        </p:nvSpPr>
        <p:spPr>
          <a:xfrm>
            <a:off x="11575" y="34725"/>
            <a:ext cx="2937934" cy="6740307"/>
          </a:xfrm>
          <a:prstGeom prst="rect">
            <a:avLst/>
          </a:prstGeom>
          <a:solidFill>
            <a:srgbClr val="FFFF00"/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value of base pointer (EBP) and stack pointer (ESP) continuously change during function call and return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figure shows the state of EBP and ESP, when we are executing the function last()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EBP points to the start of the current function’s stack 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first item that is pushed on the stack frame of a function is EBP of the </a:t>
            </a:r>
            <a:r>
              <a:rPr lang="en-US" b="1" dirty="0"/>
              <a:t>previous</a:t>
            </a:r>
            <a:r>
              <a:rPr lang="en-US" dirty="0"/>
              <a:t> function’s stack frame.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last thing on the stack is EIP, which is the return address</a:t>
            </a:r>
          </a:p>
        </p:txBody>
      </p:sp>
    </p:spTree>
    <p:extLst>
      <p:ext uri="{BB962C8B-B14F-4D97-AF65-F5344CB8AC3E}">
        <p14:creationId xmlns:p14="http://schemas.microsoft.com/office/powerpoint/2010/main" val="178106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05B3F-AF0B-AC4A-EB84-A27F2D22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C73F5-6603-C728-9688-06243DE22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158"/>
            <a:ext cx="4034742" cy="5058136"/>
          </a:xfrm>
          <a:solidFill>
            <a:srgbClr val="FFFF00"/>
          </a:solidFill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242424"/>
                </a:solidFill>
                <a:highlight>
                  <a:srgbClr val="FFFF00"/>
                </a:highlight>
                <a:latin typeface="source-serif-pro"/>
              </a:rPr>
              <a:t>Modifying the return address could alter the flow of code execution</a:t>
            </a:r>
          </a:p>
          <a:p>
            <a:r>
              <a:rPr lang="en-US" dirty="0">
                <a:solidFill>
                  <a:srgbClr val="242424"/>
                </a:solidFill>
                <a:highlight>
                  <a:srgbClr val="FFFF00"/>
                </a:highlight>
                <a:latin typeface="source-serif-pro"/>
              </a:rPr>
              <a:t>This could be done by overwriting on the EIP or EBP that is saved onto the stack</a:t>
            </a:r>
          </a:p>
          <a:p>
            <a:r>
              <a:rPr lang="en-US" dirty="0">
                <a:solidFill>
                  <a:srgbClr val="242424"/>
                </a:solidFill>
                <a:highlight>
                  <a:srgbClr val="FFFF00"/>
                </a:highlight>
                <a:latin typeface="source-serif-pro"/>
              </a:rPr>
              <a:t>What is the benefit of changing program flow execution?</a:t>
            </a:r>
          </a:p>
          <a:p>
            <a:r>
              <a:rPr lang="en-US" dirty="0">
                <a:solidFill>
                  <a:srgbClr val="242424"/>
                </a:solidFill>
                <a:highlight>
                  <a:srgbClr val="FFFF00"/>
                </a:highlight>
                <a:latin typeface="source-serif-pro"/>
              </a:rPr>
              <a:t>How an attacker can overwrite EBP/ESP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DA78D7A-4223-6D64-4C17-37B7FD286A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14"/>
          <a:stretch/>
        </p:blipFill>
        <p:spPr bwMode="auto">
          <a:xfrm>
            <a:off x="6817488" y="109958"/>
            <a:ext cx="5533693" cy="663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581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D8DB-44FD-33AE-CD2F-958D7AE36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buffer overflow attack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A556B-8C4C-1C69-190A-485C3D6BA13F}"/>
              </a:ext>
            </a:extLst>
          </p:cNvPr>
          <p:cNvSpPr txBox="1"/>
          <p:nvPr/>
        </p:nvSpPr>
        <p:spPr>
          <a:xfrm>
            <a:off x="659757" y="1435261"/>
            <a:ext cx="1069404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3200" dirty="0">
                <a:ea typeface="宋体" panose="02010600030101010101" pitchFamily="2" charset="-122"/>
              </a:rPr>
              <a:t>Arbitrary code execution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3200" dirty="0">
                <a:ea typeface="宋体" panose="02010600030101010101" pitchFamily="2" charset="-122"/>
              </a:rPr>
              <a:t>Spawn a remote shell or execute malicious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3200" dirty="0">
                <a:ea typeface="宋体" panose="02010600030101010101" pitchFamily="2" charset="-122"/>
              </a:rPr>
              <a:t>Denial of service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3200" dirty="0">
                <a:ea typeface="宋体" panose="02010600030101010101" pitchFamily="2" charset="-122"/>
              </a:rPr>
              <a:t>Cause software to crash</a:t>
            </a:r>
          </a:p>
        </p:txBody>
      </p:sp>
    </p:spTree>
    <p:extLst>
      <p:ext uri="{BB962C8B-B14F-4D97-AF65-F5344CB8AC3E}">
        <p14:creationId xmlns:p14="http://schemas.microsoft.com/office/powerpoint/2010/main" val="3536495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539A-33DC-8291-1EFB-65B9CB93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malicious code execution can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F42D3-1535-ECEA-9AE7-326BA4055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Equifax Data Breach: In 2017, Equifax, one of the largest credit reporting agencies in the US, suffered a massive data breach.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Hackers exploited a vulnerability in the Apache Struts web application framework using a combination of </a:t>
            </a:r>
            <a:r>
              <a:rPr lang="en-US" sz="2800" dirty="0" err="1"/>
              <a:t>attakcs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specific vulnerability, identified as CVE-2017-5638, allowed attackers to execute arbitrary code on the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breach resulted in the theft of sensitive information of over 143 million customers, including social security numbers, birth dates, and addresses.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901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482F5-6B6F-244D-B5E2-97011019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can execute malicious code using overflow?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4BB20-D4CA-CC4E-E637-D3C55C681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ea typeface="宋体" panose="02010600030101010101" pitchFamily="2" charset="-122"/>
              </a:rPr>
              <a:t>The general idea is to overflow a buffer so that it overwrites the return address.</a:t>
            </a:r>
          </a:p>
          <a:p>
            <a:r>
              <a:rPr lang="en-US" altLang="zh-CN" sz="3200" dirty="0">
                <a:ea typeface="宋体" panose="02010600030101010101" pitchFamily="2" charset="-122"/>
              </a:rPr>
              <a:t>When the function is done it will jump to whatever address is on the stack.</a:t>
            </a:r>
          </a:p>
          <a:p>
            <a:r>
              <a:rPr lang="en-US" altLang="zh-CN" sz="3200" dirty="0">
                <a:ea typeface="宋体" panose="02010600030101010101" pitchFamily="2" charset="-122"/>
              </a:rPr>
              <a:t>We put some code in the buffer and set the return address to point to it!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11028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A16D-2A08-8970-61A2-29F4907C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B4CBE-C84C-B03E-AE48-BFE157E3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878" y="1941372"/>
            <a:ext cx="435883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5C9133-7235-BDBA-E1AF-5906D66A7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662" y="1723424"/>
            <a:ext cx="3134868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EBP (Base 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Adrs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1B2020-3CBA-B828-3DF8-9BFB0262D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662" y="2488557"/>
            <a:ext cx="3134868" cy="2303362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local variables,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saved and temp, return values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arguments for the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next function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2698702-38C0-CCE0-F5AE-589B318A6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662" y="4947452"/>
            <a:ext cx="3134868" cy="609601"/>
          </a:xfrm>
          <a:prstGeom prst="rect">
            <a:avLst/>
          </a:prstGeom>
          <a:solidFill>
            <a:srgbClr val="B2FCBB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EIP (Return </a:t>
            </a:r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Adrs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endParaRPr lang="en-US" altLang="zh-CN" sz="32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70A704-73BF-FDD3-81DF-EBF282C6922F}"/>
              </a:ext>
            </a:extLst>
          </p:cNvPr>
          <p:cNvSpPr txBox="1">
            <a:spLocks/>
          </p:cNvSpPr>
          <p:nvPr/>
        </p:nvSpPr>
        <p:spPr>
          <a:xfrm>
            <a:off x="838200" y="3323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CA02D6-97CE-50D9-E704-BBA26D3DC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672" y="153305"/>
            <a:ext cx="2129179" cy="671705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25BDED-8D88-A079-799A-03D522A9727E}"/>
              </a:ext>
            </a:extLst>
          </p:cNvPr>
          <p:cNvCxnSpPr/>
          <p:nvPr/>
        </p:nvCxnSpPr>
        <p:spPr>
          <a:xfrm>
            <a:off x="8689725" y="1657952"/>
            <a:ext cx="535298" cy="41391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D8C2D5-71BE-608A-FFF7-00CFE3F5EE76}"/>
              </a:ext>
            </a:extLst>
          </p:cNvPr>
          <p:cNvCxnSpPr>
            <a:cxnSpLocks/>
          </p:cNvCxnSpPr>
          <p:nvPr/>
        </p:nvCxnSpPr>
        <p:spPr>
          <a:xfrm flipV="1">
            <a:off x="8689725" y="3850239"/>
            <a:ext cx="485146" cy="170681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7D81360-9229-8F9B-7672-147831193550}"/>
              </a:ext>
            </a:extLst>
          </p:cNvPr>
          <p:cNvSpPr/>
          <p:nvPr/>
        </p:nvSpPr>
        <p:spPr>
          <a:xfrm>
            <a:off x="5369662" y="1657952"/>
            <a:ext cx="3218753" cy="389910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95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B4CBE-C84C-B03E-AE48-BFE157E3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878" y="3113590"/>
            <a:ext cx="4358833" cy="31791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line declares an array of characters </a:t>
            </a:r>
            <a:r>
              <a:rPr lang="en-US" dirty="0" err="1"/>
              <a:t>buf</a:t>
            </a:r>
            <a:r>
              <a:rPr lang="en-US" dirty="0"/>
              <a:t> with a fixed size of 100</a:t>
            </a:r>
          </a:p>
          <a:p>
            <a:r>
              <a:rPr lang="en-US" dirty="0"/>
              <a:t>This is the stack segment of the memory </a:t>
            </a:r>
          </a:p>
          <a:p>
            <a:r>
              <a:rPr lang="en-US" dirty="0"/>
              <a:t>But can potentially Overwrite the previous functions EIP</a:t>
            </a:r>
          </a:p>
          <a:p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5C9133-7235-BDBA-E1AF-5906D66A7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842196"/>
            <a:ext cx="3134868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EBP (Base 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Adrs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1B2020-3CBA-B828-3DF8-9BFB0262D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1607328"/>
            <a:ext cx="3134868" cy="2542691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local variables,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saved and temp, return values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arguments for the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next function</a:t>
            </a: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2698702-38C0-CCE0-F5AE-589B318A6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18" y="4150019"/>
            <a:ext cx="3134868" cy="609601"/>
          </a:xfrm>
          <a:prstGeom prst="rect">
            <a:avLst/>
          </a:prstGeom>
          <a:solidFill>
            <a:srgbClr val="96DCF8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EIP (Return </a:t>
            </a:r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Adrs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endParaRPr lang="en-US" altLang="zh-CN" sz="32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70A704-73BF-FDD3-81DF-EBF282C6922F}"/>
              </a:ext>
            </a:extLst>
          </p:cNvPr>
          <p:cNvSpPr txBox="1">
            <a:spLocks/>
          </p:cNvSpPr>
          <p:nvPr/>
        </p:nvSpPr>
        <p:spPr>
          <a:xfrm>
            <a:off x="838200" y="3323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25BDED-8D88-A079-799A-03D522A9727E}"/>
              </a:ext>
            </a:extLst>
          </p:cNvPr>
          <p:cNvCxnSpPr>
            <a:cxnSpLocks/>
          </p:cNvCxnSpPr>
          <p:nvPr/>
        </p:nvCxnSpPr>
        <p:spPr>
          <a:xfrm>
            <a:off x="8616261" y="776725"/>
            <a:ext cx="984912" cy="313440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D8C2D5-71BE-608A-FFF7-00CFE3F5EE76}"/>
              </a:ext>
            </a:extLst>
          </p:cNvPr>
          <p:cNvCxnSpPr>
            <a:cxnSpLocks/>
          </p:cNvCxnSpPr>
          <p:nvPr/>
        </p:nvCxnSpPr>
        <p:spPr>
          <a:xfrm>
            <a:off x="8558191" y="4759620"/>
            <a:ext cx="1042982" cy="53887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7D81360-9229-8F9B-7672-147831193550}"/>
              </a:ext>
            </a:extLst>
          </p:cNvPr>
          <p:cNvSpPr/>
          <p:nvPr/>
        </p:nvSpPr>
        <p:spPr>
          <a:xfrm>
            <a:off x="5388063" y="776725"/>
            <a:ext cx="3218753" cy="398289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03D1C6E4-EE59-1584-7BEF-C96E5AD85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553" y="2488557"/>
            <a:ext cx="411522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char </a:t>
            </a:r>
            <a:r>
              <a:rPr lang="en-US" altLang="zh-CN" sz="28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buf</a:t>
            </a:r>
            <a:r>
              <a:rPr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[100];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474AA9-EC0F-DFE2-0572-58B355FB7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244" y="70473"/>
            <a:ext cx="2129179" cy="6717054"/>
          </a:xfrm>
          <a:prstGeom prst="rect">
            <a:avLst/>
          </a:prstGeom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44B1A64B-E071-59CC-8020-EA7A31B5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4915153"/>
            <a:ext cx="3134868" cy="1694197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Buffer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C3CDC68-CA0C-A0E9-6261-10FE59FF1428}"/>
              </a:ext>
            </a:extLst>
          </p:cNvPr>
          <p:cNvSpPr txBox="1">
            <a:spLocks/>
          </p:cNvSpPr>
          <p:nvPr/>
        </p:nvSpPr>
        <p:spPr>
          <a:xfrm>
            <a:off x="796589" y="1607328"/>
            <a:ext cx="4358833" cy="1821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Lets say our current program has a line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B66E43-E40F-9F8F-84FC-28C467FB5004}"/>
              </a:ext>
            </a:extLst>
          </p:cNvPr>
          <p:cNvSpPr/>
          <p:nvPr/>
        </p:nvSpPr>
        <p:spPr>
          <a:xfrm rot="16200000">
            <a:off x="3613316" y="2570028"/>
            <a:ext cx="3134868" cy="288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 of earlier function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E1B13F-C292-59D9-F013-A784206BE462}"/>
              </a:ext>
            </a:extLst>
          </p:cNvPr>
          <p:cNvSpPr/>
          <p:nvPr/>
        </p:nvSpPr>
        <p:spPr>
          <a:xfrm rot="16200000">
            <a:off x="3930939" y="5441200"/>
            <a:ext cx="2403850" cy="288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 of current </a:t>
            </a:r>
            <a:r>
              <a:rPr lang="en-US" dirty="0" err="1"/>
              <a:t>func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516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5A0B-94BB-08E8-67C0-1AEF1F7B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910FB04-B20F-9E15-21EA-B50009067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577" y="1882348"/>
            <a:ext cx="3654425" cy="1771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void foo(char *s) {</a:t>
            </a:r>
          </a:p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char 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buf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[100];</a:t>
            </a:r>
          </a:p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strcpy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buf,s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);</a:t>
            </a:r>
          </a:p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…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24489DB-F027-444A-7A27-C382E33E6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842196"/>
            <a:ext cx="3134868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EBP (Base 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Adrs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96A0E6-3064-3037-3BC6-85AD90E44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1607328"/>
            <a:ext cx="3134868" cy="2542691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local variables,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saved and temp, return values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arguments for the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next function</a:t>
            </a: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7A820A2-1A32-BD0E-2ABC-F8F00A14E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18" y="4150019"/>
            <a:ext cx="3134868" cy="609601"/>
          </a:xfrm>
          <a:prstGeom prst="rect">
            <a:avLst/>
          </a:prstGeom>
          <a:solidFill>
            <a:srgbClr val="96DCF8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EIP (Return </a:t>
            </a:r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Adrs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endParaRPr lang="en-US" altLang="zh-CN" sz="32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3FD2D2-8675-1AFB-DE47-085EC43251DD}"/>
              </a:ext>
            </a:extLst>
          </p:cNvPr>
          <p:cNvCxnSpPr>
            <a:cxnSpLocks/>
          </p:cNvCxnSpPr>
          <p:nvPr/>
        </p:nvCxnSpPr>
        <p:spPr>
          <a:xfrm>
            <a:off x="8616261" y="776725"/>
            <a:ext cx="984912" cy="313440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EF87AD-90BA-DF0D-7ADE-3AAFA65380E5}"/>
              </a:ext>
            </a:extLst>
          </p:cNvPr>
          <p:cNvCxnSpPr>
            <a:cxnSpLocks/>
          </p:cNvCxnSpPr>
          <p:nvPr/>
        </p:nvCxnSpPr>
        <p:spPr>
          <a:xfrm>
            <a:off x="8558191" y="4759620"/>
            <a:ext cx="1042982" cy="53887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F9B496C-EF32-EA26-6C65-11A27B8C800B}"/>
              </a:ext>
            </a:extLst>
          </p:cNvPr>
          <p:cNvSpPr/>
          <p:nvPr/>
        </p:nvSpPr>
        <p:spPr>
          <a:xfrm>
            <a:off x="5388063" y="776725"/>
            <a:ext cx="3218753" cy="398289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E087BB-9BF8-4A07-9D84-32134AD4E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244" y="70473"/>
            <a:ext cx="2129179" cy="6717054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56973C51-94D8-AEFB-30F8-309C71E8A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4915153"/>
            <a:ext cx="3134868" cy="1694197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Buffer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94681AE-CD5C-E9DA-157A-289B940A9929}"/>
              </a:ext>
            </a:extLst>
          </p:cNvPr>
          <p:cNvSpPr txBox="1">
            <a:spLocks/>
          </p:cNvSpPr>
          <p:nvPr/>
        </p:nvSpPr>
        <p:spPr>
          <a:xfrm>
            <a:off x="563573" y="3911129"/>
            <a:ext cx="4358833" cy="31791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can pass any value to S.</a:t>
            </a:r>
          </a:p>
          <a:p>
            <a:r>
              <a:rPr lang="en-US" dirty="0"/>
              <a:t>If its larger than 100, it will over flow the buffer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1454C-2479-C903-B694-B015BE3F318F}"/>
              </a:ext>
            </a:extLst>
          </p:cNvPr>
          <p:cNvSpPr txBox="1"/>
          <p:nvPr/>
        </p:nvSpPr>
        <p:spPr>
          <a:xfrm>
            <a:off x="5438718" y="5323306"/>
            <a:ext cx="31855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AAAAAAAAAAAAAAAAAAAAAAAAAAAAAAAAAAAAAAA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FDF774-3F7C-6FBA-AA2F-65A92DB2EAB4}"/>
              </a:ext>
            </a:extLst>
          </p:cNvPr>
          <p:cNvSpPr txBox="1"/>
          <p:nvPr/>
        </p:nvSpPr>
        <p:spPr>
          <a:xfrm>
            <a:off x="5413109" y="3168871"/>
            <a:ext cx="3185522" cy="35394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AAAAAAAAAAAAAAAAAAAAAAAAAAAAAAAAAAAAAAAAAAAAAAAAAAAAAAAAAAAAAAAAAAAAAAAAAAAAAAAAAAAAAAAAAAAAAAAAAAAAAAAA</a:t>
            </a:r>
          </a:p>
        </p:txBody>
      </p:sp>
    </p:spTree>
    <p:extLst>
      <p:ext uri="{BB962C8B-B14F-4D97-AF65-F5344CB8AC3E}">
        <p14:creationId xmlns:p14="http://schemas.microsoft.com/office/powerpoint/2010/main" val="25993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5A0B-94BB-08E8-67C0-1AEF1F7B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910FB04-B20F-9E15-21EA-B50009067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577" y="1882348"/>
            <a:ext cx="3654425" cy="1771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void foo(char *s) {</a:t>
            </a:r>
          </a:p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char 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buf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[100];</a:t>
            </a:r>
          </a:p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strcpy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buf,s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);</a:t>
            </a:r>
          </a:p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…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24489DB-F027-444A-7A27-C382E33E6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842196"/>
            <a:ext cx="3134868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EBP (Base 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Adrs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96A0E6-3064-3037-3BC6-85AD90E44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1607328"/>
            <a:ext cx="3134868" cy="2542691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local variables,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saved and temp, return values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arguments for the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next function</a:t>
            </a: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7A820A2-1A32-BD0E-2ABC-F8F00A14E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18" y="4150019"/>
            <a:ext cx="3134868" cy="609601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EIP (AAAAAAAAAA)</a:t>
            </a:r>
            <a:endParaRPr lang="en-US" altLang="zh-CN" sz="32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3FD2D2-8675-1AFB-DE47-085EC43251DD}"/>
              </a:ext>
            </a:extLst>
          </p:cNvPr>
          <p:cNvCxnSpPr>
            <a:cxnSpLocks/>
          </p:cNvCxnSpPr>
          <p:nvPr/>
        </p:nvCxnSpPr>
        <p:spPr>
          <a:xfrm>
            <a:off x="8616261" y="776725"/>
            <a:ext cx="984912" cy="313440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EF87AD-90BA-DF0D-7ADE-3AAFA65380E5}"/>
              </a:ext>
            </a:extLst>
          </p:cNvPr>
          <p:cNvCxnSpPr>
            <a:cxnSpLocks/>
          </p:cNvCxnSpPr>
          <p:nvPr/>
        </p:nvCxnSpPr>
        <p:spPr>
          <a:xfrm>
            <a:off x="8558191" y="4759620"/>
            <a:ext cx="1042982" cy="53887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F9B496C-EF32-EA26-6C65-11A27B8C800B}"/>
              </a:ext>
            </a:extLst>
          </p:cNvPr>
          <p:cNvSpPr/>
          <p:nvPr/>
        </p:nvSpPr>
        <p:spPr>
          <a:xfrm>
            <a:off x="5388063" y="776725"/>
            <a:ext cx="3218753" cy="398289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E087BB-9BF8-4A07-9D84-32134AD4E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244" y="70473"/>
            <a:ext cx="2129179" cy="6717054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56973C51-94D8-AEFB-30F8-309C71E8A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4915153"/>
            <a:ext cx="3134868" cy="1694197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Buffer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94681AE-CD5C-E9DA-157A-289B940A9929}"/>
              </a:ext>
            </a:extLst>
          </p:cNvPr>
          <p:cNvSpPr txBox="1">
            <a:spLocks/>
          </p:cNvSpPr>
          <p:nvPr/>
        </p:nvSpPr>
        <p:spPr>
          <a:xfrm>
            <a:off x="563573" y="3911129"/>
            <a:ext cx="4358833" cy="31791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Therefore we can overwrite EIP/EBP of a previous function using an active function with </a:t>
            </a:r>
            <a:r>
              <a:rPr lang="en-US" dirty="0" err="1"/>
              <a:t>strcpy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1454C-2479-C903-B694-B015BE3F318F}"/>
              </a:ext>
            </a:extLst>
          </p:cNvPr>
          <p:cNvSpPr txBox="1"/>
          <p:nvPr/>
        </p:nvSpPr>
        <p:spPr>
          <a:xfrm>
            <a:off x="5438718" y="5323306"/>
            <a:ext cx="31855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AAAAAAAAAAAAAAAAAAAAAAAAAAAAAAA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47C58B-FA4A-6A37-1ACF-4DB2BED05ED0}"/>
              </a:ext>
            </a:extLst>
          </p:cNvPr>
          <p:cNvSpPr/>
          <p:nvPr/>
        </p:nvSpPr>
        <p:spPr>
          <a:xfrm rot="16200000">
            <a:off x="3613316" y="2570028"/>
            <a:ext cx="3134868" cy="288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 of earlier function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413EEE-539A-B8BF-C859-0C0AE89E69EF}"/>
              </a:ext>
            </a:extLst>
          </p:cNvPr>
          <p:cNvSpPr/>
          <p:nvPr/>
        </p:nvSpPr>
        <p:spPr>
          <a:xfrm rot="16200000">
            <a:off x="3930939" y="5441200"/>
            <a:ext cx="2403850" cy="288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 of current </a:t>
            </a:r>
            <a:r>
              <a:rPr lang="en-US" dirty="0" err="1"/>
              <a:t>func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39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5A0B-94BB-08E8-67C0-1AEF1F7B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910FB04-B20F-9E15-21EA-B50009067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577" y="1882348"/>
            <a:ext cx="3654425" cy="1771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void foo(char *s) {</a:t>
            </a:r>
          </a:p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char 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buf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[100];</a:t>
            </a:r>
          </a:p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strcpy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buf,s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);</a:t>
            </a:r>
          </a:p>
          <a:p>
            <a:pPr algn="l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…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24489DB-F027-444A-7A27-C382E33E6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842196"/>
            <a:ext cx="3134868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EBP (Base 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Adrs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96A0E6-3064-3037-3BC6-85AD90E44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1607328"/>
            <a:ext cx="3134868" cy="2542691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local variables,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saved and temp, return values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arguments for the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next function</a:t>
            </a: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7A820A2-1A32-BD0E-2ABC-F8F00A14E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18" y="4150019"/>
            <a:ext cx="3134868" cy="609601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EIP (AAAAAAAAA)</a:t>
            </a:r>
            <a:endParaRPr lang="en-US" altLang="zh-CN" sz="32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3FD2D2-8675-1AFB-DE47-085EC43251DD}"/>
              </a:ext>
            </a:extLst>
          </p:cNvPr>
          <p:cNvCxnSpPr>
            <a:cxnSpLocks/>
          </p:cNvCxnSpPr>
          <p:nvPr/>
        </p:nvCxnSpPr>
        <p:spPr>
          <a:xfrm>
            <a:off x="8616261" y="776725"/>
            <a:ext cx="984912" cy="313440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EF87AD-90BA-DF0D-7ADE-3AAFA65380E5}"/>
              </a:ext>
            </a:extLst>
          </p:cNvPr>
          <p:cNvCxnSpPr>
            <a:cxnSpLocks/>
          </p:cNvCxnSpPr>
          <p:nvPr/>
        </p:nvCxnSpPr>
        <p:spPr>
          <a:xfrm>
            <a:off x="8558191" y="4759620"/>
            <a:ext cx="1042982" cy="53887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F9B496C-EF32-EA26-6C65-11A27B8C800B}"/>
              </a:ext>
            </a:extLst>
          </p:cNvPr>
          <p:cNvSpPr/>
          <p:nvPr/>
        </p:nvSpPr>
        <p:spPr>
          <a:xfrm>
            <a:off x="5388063" y="776725"/>
            <a:ext cx="3218753" cy="398289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E087BB-9BF8-4A07-9D84-32134AD4E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244" y="70473"/>
            <a:ext cx="2129179" cy="6717054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56973C51-94D8-AEFB-30F8-309C71E8A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4915153"/>
            <a:ext cx="3134868" cy="1694197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Buffer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94681AE-CD5C-E9DA-157A-289B940A9929}"/>
              </a:ext>
            </a:extLst>
          </p:cNvPr>
          <p:cNvSpPr txBox="1">
            <a:spLocks/>
          </p:cNvSpPr>
          <p:nvPr/>
        </p:nvSpPr>
        <p:spPr>
          <a:xfrm>
            <a:off x="563573" y="3911129"/>
            <a:ext cx="4358833" cy="31791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Now when the program flow returns to the previous function, it has a return address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1454C-2479-C903-B694-B015BE3F318F}"/>
              </a:ext>
            </a:extLst>
          </p:cNvPr>
          <p:cNvSpPr txBox="1"/>
          <p:nvPr/>
        </p:nvSpPr>
        <p:spPr>
          <a:xfrm>
            <a:off x="5438718" y="5323306"/>
            <a:ext cx="31855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AAAAAAAAAAAAAAAAAAAAAAAAAAAAAAAAA</a:t>
            </a:r>
          </a:p>
        </p:txBody>
      </p:sp>
    </p:spTree>
    <p:extLst>
      <p:ext uri="{BB962C8B-B14F-4D97-AF65-F5344CB8AC3E}">
        <p14:creationId xmlns:p14="http://schemas.microsoft.com/office/powerpoint/2010/main" val="3772092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ACB0-F1E9-87BB-B29F-C0D157850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of buffer overflow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F3484-94F1-9B1F-E0A0-60930B1B4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3600" dirty="0">
                <a:ea typeface="宋体" panose="02010600030101010101" pitchFamily="2" charset="-122"/>
              </a:rPr>
              <a:t>Inject attack code into buffer</a:t>
            </a:r>
          </a:p>
          <a:p>
            <a:pPr lvl="1"/>
            <a:r>
              <a:rPr lang="en-US" altLang="zh-CN" sz="3600" dirty="0">
                <a:ea typeface="宋体" panose="02010600030101010101" pitchFamily="2" charset="-122"/>
              </a:rPr>
              <a:t>Overflow return address</a:t>
            </a:r>
          </a:p>
          <a:p>
            <a:pPr lvl="1"/>
            <a:r>
              <a:rPr lang="en-US" altLang="zh-CN" sz="3600" dirty="0">
                <a:ea typeface="宋体" panose="02010600030101010101" pitchFamily="2" charset="-122"/>
              </a:rPr>
              <a:t>Redirect control flow to attack code</a:t>
            </a:r>
          </a:p>
          <a:p>
            <a:pPr lvl="1"/>
            <a:r>
              <a:rPr lang="en-US" altLang="zh-CN" sz="3600" dirty="0">
                <a:ea typeface="宋体" panose="02010600030101010101" pitchFamily="2" charset="-122"/>
              </a:rPr>
              <a:t>Execute attack code </a:t>
            </a:r>
          </a:p>
        </p:txBody>
      </p:sp>
    </p:spTree>
    <p:extLst>
      <p:ext uri="{BB962C8B-B14F-4D97-AF65-F5344CB8AC3E}">
        <p14:creationId xmlns:p14="http://schemas.microsoft.com/office/powerpoint/2010/main" val="2714067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5A0B-94BB-08E8-67C0-1AEF1F7B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24489DB-F027-444A-7A27-C382E33E6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842196"/>
            <a:ext cx="3134868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EBP (Base 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Adrs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96A0E6-3064-3037-3BC6-85AD90E44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1607328"/>
            <a:ext cx="3134868" cy="2542691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local variables,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saved and temp, return values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arguments for the</a:t>
            </a:r>
          </a:p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next function</a:t>
            </a: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ct val="20000"/>
              </a:spcBef>
            </a:pP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7A820A2-1A32-BD0E-2ABC-F8F00A14E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18" y="3911129"/>
            <a:ext cx="3134868" cy="848491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EIP (starting </a:t>
            </a:r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adrs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of buffer)</a:t>
            </a:r>
            <a:endParaRPr lang="en-US" altLang="zh-CN" sz="32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3FD2D2-8675-1AFB-DE47-085EC43251DD}"/>
              </a:ext>
            </a:extLst>
          </p:cNvPr>
          <p:cNvCxnSpPr>
            <a:cxnSpLocks/>
          </p:cNvCxnSpPr>
          <p:nvPr/>
        </p:nvCxnSpPr>
        <p:spPr>
          <a:xfrm>
            <a:off x="8616261" y="776725"/>
            <a:ext cx="984912" cy="313440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EF87AD-90BA-DF0D-7ADE-3AAFA65380E5}"/>
              </a:ext>
            </a:extLst>
          </p:cNvPr>
          <p:cNvCxnSpPr>
            <a:cxnSpLocks/>
          </p:cNvCxnSpPr>
          <p:nvPr/>
        </p:nvCxnSpPr>
        <p:spPr>
          <a:xfrm>
            <a:off x="8558191" y="4759620"/>
            <a:ext cx="1042982" cy="53887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F9B496C-EF32-EA26-6C65-11A27B8C800B}"/>
              </a:ext>
            </a:extLst>
          </p:cNvPr>
          <p:cNvSpPr/>
          <p:nvPr/>
        </p:nvSpPr>
        <p:spPr>
          <a:xfrm>
            <a:off x="5388063" y="776725"/>
            <a:ext cx="3218753" cy="398289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E087BB-9BF8-4A07-9D84-32134AD4E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244" y="70473"/>
            <a:ext cx="2129179" cy="6717054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56973C51-94D8-AEFB-30F8-309C71E8A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063" y="4915153"/>
            <a:ext cx="3134868" cy="1694197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1pPr>
            <a:lvl2pPr marL="742950" indent="-28575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2pPr>
            <a:lvl3pPr marL="11430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3pPr>
            <a:lvl4pPr marL="16002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4pPr>
            <a:lvl5pPr marL="2057400" indent="-228600"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79F"/>
                </a:solidFill>
                <a:latin typeface="Batang" panose="02030600000101010101" pitchFamily="18" charset="-127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Buffer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94681AE-CD5C-E9DA-157A-289B940A9929}"/>
              </a:ext>
            </a:extLst>
          </p:cNvPr>
          <p:cNvSpPr txBox="1">
            <a:spLocks/>
          </p:cNvSpPr>
          <p:nvPr/>
        </p:nvSpPr>
        <p:spPr>
          <a:xfrm>
            <a:off x="563573" y="1985340"/>
            <a:ext cx="4358833" cy="51049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could also provide a custom overflow data such that the return address becomes the first address of the buffer</a:t>
            </a:r>
          </a:p>
          <a:p>
            <a:r>
              <a:rPr lang="en-US" dirty="0"/>
              <a:t>At the same time include malicious code onto the buffer</a:t>
            </a:r>
          </a:p>
          <a:p>
            <a:r>
              <a:rPr lang="en-US" dirty="0"/>
              <a:t>Now our program will return to the malicious 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1454C-2479-C903-B694-B015BE3F318F}"/>
              </a:ext>
            </a:extLst>
          </p:cNvPr>
          <p:cNvSpPr txBox="1"/>
          <p:nvPr/>
        </p:nvSpPr>
        <p:spPr>
          <a:xfrm>
            <a:off x="5438718" y="5323306"/>
            <a:ext cx="3185522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Malicious code </a:t>
            </a:r>
          </a:p>
        </p:txBody>
      </p:sp>
    </p:spTree>
    <p:extLst>
      <p:ext uri="{BB962C8B-B14F-4D97-AF65-F5344CB8AC3E}">
        <p14:creationId xmlns:p14="http://schemas.microsoft.com/office/powerpoint/2010/main" val="1685696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7ABF7-0AC5-5684-6D35-169C91B0A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763808"/>
            <a:ext cx="11641536" cy="4926636"/>
          </a:xfrm>
        </p:spPr>
        <p:txBody>
          <a:bodyPr/>
          <a:lstStyle/>
          <a:p>
            <a:pPr marL="608965" indent="-456565"/>
            <a:r>
              <a:rPr lang="en-US" sz="2800" dirty="0">
                <a:latin typeface="Lucida Sans"/>
                <a:cs typeface="Arial"/>
              </a:rPr>
              <a:t>In summary</a:t>
            </a:r>
          </a:p>
          <a:p>
            <a:pPr marL="1218565" indent="-422910">
              <a:buClr>
                <a:srgbClr val="262626"/>
              </a:buClr>
              <a:buFont typeface="Wingdings" panose="020B0604020202020204" pitchFamily="34" charset="0"/>
              <a:buChar char="v"/>
            </a:pPr>
            <a:r>
              <a:rPr lang="en-US" sz="2800" dirty="0">
                <a:latin typeface="Lucida Sans"/>
                <a:ea typeface="+mn-lt"/>
                <a:cs typeface="+mn-lt"/>
              </a:rPr>
              <a:t>Program fails to ensure that a write to a buffer is always within its bound.</a:t>
            </a:r>
            <a:endParaRPr lang="en-US" sz="2800" dirty="0">
              <a:latin typeface="Lucida Sans"/>
              <a:cs typeface="Arial"/>
            </a:endParaRPr>
          </a:p>
          <a:p>
            <a:pPr marL="1218565" lvl="1" indent="-422910">
              <a:buClr>
                <a:srgbClr val="262626"/>
              </a:buClr>
              <a:buSzPts val="1800"/>
              <a:buFont typeface="Wingdings" panose="020B0604020202020204" pitchFamily="34" charset="0"/>
              <a:buChar char="v"/>
            </a:pPr>
            <a:r>
              <a:rPr lang="en-US" sz="2800" dirty="0">
                <a:latin typeface="Lucida Sans"/>
                <a:ea typeface="+mn-lt"/>
                <a:cs typeface="+mn-lt"/>
              </a:rPr>
              <a:t>When a buffer overflow happens, data structures in memory will be corrupted, potentially changing the program’s behavior.</a:t>
            </a:r>
            <a:endParaRPr lang="en-US" sz="2800" dirty="0">
              <a:latin typeface="Lucida Sans"/>
              <a:cs typeface="Arial" panose="020B0604020202020204"/>
            </a:endParaRPr>
          </a:p>
          <a:p>
            <a:pPr marL="1218565" lvl="1" indent="-422910">
              <a:buClr>
                <a:srgbClr val="262626"/>
              </a:buClr>
              <a:buSzPts val="1800"/>
              <a:buFont typeface="Wingdings" panose="020B0604020202020204" pitchFamily="34" charset="0"/>
              <a:buChar char="v"/>
            </a:pPr>
            <a:r>
              <a:rPr lang="en-US" sz="2800" dirty="0">
                <a:latin typeface="Lucida Sans"/>
                <a:ea typeface="+mn-lt"/>
                <a:cs typeface="+mn-lt"/>
              </a:rPr>
              <a:t>In many cases it can lead to the execution of arbitrary code by attackers</a:t>
            </a:r>
            <a:endParaRPr lang="en-US" sz="2800" dirty="0">
              <a:latin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464882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1374</Words>
  <Application>Microsoft Office PowerPoint</Application>
  <PresentationFormat>Widescreen</PresentationFormat>
  <Paragraphs>166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宋体</vt:lpstr>
      <vt:lpstr>Aptos</vt:lpstr>
      <vt:lpstr>Aptos Display</vt:lpstr>
      <vt:lpstr>Arial</vt:lpstr>
      <vt:lpstr>Calibri</vt:lpstr>
      <vt:lpstr>Courier New</vt:lpstr>
      <vt:lpstr>Lucida Sans</vt:lpstr>
      <vt:lpstr>Söhne</vt:lpstr>
      <vt:lpstr>source-serif-pro</vt:lpstr>
      <vt:lpstr>Wingdings</vt:lpstr>
      <vt:lpstr>Office Theme</vt:lpstr>
      <vt:lpstr>EECS 388:  Embedded Systems</vt:lpstr>
      <vt:lpstr>Example program flow</vt:lpstr>
      <vt:lpstr>PowerPoint Presentation</vt:lpstr>
      <vt:lpstr>Registers related to stack</vt:lpstr>
      <vt:lpstr>PowerPoint Presentation</vt:lpstr>
      <vt:lpstr>Takeaway </vt:lpstr>
      <vt:lpstr>Purpose of buffer overflow attack</vt:lpstr>
      <vt:lpstr>What malicious code execution can do?</vt:lpstr>
      <vt:lpstr>How we can execute malicious code using overflow?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 of buffer overflow </vt:lpstr>
      <vt:lpstr>PowerPoint Presentation</vt:lpstr>
      <vt:lpstr>PowerPoint Presentation</vt:lpstr>
    </vt:vector>
  </TitlesOfParts>
  <Company>University of Kansas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program flow</dc:title>
  <dc:creator>Hoque, Tamzidul</dc:creator>
  <cp:lastModifiedBy>Hoque, Tamzidul</cp:lastModifiedBy>
  <cp:revision>1</cp:revision>
  <dcterms:created xsi:type="dcterms:W3CDTF">2024-04-09T15:23:36Z</dcterms:created>
  <dcterms:modified xsi:type="dcterms:W3CDTF">2024-04-09T17:53:11Z</dcterms:modified>
</cp:coreProperties>
</file>