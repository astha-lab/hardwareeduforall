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64" r:id="rId2"/>
  </p:sldMasterIdLst>
  <p:notesMasterIdLst>
    <p:notesMasterId r:id="rId31"/>
  </p:notesMasterIdLst>
  <p:sldIdLst>
    <p:sldId id="300" r:id="rId3"/>
    <p:sldId id="257" r:id="rId4"/>
    <p:sldId id="302" r:id="rId5"/>
    <p:sldId id="258" r:id="rId6"/>
    <p:sldId id="259" r:id="rId7"/>
    <p:sldId id="260" r:id="rId8"/>
    <p:sldId id="296" r:id="rId9"/>
    <p:sldId id="261" r:id="rId10"/>
    <p:sldId id="297" r:id="rId11"/>
    <p:sldId id="298" r:id="rId12"/>
    <p:sldId id="262" r:id="rId13"/>
    <p:sldId id="268" r:id="rId14"/>
    <p:sldId id="271" r:id="rId15"/>
    <p:sldId id="278" r:id="rId16"/>
    <p:sldId id="263" r:id="rId17"/>
    <p:sldId id="264" r:id="rId18"/>
    <p:sldId id="265" r:id="rId19"/>
    <p:sldId id="281" r:id="rId20"/>
    <p:sldId id="279" r:id="rId21"/>
    <p:sldId id="273" r:id="rId22"/>
    <p:sldId id="285" r:id="rId23"/>
    <p:sldId id="286" r:id="rId24"/>
    <p:sldId id="289" r:id="rId25"/>
    <p:sldId id="287" r:id="rId26"/>
    <p:sldId id="290" r:id="rId27"/>
    <p:sldId id="291" r:id="rId28"/>
    <p:sldId id="288" r:id="rId29"/>
    <p:sldId id="29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C84479-60E9-49FA-8DD5-5C5EE5A237C2}" v="105" dt="2024-04-02T17:36:24.5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516" autoAdjust="0"/>
    <p:restoredTop sz="91594" autoAdjust="0"/>
  </p:normalViewPr>
  <p:slideViewPr>
    <p:cSldViewPr snapToGrid="0">
      <p:cViewPr varScale="1">
        <p:scale>
          <a:sx n="100" d="100"/>
          <a:sy n="100" d="100"/>
        </p:scale>
        <p:origin x="114"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que, Tamzidul" userId="05c62d7d-08c4-4ed9-b528-deb18472ab5f" providerId="ADAL" clId="{50C84479-60E9-49FA-8DD5-5C5EE5A237C2}"/>
    <pc:docChg chg="undo custSel addSld delSld modSld sldOrd modMainMaster">
      <pc:chgData name="Hoque, Tamzidul" userId="05c62d7d-08c4-4ed9-b528-deb18472ab5f" providerId="ADAL" clId="{50C84479-60E9-49FA-8DD5-5C5EE5A237C2}" dt="2024-04-02T17:47:53.511" v="2440" actId="478"/>
      <pc:docMkLst>
        <pc:docMk/>
      </pc:docMkLst>
      <pc:sldChg chg="ord">
        <pc:chgData name="Hoque, Tamzidul" userId="05c62d7d-08c4-4ed9-b528-deb18472ab5f" providerId="ADAL" clId="{50C84479-60E9-49FA-8DD5-5C5EE5A237C2}" dt="2024-04-02T17:30:38.615" v="1767"/>
        <pc:sldMkLst>
          <pc:docMk/>
          <pc:sldMk cId="2658702399" sldId="257"/>
        </pc:sldMkLst>
      </pc:sldChg>
      <pc:sldChg chg="delSp modSp mod">
        <pc:chgData name="Hoque, Tamzidul" userId="05c62d7d-08c4-4ed9-b528-deb18472ab5f" providerId="ADAL" clId="{50C84479-60E9-49FA-8DD5-5C5EE5A237C2}" dt="2024-04-02T15:26:52.670" v="4" actId="20577"/>
        <pc:sldMkLst>
          <pc:docMk/>
          <pc:sldMk cId="2501390754" sldId="260"/>
        </pc:sldMkLst>
        <pc:spChg chg="del">
          <ac:chgData name="Hoque, Tamzidul" userId="05c62d7d-08c4-4ed9-b528-deb18472ab5f" providerId="ADAL" clId="{50C84479-60E9-49FA-8DD5-5C5EE5A237C2}" dt="2024-04-02T15:26:26.777" v="0" actId="478"/>
          <ac:spMkLst>
            <pc:docMk/>
            <pc:sldMk cId="2501390754" sldId="260"/>
            <ac:spMk id="6" creationId="{6BC10315-1DEC-43DD-BFA1-EC0EBF5CCC1B}"/>
          </ac:spMkLst>
        </pc:spChg>
        <pc:spChg chg="mod">
          <ac:chgData name="Hoque, Tamzidul" userId="05c62d7d-08c4-4ed9-b528-deb18472ab5f" providerId="ADAL" clId="{50C84479-60E9-49FA-8DD5-5C5EE5A237C2}" dt="2024-04-02T15:26:52.670" v="4" actId="20577"/>
          <ac:spMkLst>
            <pc:docMk/>
            <pc:sldMk cId="2501390754" sldId="260"/>
            <ac:spMk id="68" creationId="{00000000-0000-0000-0000-000000000000}"/>
          </ac:spMkLst>
        </pc:spChg>
        <pc:picChg chg="del">
          <ac:chgData name="Hoque, Tamzidul" userId="05c62d7d-08c4-4ed9-b528-deb18472ab5f" providerId="ADAL" clId="{50C84479-60E9-49FA-8DD5-5C5EE5A237C2}" dt="2024-04-02T15:26:26.777" v="0" actId="478"/>
          <ac:picMkLst>
            <pc:docMk/>
            <pc:sldMk cId="2501390754" sldId="260"/>
            <ac:picMk id="5" creationId="{BA8B22A5-E6B1-2253-D02B-459407AF1A5C}"/>
          </ac:picMkLst>
        </pc:picChg>
      </pc:sldChg>
      <pc:sldChg chg="addSp delSp modSp mod addAnim delAnim modAnim modNotesTx">
        <pc:chgData name="Hoque, Tamzidul" userId="05c62d7d-08c4-4ed9-b528-deb18472ab5f" providerId="ADAL" clId="{50C84479-60E9-49FA-8DD5-5C5EE5A237C2}" dt="2024-04-02T17:47:53.511" v="2440" actId="478"/>
        <pc:sldMkLst>
          <pc:docMk/>
          <pc:sldMk cId="3708203109" sldId="261"/>
        </pc:sldMkLst>
        <pc:spChg chg="mod">
          <ac:chgData name="Hoque, Tamzidul" userId="05c62d7d-08c4-4ed9-b528-deb18472ab5f" providerId="ADAL" clId="{50C84479-60E9-49FA-8DD5-5C5EE5A237C2}" dt="2024-04-02T15:38:40.694" v="542" actId="313"/>
          <ac:spMkLst>
            <pc:docMk/>
            <pc:sldMk cId="3708203109" sldId="261"/>
            <ac:spMk id="67" creationId="{00000000-0000-0000-0000-000000000000}"/>
          </ac:spMkLst>
        </pc:spChg>
        <pc:picChg chg="del mod">
          <ac:chgData name="Hoque, Tamzidul" userId="05c62d7d-08c4-4ed9-b528-deb18472ab5f" providerId="ADAL" clId="{50C84479-60E9-49FA-8DD5-5C5EE5A237C2}" dt="2024-04-02T15:52:02.116" v="747" actId="478"/>
          <ac:picMkLst>
            <pc:docMk/>
            <pc:sldMk cId="3708203109" sldId="261"/>
            <ac:picMk id="2" creationId="{E600E0B2-2ABF-9F76-0DF8-04FAFB4E1CC8}"/>
          </ac:picMkLst>
        </pc:picChg>
        <pc:picChg chg="add del mod">
          <ac:chgData name="Hoque, Tamzidul" userId="05c62d7d-08c4-4ed9-b528-deb18472ab5f" providerId="ADAL" clId="{50C84479-60E9-49FA-8DD5-5C5EE5A237C2}" dt="2024-04-02T17:47:49.318" v="2435" actId="478"/>
          <ac:picMkLst>
            <pc:docMk/>
            <pc:sldMk cId="3708203109" sldId="261"/>
            <ac:picMk id="3" creationId="{AA662BFA-DA08-61C7-74A6-E5E93164E03E}"/>
          </ac:picMkLst>
        </pc:picChg>
        <pc:picChg chg="del mod">
          <ac:chgData name="Hoque, Tamzidul" userId="05c62d7d-08c4-4ed9-b528-deb18472ab5f" providerId="ADAL" clId="{50C84479-60E9-49FA-8DD5-5C5EE5A237C2}" dt="2024-04-02T17:47:52.026" v="2437" actId="478"/>
          <ac:picMkLst>
            <pc:docMk/>
            <pc:sldMk cId="3708203109" sldId="261"/>
            <ac:picMk id="4" creationId="{2BA834BC-C2A8-0D4E-5A6C-BB0FEC63E822}"/>
          </ac:picMkLst>
        </pc:picChg>
        <pc:picChg chg="del mod">
          <ac:chgData name="Hoque, Tamzidul" userId="05c62d7d-08c4-4ed9-b528-deb18472ab5f" providerId="ADAL" clId="{50C84479-60E9-49FA-8DD5-5C5EE5A237C2}" dt="2024-04-02T17:47:52.579" v="2438" actId="478"/>
          <ac:picMkLst>
            <pc:docMk/>
            <pc:sldMk cId="3708203109" sldId="261"/>
            <ac:picMk id="5" creationId="{B830D0B8-3567-C1EF-BC31-5CA7BC722A0E}"/>
          </ac:picMkLst>
        </pc:picChg>
        <pc:picChg chg="del mod">
          <ac:chgData name="Hoque, Tamzidul" userId="05c62d7d-08c4-4ed9-b528-deb18472ab5f" providerId="ADAL" clId="{50C84479-60E9-49FA-8DD5-5C5EE5A237C2}" dt="2024-04-02T17:47:53.511" v="2440" actId="478"/>
          <ac:picMkLst>
            <pc:docMk/>
            <pc:sldMk cId="3708203109" sldId="261"/>
            <ac:picMk id="6" creationId="{DF935EDF-9EC5-F8CD-1823-AE619F8E45E8}"/>
          </ac:picMkLst>
        </pc:picChg>
        <pc:picChg chg="del mod">
          <ac:chgData name="Hoque, Tamzidul" userId="05c62d7d-08c4-4ed9-b528-deb18472ab5f" providerId="ADAL" clId="{50C84479-60E9-49FA-8DD5-5C5EE5A237C2}" dt="2024-04-02T17:47:53.043" v="2439" actId="478"/>
          <ac:picMkLst>
            <pc:docMk/>
            <pc:sldMk cId="3708203109" sldId="261"/>
            <ac:picMk id="7" creationId="{6D4699B8-E053-BA01-727C-B7725B284CD4}"/>
          </ac:picMkLst>
        </pc:picChg>
      </pc:sldChg>
      <pc:sldChg chg="addSp modSp mod modAnim modNotesTx">
        <pc:chgData name="Hoque, Tamzidul" userId="05c62d7d-08c4-4ed9-b528-deb18472ab5f" providerId="ADAL" clId="{50C84479-60E9-49FA-8DD5-5C5EE5A237C2}" dt="2024-04-02T16:52:24.210" v="1457" actId="207"/>
        <pc:sldMkLst>
          <pc:docMk/>
          <pc:sldMk cId="1688304148" sldId="262"/>
        </pc:sldMkLst>
        <pc:spChg chg="add mod">
          <ac:chgData name="Hoque, Tamzidul" userId="05c62d7d-08c4-4ed9-b528-deb18472ab5f" providerId="ADAL" clId="{50C84479-60E9-49FA-8DD5-5C5EE5A237C2}" dt="2024-04-02T16:52:17.168" v="1454" actId="207"/>
          <ac:spMkLst>
            <pc:docMk/>
            <pc:sldMk cId="1688304148" sldId="262"/>
            <ac:spMk id="3" creationId="{8F9A1431-12A3-6979-F94A-163080EE7B12}"/>
          </ac:spMkLst>
        </pc:spChg>
        <pc:spChg chg="mod">
          <ac:chgData name="Hoque, Tamzidul" userId="05c62d7d-08c4-4ed9-b528-deb18472ab5f" providerId="ADAL" clId="{50C84479-60E9-49FA-8DD5-5C5EE5A237C2}" dt="2024-04-02T16:43:56.091" v="1349" actId="1076"/>
          <ac:spMkLst>
            <pc:docMk/>
            <pc:sldMk cId="1688304148" sldId="262"/>
            <ac:spMk id="10" creationId="{7BE78CE1-60F0-A1F3-6F70-BB56CABEF6DA}"/>
          </ac:spMkLst>
        </pc:spChg>
        <pc:spChg chg="add mod">
          <ac:chgData name="Hoque, Tamzidul" userId="05c62d7d-08c4-4ed9-b528-deb18472ab5f" providerId="ADAL" clId="{50C84479-60E9-49FA-8DD5-5C5EE5A237C2}" dt="2024-04-02T16:52:20.316" v="1455" actId="207"/>
          <ac:spMkLst>
            <pc:docMk/>
            <pc:sldMk cId="1688304148" sldId="262"/>
            <ac:spMk id="12" creationId="{538A7DFA-CF19-021F-B597-78665B3C927D}"/>
          </ac:spMkLst>
        </pc:spChg>
        <pc:spChg chg="add mod">
          <ac:chgData name="Hoque, Tamzidul" userId="05c62d7d-08c4-4ed9-b528-deb18472ab5f" providerId="ADAL" clId="{50C84479-60E9-49FA-8DD5-5C5EE5A237C2}" dt="2024-04-02T16:52:24.210" v="1457" actId="207"/>
          <ac:spMkLst>
            <pc:docMk/>
            <pc:sldMk cId="1688304148" sldId="262"/>
            <ac:spMk id="14" creationId="{48ADB330-7410-E24D-308D-7D3DE0E64853}"/>
          </ac:spMkLst>
        </pc:spChg>
        <pc:spChg chg="mod">
          <ac:chgData name="Hoque, Tamzidul" userId="05c62d7d-08c4-4ed9-b528-deb18472ab5f" providerId="ADAL" clId="{50C84479-60E9-49FA-8DD5-5C5EE5A237C2}" dt="2024-04-02T16:43:59.208" v="1350" actId="1076"/>
          <ac:spMkLst>
            <pc:docMk/>
            <pc:sldMk cId="1688304148" sldId="262"/>
            <ac:spMk id="67" creationId="{00000000-0000-0000-0000-000000000000}"/>
          </ac:spMkLst>
        </pc:spChg>
        <pc:picChg chg="mod">
          <ac:chgData name="Hoque, Tamzidul" userId="05c62d7d-08c4-4ed9-b528-deb18472ab5f" providerId="ADAL" clId="{50C84479-60E9-49FA-8DD5-5C5EE5A237C2}" dt="2024-04-02T16:44:55.705" v="1357" actId="1076"/>
          <ac:picMkLst>
            <pc:docMk/>
            <pc:sldMk cId="1688304148" sldId="262"/>
            <ac:picMk id="4" creationId="{7B4C2EAE-A512-0368-4052-3D6EA1B033E8}"/>
          </ac:picMkLst>
        </pc:picChg>
        <pc:picChg chg="mod">
          <ac:chgData name="Hoque, Tamzidul" userId="05c62d7d-08c4-4ed9-b528-deb18472ab5f" providerId="ADAL" clId="{50C84479-60E9-49FA-8DD5-5C5EE5A237C2}" dt="2024-04-02T16:43:56.091" v="1349" actId="1076"/>
          <ac:picMkLst>
            <pc:docMk/>
            <pc:sldMk cId="1688304148" sldId="262"/>
            <ac:picMk id="7" creationId="{9A73575F-2046-CB9C-F9DB-0160FD5B1B66}"/>
          </ac:picMkLst>
        </pc:picChg>
      </pc:sldChg>
      <pc:sldChg chg="del">
        <pc:chgData name="Hoque, Tamzidul" userId="05c62d7d-08c4-4ed9-b528-deb18472ab5f" providerId="ADAL" clId="{50C84479-60E9-49FA-8DD5-5C5EE5A237C2}" dt="2024-04-02T17:40:20.971" v="2433" actId="47"/>
        <pc:sldMkLst>
          <pc:docMk/>
          <pc:sldMk cId="4045779197" sldId="267"/>
        </pc:sldMkLst>
      </pc:sldChg>
      <pc:sldChg chg="addSp modSp mod modAnim modNotesTx">
        <pc:chgData name="Hoque, Tamzidul" userId="05c62d7d-08c4-4ed9-b528-deb18472ab5f" providerId="ADAL" clId="{50C84479-60E9-49FA-8DD5-5C5EE5A237C2}" dt="2024-04-02T17:04:37.459" v="1584"/>
        <pc:sldMkLst>
          <pc:docMk/>
          <pc:sldMk cId="2366493602" sldId="268"/>
        </pc:sldMkLst>
        <pc:spChg chg="add mod">
          <ac:chgData name="Hoque, Tamzidul" userId="05c62d7d-08c4-4ed9-b528-deb18472ab5f" providerId="ADAL" clId="{50C84479-60E9-49FA-8DD5-5C5EE5A237C2}" dt="2024-04-02T16:52:50.264" v="1463" actId="1076"/>
          <ac:spMkLst>
            <pc:docMk/>
            <pc:sldMk cId="2366493602" sldId="268"/>
            <ac:spMk id="4" creationId="{662D8737-5E43-FF77-C83D-1EB0BF216530}"/>
          </ac:spMkLst>
        </pc:spChg>
        <pc:spChg chg="add mod">
          <ac:chgData name="Hoque, Tamzidul" userId="05c62d7d-08c4-4ed9-b528-deb18472ab5f" providerId="ADAL" clId="{50C84479-60E9-49FA-8DD5-5C5EE5A237C2}" dt="2024-04-02T16:57:31.127" v="1509" actId="1076"/>
          <ac:spMkLst>
            <pc:docMk/>
            <pc:sldMk cId="2366493602" sldId="268"/>
            <ac:spMk id="6" creationId="{3A610011-EBDB-F5DF-5635-72E78C3E62C0}"/>
          </ac:spMkLst>
        </pc:spChg>
        <pc:spChg chg="mod">
          <ac:chgData name="Hoque, Tamzidul" userId="05c62d7d-08c4-4ed9-b528-deb18472ab5f" providerId="ADAL" clId="{50C84479-60E9-49FA-8DD5-5C5EE5A237C2}" dt="2024-04-02T16:50:56.310" v="1395" actId="1076"/>
          <ac:spMkLst>
            <pc:docMk/>
            <pc:sldMk cId="2366493602" sldId="268"/>
            <ac:spMk id="10" creationId="{8A7C5FD8-8195-46B5-CB3F-B5930669DB02}"/>
          </ac:spMkLst>
        </pc:spChg>
        <pc:spChg chg="mod">
          <ac:chgData name="Hoque, Tamzidul" userId="05c62d7d-08c4-4ed9-b528-deb18472ab5f" providerId="ADAL" clId="{50C84479-60E9-49FA-8DD5-5C5EE5A237C2}" dt="2024-04-02T16:51:05.344" v="1398" actId="1076"/>
          <ac:spMkLst>
            <pc:docMk/>
            <pc:sldMk cId="2366493602" sldId="268"/>
            <ac:spMk id="11" creationId="{C118CF1B-5A1F-61FE-72E4-CEAD68C43E5A}"/>
          </ac:spMkLst>
        </pc:spChg>
        <pc:spChg chg="mod">
          <ac:chgData name="Hoque, Tamzidul" userId="05c62d7d-08c4-4ed9-b528-deb18472ab5f" providerId="ADAL" clId="{50C84479-60E9-49FA-8DD5-5C5EE5A237C2}" dt="2024-04-02T16:55:53.451" v="1477" actId="1076"/>
          <ac:spMkLst>
            <pc:docMk/>
            <pc:sldMk cId="2366493602" sldId="268"/>
            <ac:spMk id="12" creationId="{E53BF92D-B6CD-80CC-9102-48C29651F361}"/>
          </ac:spMkLst>
        </pc:spChg>
        <pc:spChg chg="mod">
          <ac:chgData name="Hoque, Tamzidul" userId="05c62d7d-08c4-4ed9-b528-deb18472ab5f" providerId="ADAL" clId="{50C84479-60E9-49FA-8DD5-5C5EE5A237C2}" dt="2024-04-02T16:56:55.226" v="1484" actId="1076"/>
          <ac:spMkLst>
            <pc:docMk/>
            <pc:sldMk cId="2366493602" sldId="268"/>
            <ac:spMk id="14" creationId="{4AB35F42-B9D4-B490-4E81-7E1D60BAD89D}"/>
          </ac:spMkLst>
        </pc:spChg>
        <pc:spChg chg="mod">
          <ac:chgData name="Hoque, Tamzidul" userId="05c62d7d-08c4-4ed9-b528-deb18472ab5f" providerId="ADAL" clId="{50C84479-60E9-49FA-8DD5-5C5EE5A237C2}" dt="2024-04-02T16:52:45.730" v="1461" actId="1076"/>
          <ac:spMkLst>
            <pc:docMk/>
            <pc:sldMk cId="2366493602" sldId="268"/>
            <ac:spMk id="67" creationId="{00000000-0000-0000-0000-000000000000}"/>
          </ac:spMkLst>
        </pc:spChg>
        <pc:graphicFrameChg chg="add mod modGraphic">
          <ac:chgData name="Hoque, Tamzidul" userId="05c62d7d-08c4-4ed9-b528-deb18472ab5f" providerId="ADAL" clId="{50C84479-60E9-49FA-8DD5-5C5EE5A237C2}" dt="2024-04-02T17:04:19.375" v="1581" actId="207"/>
          <ac:graphicFrameMkLst>
            <pc:docMk/>
            <pc:sldMk cId="2366493602" sldId="268"/>
            <ac:graphicFrameMk id="13" creationId="{4887660A-2C66-ECF5-AC3D-AF0F06B6D41A}"/>
          </ac:graphicFrameMkLst>
        </pc:graphicFrameChg>
        <pc:picChg chg="mod">
          <ac:chgData name="Hoque, Tamzidul" userId="05c62d7d-08c4-4ed9-b528-deb18472ab5f" providerId="ADAL" clId="{50C84479-60E9-49FA-8DD5-5C5EE5A237C2}" dt="2024-04-02T16:58:57.113" v="1517" actId="1076"/>
          <ac:picMkLst>
            <pc:docMk/>
            <pc:sldMk cId="2366493602" sldId="268"/>
            <ac:picMk id="2" creationId="{EB407DA2-9FE2-F0C3-7C6F-7D6A655CBA95}"/>
          </ac:picMkLst>
        </pc:picChg>
        <pc:picChg chg="mod">
          <ac:chgData name="Hoque, Tamzidul" userId="05c62d7d-08c4-4ed9-b528-deb18472ab5f" providerId="ADAL" clId="{50C84479-60E9-49FA-8DD5-5C5EE5A237C2}" dt="2024-04-02T16:52:48.161" v="1462" actId="1076"/>
          <ac:picMkLst>
            <pc:docMk/>
            <pc:sldMk cId="2366493602" sldId="268"/>
            <ac:picMk id="7" creationId="{9A73575F-2046-CB9C-F9DB-0160FD5B1B66}"/>
          </ac:picMkLst>
        </pc:picChg>
        <pc:picChg chg="mod modCrop">
          <ac:chgData name="Hoque, Tamzidul" userId="05c62d7d-08c4-4ed9-b528-deb18472ab5f" providerId="ADAL" clId="{50C84479-60E9-49FA-8DD5-5C5EE5A237C2}" dt="2024-04-02T16:54:56.210" v="1467" actId="732"/>
          <ac:picMkLst>
            <pc:docMk/>
            <pc:sldMk cId="2366493602" sldId="268"/>
            <ac:picMk id="8" creationId="{A3D6F8DC-F97B-9BB5-5511-1172BF877951}"/>
          </ac:picMkLst>
        </pc:picChg>
        <pc:picChg chg="mod">
          <ac:chgData name="Hoque, Tamzidul" userId="05c62d7d-08c4-4ed9-b528-deb18472ab5f" providerId="ADAL" clId="{50C84479-60E9-49FA-8DD5-5C5EE5A237C2}" dt="2024-04-02T16:55:57.824" v="1479" actId="1076"/>
          <ac:picMkLst>
            <pc:docMk/>
            <pc:sldMk cId="2366493602" sldId="268"/>
            <ac:picMk id="9" creationId="{D1D763A3-7995-1CC9-98B9-7896776327F3}"/>
          </ac:picMkLst>
        </pc:picChg>
      </pc:sldChg>
      <pc:sldChg chg="addSp delSp modSp mod modAnim modNotesTx">
        <pc:chgData name="Hoque, Tamzidul" userId="05c62d7d-08c4-4ed9-b528-deb18472ab5f" providerId="ADAL" clId="{50C84479-60E9-49FA-8DD5-5C5EE5A237C2}" dt="2024-04-02T17:12:13.385" v="1676" actId="1076"/>
        <pc:sldMkLst>
          <pc:docMk/>
          <pc:sldMk cId="725396755" sldId="271"/>
        </pc:sldMkLst>
        <pc:spChg chg="add mod">
          <ac:chgData name="Hoque, Tamzidul" userId="05c62d7d-08c4-4ed9-b528-deb18472ab5f" providerId="ADAL" clId="{50C84479-60E9-49FA-8DD5-5C5EE5A237C2}" dt="2024-04-02T17:08:06.001" v="1653"/>
          <ac:spMkLst>
            <pc:docMk/>
            <pc:sldMk cId="725396755" sldId="271"/>
            <ac:spMk id="8" creationId="{EA874F1A-0A91-6940-4876-9F830DEFE464}"/>
          </ac:spMkLst>
        </pc:spChg>
        <pc:spChg chg="del mod">
          <ac:chgData name="Hoque, Tamzidul" userId="05c62d7d-08c4-4ed9-b528-deb18472ab5f" providerId="ADAL" clId="{50C84479-60E9-49FA-8DD5-5C5EE5A237C2}" dt="2024-04-02T17:01:34.967" v="1540" actId="478"/>
          <ac:spMkLst>
            <pc:docMk/>
            <pc:sldMk cId="725396755" sldId="271"/>
            <ac:spMk id="11" creationId="{A1E0ABE8-8017-E86C-2DAC-7653C07B7A36}"/>
          </ac:spMkLst>
        </pc:spChg>
        <pc:spChg chg="mod">
          <ac:chgData name="Hoque, Tamzidul" userId="05c62d7d-08c4-4ed9-b528-deb18472ab5f" providerId="ADAL" clId="{50C84479-60E9-49FA-8DD5-5C5EE5A237C2}" dt="2024-04-02T17:08:15.568" v="1655" actId="1076"/>
          <ac:spMkLst>
            <pc:docMk/>
            <pc:sldMk cId="725396755" sldId="271"/>
            <ac:spMk id="13" creationId="{A3642F1B-56E8-5E41-C681-BEC0472BE0FC}"/>
          </ac:spMkLst>
        </pc:spChg>
        <pc:spChg chg="mod">
          <ac:chgData name="Hoque, Tamzidul" userId="05c62d7d-08c4-4ed9-b528-deb18472ab5f" providerId="ADAL" clId="{50C84479-60E9-49FA-8DD5-5C5EE5A237C2}" dt="2024-04-02T17:12:13.385" v="1676" actId="1076"/>
          <ac:spMkLst>
            <pc:docMk/>
            <pc:sldMk cId="725396755" sldId="271"/>
            <ac:spMk id="15" creationId="{2B6070E2-B396-6940-B986-8505E0774132}"/>
          </ac:spMkLst>
        </pc:spChg>
        <pc:spChg chg="add mod">
          <ac:chgData name="Hoque, Tamzidul" userId="05c62d7d-08c4-4ed9-b528-deb18472ab5f" providerId="ADAL" clId="{50C84479-60E9-49FA-8DD5-5C5EE5A237C2}" dt="2024-04-02T16:34:56.826" v="1189" actId="571"/>
          <ac:spMkLst>
            <pc:docMk/>
            <pc:sldMk cId="725396755" sldId="271"/>
            <ac:spMk id="18" creationId="{88945CD6-B262-C2CA-9ECD-0E5D704EEBE0}"/>
          </ac:spMkLst>
        </pc:spChg>
        <pc:spChg chg="add mod">
          <ac:chgData name="Hoque, Tamzidul" userId="05c62d7d-08c4-4ed9-b528-deb18472ab5f" providerId="ADAL" clId="{50C84479-60E9-49FA-8DD5-5C5EE5A237C2}" dt="2024-04-02T16:34:56.826" v="1189" actId="571"/>
          <ac:spMkLst>
            <pc:docMk/>
            <pc:sldMk cId="725396755" sldId="271"/>
            <ac:spMk id="19" creationId="{3F5BCC57-EBD9-885F-FE70-F32A72F2E04F}"/>
          </ac:spMkLst>
        </pc:spChg>
        <pc:spChg chg="add mod">
          <ac:chgData name="Hoque, Tamzidul" userId="05c62d7d-08c4-4ed9-b528-deb18472ab5f" providerId="ADAL" clId="{50C84479-60E9-49FA-8DD5-5C5EE5A237C2}" dt="2024-04-02T16:34:56.826" v="1189" actId="571"/>
          <ac:spMkLst>
            <pc:docMk/>
            <pc:sldMk cId="725396755" sldId="271"/>
            <ac:spMk id="20" creationId="{CAAB748A-8A65-4F6F-4790-A7CB365B1EDA}"/>
          </ac:spMkLst>
        </pc:spChg>
        <pc:spChg chg="add mod">
          <ac:chgData name="Hoque, Tamzidul" userId="05c62d7d-08c4-4ed9-b528-deb18472ab5f" providerId="ADAL" clId="{50C84479-60E9-49FA-8DD5-5C5EE5A237C2}" dt="2024-04-02T16:34:56.826" v="1189" actId="571"/>
          <ac:spMkLst>
            <pc:docMk/>
            <pc:sldMk cId="725396755" sldId="271"/>
            <ac:spMk id="21" creationId="{E6D0A290-23AF-BAE6-22D1-5CEC5AA123AD}"/>
          </ac:spMkLst>
        </pc:spChg>
        <pc:spChg chg="add mod">
          <ac:chgData name="Hoque, Tamzidul" userId="05c62d7d-08c4-4ed9-b528-deb18472ab5f" providerId="ADAL" clId="{50C84479-60E9-49FA-8DD5-5C5EE5A237C2}" dt="2024-04-02T16:37:10.526" v="1341" actId="20577"/>
          <ac:spMkLst>
            <pc:docMk/>
            <pc:sldMk cId="725396755" sldId="271"/>
            <ac:spMk id="22" creationId="{271D24B9-EFD2-2C75-4253-B7D56ECD4ABF}"/>
          </ac:spMkLst>
        </pc:spChg>
        <pc:spChg chg="add del mod">
          <ac:chgData name="Hoque, Tamzidul" userId="05c62d7d-08c4-4ed9-b528-deb18472ab5f" providerId="ADAL" clId="{50C84479-60E9-49FA-8DD5-5C5EE5A237C2}" dt="2024-04-02T17:08:08.147" v="1654" actId="478"/>
          <ac:spMkLst>
            <pc:docMk/>
            <pc:sldMk cId="725396755" sldId="271"/>
            <ac:spMk id="24" creationId="{396C6B3D-684F-1C4D-BE70-C2A0920009C7}"/>
          </ac:spMkLst>
        </pc:spChg>
        <pc:spChg chg="add mod">
          <ac:chgData name="Hoque, Tamzidul" userId="05c62d7d-08c4-4ed9-b528-deb18472ab5f" providerId="ADAL" clId="{50C84479-60E9-49FA-8DD5-5C5EE5A237C2}" dt="2024-04-02T17:09:02.660" v="1657" actId="1076"/>
          <ac:spMkLst>
            <pc:docMk/>
            <pc:sldMk cId="725396755" sldId="271"/>
            <ac:spMk id="27" creationId="{A65943E3-8C53-9224-7959-1D7FD973BA3B}"/>
          </ac:spMkLst>
        </pc:spChg>
        <pc:spChg chg="add mod">
          <ac:chgData name="Hoque, Tamzidul" userId="05c62d7d-08c4-4ed9-b528-deb18472ab5f" providerId="ADAL" clId="{50C84479-60E9-49FA-8DD5-5C5EE5A237C2}" dt="2024-04-02T17:09:50.496" v="1669" actId="20577"/>
          <ac:spMkLst>
            <pc:docMk/>
            <pc:sldMk cId="725396755" sldId="271"/>
            <ac:spMk id="28" creationId="{92654B4D-E4C5-B63A-8FD1-36F54E34589F}"/>
          </ac:spMkLst>
        </pc:spChg>
        <pc:graphicFrameChg chg="add mod modGraphic">
          <ac:chgData name="Hoque, Tamzidul" userId="05c62d7d-08c4-4ed9-b528-deb18472ab5f" providerId="ADAL" clId="{50C84479-60E9-49FA-8DD5-5C5EE5A237C2}" dt="2024-04-02T17:05:16.563" v="1592" actId="1076"/>
          <ac:graphicFrameMkLst>
            <pc:docMk/>
            <pc:sldMk cId="725396755" sldId="271"/>
            <ac:graphicFrameMk id="25" creationId="{33C8CAFC-1006-465F-7A3C-9D3E6A5398B6}"/>
          </ac:graphicFrameMkLst>
        </pc:graphicFrameChg>
        <pc:picChg chg="mod">
          <ac:chgData name="Hoque, Tamzidul" userId="05c62d7d-08c4-4ed9-b528-deb18472ab5f" providerId="ADAL" clId="{50C84479-60E9-49FA-8DD5-5C5EE5A237C2}" dt="2024-04-02T17:08:15.568" v="1655" actId="1076"/>
          <ac:picMkLst>
            <pc:docMk/>
            <pc:sldMk cId="725396755" sldId="271"/>
            <ac:picMk id="2" creationId="{EB407DA2-9FE2-F0C3-7C6F-7D6A655CBA95}"/>
          </ac:picMkLst>
        </pc:picChg>
        <pc:picChg chg="mod">
          <ac:chgData name="Hoque, Tamzidul" userId="05c62d7d-08c4-4ed9-b528-deb18472ab5f" providerId="ADAL" clId="{50C84479-60E9-49FA-8DD5-5C5EE5A237C2}" dt="2024-04-02T16:35:07.109" v="1205" actId="1036"/>
          <ac:picMkLst>
            <pc:docMk/>
            <pc:sldMk cId="725396755" sldId="271"/>
            <ac:picMk id="3" creationId="{F21890CA-501F-54B0-A7CE-152D9CE59C57}"/>
          </ac:picMkLst>
        </pc:picChg>
        <pc:picChg chg="mod">
          <ac:chgData name="Hoque, Tamzidul" userId="05c62d7d-08c4-4ed9-b528-deb18472ab5f" providerId="ADAL" clId="{50C84479-60E9-49FA-8DD5-5C5EE5A237C2}" dt="2024-04-02T16:35:07.109" v="1205" actId="1036"/>
          <ac:picMkLst>
            <pc:docMk/>
            <pc:sldMk cId="725396755" sldId="271"/>
            <ac:picMk id="4" creationId="{89D86089-E527-36F8-EB6F-87F9983AC598}"/>
          </ac:picMkLst>
        </pc:picChg>
        <pc:picChg chg="mod">
          <ac:chgData name="Hoque, Tamzidul" userId="05c62d7d-08c4-4ed9-b528-deb18472ab5f" providerId="ADAL" clId="{50C84479-60E9-49FA-8DD5-5C5EE5A237C2}" dt="2024-04-02T16:35:07.109" v="1205" actId="1036"/>
          <ac:picMkLst>
            <pc:docMk/>
            <pc:sldMk cId="725396755" sldId="271"/>
            <ac:picMk id="5" creationId="{957D2405-2081-D8E0-0760-4C01A56FC627}"/>
          </ac:picMkLst>
        </pc:picChg>
        <pc:picChg chg="del mod">
          <ac:chgData name="Hoque, Tamzidul" userId="05c62d7d-08c4-4ed9-b528-deb18472ab5f" providerId="ADAL" clId="{50C84479-60E9-49FA-8DD5-5C5EE5A237C2}" dt="2024-04-02T17:01:33.172" v="1539" actId="478"/>
          <ac:picMkLst>
            <pc:docMk/>
            <pc:sldMk cId="725396755" sldId="271"/>
            <ac:picMk id="9" creationId="{D1D763A3-7995-1CC9-98B9-7896776327F3}"/>
          </ac:picMkLst>
        </pc:picChg>
        <pc:picChg chg="add mod">
          <ac:chgData name="Hoque, Tamzidul" userId="05c62d7d-08c4-4ed9-b528-deb18472ab5f" providerId="ADAL" clId="{50C84479-60E9-49FA-8DD5-5C5EE5A237C2}" dt="2024-04-02T16:34:56.826" v="1189" actId="571"/>
          <ac:picMkLst>
            <pc:docMk/>
            <pc:sldMk cId="725396755" sldId="271"/>
            <ac:picMk id="10" creationId="{E905A7E4-BE4C-C63A-E610-E6EFF1845DE8}"/>
          </ac:picMkLst>
        </pc:picChg>
        <pc:picChg chg="add mod">
          <ac:chgData name="Hoque, Tamzidul" userId="05c62d7d-08c4-4ed9-b528-deb18472ab5f" providerId="ADAL" clId="{50C84479-60E9-49FA-8DD5-5C5EE5A237C2}" dt="2024-04-02T16:34:56.826" v="1189" actId="571"/>
          <ac:picMkLst>
            <pc:docMk/>
            <pc:sldMk cId="725396755" sldId="271"/>
            <ac:picMk id="12" creationId="{7A9F4D5C-5F0E-7257-E00D-13B7054341DB}"/>
          </ac:picMkLst>
        </pc:picChg>
        <pc:picChg chg="add mod">
          <ac:chgData name="Hoque, Tamzidul" userId="05c62d7d-08c4-4ed9-b528-deb18472ab5f" providerId="ADAL" clId="{50C84479-60E9-49FA-8DD5-5C5EE5A237C2}" dt="2024-04-02T16:34:56.826" v="1189" actId="571"/>
          <ac:picMkLst>
            <pc:docMk/>
            <pc:sldMk cId="725396755" sldId="271"/>
            <ac:picMk id="14" creationId="{671E0B8C-EBD2-5596-8992-09531849A3A9}"/>
          </ac:picMkLst>
        </pc:picChg>
        <pc:picChg chg="add mod">
          <ac:chgData name="Hoque, Tamzidul" userId="05c62d7d-08c4-4ed9-b528-deb18472ab5f" providerId="ADAL" clId="{50C84479-60E9-49FA-8DD5-5C5EE5A237C2}" dt="2024-04-02T16:34:56.826" v="1189" actId="571"/>
          <ac:picMkLst>
            <pc:docMk/>
            <pc:sldMk cId="725396755" sldId="271"/>
            <ac:picMk id="16" creationId="{7A481DF9-33CE-912E-5A15-B5F62FC3910D}"/>
          </ac:picMkLst>
        </pc:picChg>
        <pc:cxnChg chg="add del">
          <ac:chgData name="Hoque, Tamzidul" userId="05c62d7d-08c4-4ed9-b528-deb18472ab5f" providerId="ADAL" clId="{50C84479-60E9-49FA-8DD5-5C5EE5A237C2}" dt="2024-04-02T17:09:33.319" v="1666" actId="478"/>
          <ac:cxnSpMkLst>
            <pc:docMk/>
            <pc:sldMk cId="725396755" sldId="271"/>
            <ac:cxnSpMk id="30" creationId="{2DB82851-0652-19C4-824D-E6306106F7A3}"/>
          </ac:cxnSpMkLst>
        </pc:cxnChg>
        <pc:cxnChg chg="add del mod">
          <ac:chgData name="Hoque, Tamzidul" userId="05c62d7d-08c4-4ed9-b528-deb18472ab5f" providerId="ADAL" clId="{50C84479-60E9-49FA-8DD5-5C5EE5A237C2}" dt="2024-04-02T17:09:34.772" v="1667" actId="478"/>
          <ac:cxnSpMkLst>
            <pc:docMk/>
            <pc:sldMk cId="725396755" sldId="271"/>
            <ac:cxnSpMk id="31" creationId="{EB3B93F3-9A06-A9A9-A2C8-5172E1D30345}"/>
          </ac:cxnSpMkLst>
        </pc:cxnChg>
      </pc:sldChg>
      <pc:sldChg chg="del">
        <pc:chgData name="Hoque, Tamzidul" userId="05c62d7d-08c4-4ed9-b528-deb18472ab5f" providerId="ADAL" clId="{50C84479-60E9-49FA-8DD5-5C5EE5A237C2}" dt="2024-04-02T17:39:41.810" v="2430" actId="47"/>
        <pc:sldMkLst>
          <pc:docMk/>
          <pc:sldMk cId="3423786524" sldId="272"/>
        </pc:sldMkLst>
      </pc:sldChg>
      <pc:sldChg chg="del">
        <pc:chgData name="Hoque, Tamzidul" userId="05c62d7d-08c4-4ed9-b528-deb18472ab5f" providerId="ADAL" clId="{50C84479-60E9-49FA-8DD5-5C5EE5A237C2}" dt="2024-04-02T17:40:20.971" v="2433" actId="47"/>
        <pc:sldMkLst>
          <pc:docMk/>
          <pc:sldMk cId="2262387266" sldId="274"/>
        </pc:sldMkLst>
      </pc:sldChg>
      <pc:sldChg chg="addSp delSp modSp mod delAnim modAnim">
        <pc:chgData name="Hoque, Tamzidul" userId="05c62d7d-08c4-4ed9-b528-deb18472ab5f" providerId="ADAL" clId="{50C84479-60E9-49FA-8DD5-5C5EE5A237C2}" dt="2024-04-02T17:36:24.569" v="2429" actId="20577"/>
        <pc:sldMkLst>
          <pc:docMk/>
          <pc:sldMk cId="3072810615" sldId="278"/>
        </pc:sldMkLst>
        <pc:spChg chg="add mod">
          <ac:chgData name="Hoque, Tamzidul" userId="05c62d7d-08c4-4ed9-b528-deb18472ab5f" providerId="ADAL" clId="{50C84479-60E9-49FA-8DD5-5C5EE5A237C2}" dt="2024-04-02T17:15:31.260" v="1712" actId="20577"/>
          <ac:spMkLst>
            <pc:docMk/>
            <pc:sldMk cId="3072810615" sldId="278"/>
            <ac:spMk id="3" creationId="{4C69BE07-6DCD-AD63-9073-88BDCF4B44B6}"/>
          </ac:spMkLst>
        </pc:spChg>
        <pc:spChg chg="add mod">
          <ac:chgData name="Hoque, Tamzidul" userId="05c62d7d-08c4-4ed9-b528-deb18472ab5f" providerId="ADAL" clId="{50C84479-60E9-49FA-8DD5-5C5EE5A237C2}" dt="2024-04-02T17:15:54.488" v="1719"/>
          <ac:spMkLst>
            <pc:docMk/>
            <pc:sldMk cId="3072810615" sldId="278"/>
            <ac:spMk id="4" creationId="{7A456599-5037-F1F5-B90F-3DD1500987C0}"/>
          </ac:spMkLst>
        </pc:spChg>
        <pc:spChg chg="add mod">
          <ac:chgData name="Hoque, Tamzidul" userId="05c62d7d-08c4-4ed9-b528-deb18472ab5f" providerId="ADAL" clId="{50C84479-60E9-49FA-8DD5-5C5EE5A237C2}" dt="2024-04-02T17:23:11.248" v="1750" actId="1076"/>
          <ac:spMkLst>
            <pc:docMk/>
            <pc:sldMk cId="3072810615" sldId="278"/>
            <ac:spMk id="8" creationId="{3D4F5EE2-BF48-1DD9-2176-7BA32843F1EC}"/>
          </ac:spMkLst>
        </pc:spChg>
        <pc:spChg chg="add mod">
          <ac:chgData name="Hoque, Tamzidul" userId="05c62d7d-08c4-4ed9-b528-deb18472ab5f" providerId="ADAL" clId="{50C84479-60E9-49FA-8DD5-5C5EE5A237C2}" dt="2024-04-02T17:23:20.462" v="1760" actId="1076"/>
          <ac:spMkLst>
            <pc:docMk/>
            <pc:sldMk cId="3072810615" sldId="278"/>
            <ac:spMk id="9" creationId="{0FEBEE27-4D34-968B-1468-9688E025C4F5}"/>
          </ac:spMkLst>
        </pc:spChg>
        <pc:spChg chg="del">
          <ac:chgData name="Hoque, Tamzidul" userId="05c62d7d-08c4-4ed9-b528-deb18472ab5f" providerId="ADAL" clId="{50C84479-60E9-49FA-8DD5-5C5EE5A237C2}" dt="2024-04-02T17:14:38.924" v="1678" actId="478"/>
          <ac:spMkLst>
            <pc:docMk/>
            <pc:sldMk cId="3072810615" sldId="278"/>
            <ac:spMk id="15" creationId="{6F718CA7-4E6E-55D0-FF73-79453FEB34DD}"/>
          </ac:spMkLst>
        </pc:spChg>
        <pc:spChg chg="del">
          <ac:chgData name="Hoque, Tamzidul" userId="05c62d7d-08c4-4ed9-b528-deb18472ab5f" providerId="ADAL" clId="{50C84479-60E9-49FA-8DD5-5C5EE5A237C2}" dt="2024-04-02T17:14:42.336" v="1680" actId="478"/>
          <ac:spMkLst>
            <pc:docMk/>
            <pc:sldMk cId="3072810615" sldId="278"/>
            <ac:spMk id="17" creationId="{3C4739F2-5CA0-EB42-4F7A-554677D96A53}"/>
          </ac:spMkLst>
        </pc:spChg>
        <pc:spChg chg="mod">
          <ac:chgData name="Hoque, Tamzidul" userId="05c62d7d-08c4-4ed9-b528-deb18472ab5f" providerId="ADAL" clId="{50C84479-60E9-49FA-8DD5-5C5EE5A237C2}" dt="2024-04-02T17:15:36.127" v="1713" actId="1076"/>
          <ac:spMkLst>
            <pc:docMk/>
            <pc:sldMk cId="3072810615" sldId="278"/>
            <ac:spMk id="19" creationId="{1207EFA6-98AD-AEF4-E2F3-BB1904F508EC}"/>
          </ac:spMkLst>
        </pc:spChg>
        <pc:spChg chg="del mod">
          <ac:chgData name="Hoque, Tamzidul" userId="05c62d7d-08c4-4ed9-b528-deb18472ab5f" providerId="ADAL" clId="{50C84479-60E9-49FA-8DD5-5C5EE5A237C2}" dt="2024-04-02T17:36:21.497" v="2428" actId="478"/>
          <ac:spMkLst>
            <pc:docMk/>
            <pc:sldMk cId="3072810615" sldId="278"/>
            <ac:spMk id="21" creationId="{9123229A-96AE-F4CC-5F95-5F6CAA8EF9AB}"/>
          </ac:spMkLst>
        </pc:spChg>
        <pc:spChg chg="mod">
          <ac:chgData name="Hoque, Tamzidul" userId="05c62d7d-08c4-4ed9-b528-deb18472ab5f" providerId="ADAL" clId="{50C84479-60E9-49FA-8DD5-5C5EE5A237C2}" dt="2024-04-02T17:36:24.569" v="2429" actId="20577"/>
          <ac:spMkLst>
            <pc:docMk/>
            <pc:sldMk cId="3072810615" sldId="278"/>
            <ac:spMk id="23" creationId="{AE89D88C-D173-C834-B425-EF050E2A1068}"/>
          </ac:spMkLst>
        </pc:spChg>
        <pc:spChg chg="del mod">
          <ac:chgData name="Hoque, Tamzidul" userId="05c62d7d-08c4-4ed9-b528-deb18472ab5f" providerId="ADAL" clId="{50C84479-60E9-49FA-8DD5-5C5EE5A237C2}" dt="2024-04-02T17:15:53.979" v="1718" actId="21"/>
          <ac:spMkLst>
            <pc:docMk/>
            <pc:sldMk cId="3072810615" sldId="278"/>
            <ac:spMk id="24" creationId="{7A456599-5037-F1F5-B90F-3DD1500987C0}"/>
          </ac:spMkLst>
        </pc:spChg>
        <pc:picChg chg="del">
          <ac:chgData name="Hoque, Tamzidul" userId="05c62d7d-08c4-4ed9-b528-deb18472ab5f" providerId="ADAL" clId="{50C84479-60E9-49FA-8DD5-5C5EE5A237C2}" dt="2024-04-02T17:14:38.044" v="1677" actId="478"/>
          <ac:picMkLst>
            <pc:docMk/>
            <pc:sldMk cId="3072810615" sldId="278"/>
            <ac:picMk id="5" creationId="{957D2405-2081-D8E0-0760-4C01A56FC627}"/>
          </ac:picMkLst>
        </pc:picChg>
        <pc:picChg chg="add mod">
          <ac:chgData name="Hoque, Tamzidul" userId="05c62d7d-08c4-4ed9-b528-deb18472ab5f" providerId="ADAL" clId="{50C84479-60E9-49FA-8DD5-5C5EE5A237C2}" dt="2024-04-02T17:23:28.604" v="1761" actId="208"/>
          <ac:picMkLst>
            <pc:docMk/>
            <pc:sldMk cId="3072810615" sldId="278"/>
            <ac:picMk id="6" creationId="{1B1439C9-10BA-9CA2-F1F9-452DFE1A083C}"/>
          </ac:picMkLst>
        </pc:picChg>
        <pc:picChg chg="mod">
          <ac:chgData name="Hoque, Tamzidul" userId="05c62d7d-08c4-4ed9-b528-deb18472ab5f" providerId="ADAL" clId="{50C84479-60E9-49FA-8DD5-5C5EE5A237C2}" dt="2024-04-02T17:15:36.127" v="1713" actId="1076"/>
          <ac:picMkLst>
            <pc:docMk/>
            <pc:sldMk cId="3072810615" sldId="278"/>
            <ac:picMk id="7" creationId="{B0906867-8591-0452-BAD1-3B87D2900135}"/>
          </ac:picMkLst>
        </pc:picChg>
        <pc:picChg chg="del">
          <ac:chgData name="Hoque, Tamzidul" userId="05c62d7d-08c4-4ed9-b528-deb18472ab5f" providerId="ADAL" clId="{50C84479-60E9-49FA-8DD5-5C5EE5A237C2}" dt="2024-04-02T17:14:41.392" v="1679" actId="478"/>
          <ac:picMkLst>
            <pc:docMk/>
            <pc:sldMk cId="3072810615" sldId="278"/>
            <ac:picMk id="10" creationId="{9DFCE907-1109-C97A-83EA-A807E65FFCFE}"/>
          </ac:picMkLst>
        </pc:picChg>
        <pc:picChg chg="del mod">
          <ac:chgData name="Hoque, Tamzidul" userId="05c62d7d-08c4-4ed9-b528-deb18472ab5f" providerId="ADAL" clId="{50C84479-60E9-49FA-8DD5-5C5EE5A237C2}" dt="2024-04-02T17:36:20.075" v="2426" actId="478"/>
          <ac:picMkLst>
            <pc:docMk/>
            <pc:sldMk cId="3072810615" sldId="278"/>
            <ac:picMk id="11" creationId="{19BAD86E-C527-A84B-38C9-28E24FA16582}"/>
          </ac:picMkLst>
        </pc:picChg>
        <pc:picChg chg="mod">
          <ac:chgData name="Hoque, Tamzidul" userId="05c62d7d-08c4-4ed9-b528-deb18472ab5f" providerId="ADAL" clId="{50C84479-60E9-49FA-8DD5-5C5EE5A237C2}" dt="2024-04-02T17:15:44.709" v="1715" actId="1076"/>
          <ac:picMkLst>
            <pc:docMk/>
            <pc:sldMk cId="3072810615" sldId="278"/>
            <ac:picMk id="13" creationId="{C39A3830-8263-10CD-6480-0727BAF0A8F8}"/>
          </ac:picMkLst>
        </pc:picChg>
      </pc:sldChg>
      <pc:sldChg chg="del">
        <pc:chgData name="Hoque, Tamzidul" userId="05c62d7d-08c4-4ed9-b528-deb18472ab5f" providerId="ADAL" clId="{50C84479-60E9-49FA-8DD5-5C5EE5A237C2}" dt="2024-04-02T17:40:07.498" v="2432" actId="47"/>
        <pc:sldMkLst>
          <pc:docMk/>
          <pc:sldMk cId="2246443616" sldId="280"/>
        </pc:sldMkLst>
      </pc:sldChg>
      <pc:sldChg chg="del">
        <pc:chgData name="Hoque, Tamzidul" userId="05c62d7d-08c4-4ed9-b528-deb18472ab5f" providerId="ADAL" clId="{50C84479-60E9-49FA-8DD5-5C5EE5A237C2}" dt="2024-04-02T17:39:55.925" v="2431" actId="47"/>
        <pc:sldMkLst>
          <pc:docMk/>
          <pc:sldMk cId="4121245338" sldId="284"/>
        </pc:sldMkLst>
      </pc:sldChg>
      <pc:sldChg chg="modSp mod">
        <pc:chgData name="Hoque, Tamzidul" userId="05c62d7d-08c4-4ed9-b528-deb18472ab5f" providerId="ADAL" clId="{50C84479-60E9-49FA-8DD5-5C5EE5A237C2}" dt="2024-04-02T17:44:09.166" v="2434" actId="20577"/>
        <pc:sldMkLst>
          <pc:docMk/>
          <pc:sldMk cId="2899712927" sldId="290"/>
        </pc:sldMkLst>
        <pc:spChg chg="mod">
          <ac:chgData name="Hoque, Tamzidul" userId="05c62d7d-08c4-4ed9-b528-deb18472ab5f" providerId="ADAL" clId="{50C84479-60E9-49FA-8DD5-5C5EE5A237C2}" dt="2024-04-02T17:44:09.166" v="2434" actId="20577"/>
          <ac:spMkLst>
            <pc:docMk/>
            <pc:sldMk cId="2899712927" sldId="290"/>
            <ac:spMk id="5" creationId="{EBFF8C9E-6F7D-B5E9-E7C7-C87A61C19D94}"/>
          </ac:spMkLst>
        </pc:spChg>
      </pc:sldChg>
      <pc:sldChg chg="del">
        <pc:chgData name="Hoque, Tamzidul" userId="05c62d7d-08c4-4ed9-b528-deb18472ab5f" providerId="ADAL" clId="{50C84479-60E9-49FA-8DD5-5C5EE5A237C2}" dt="2024-04-02T17:40:20.971" v="2433" actId="47"/>
        <pc:sldMkLst>
          <pc:docMk/>
          <pc:sldMk cId="3379807723" sldId="293"/>
        </pc:sldMkLst>
      </pc:sldChg>
      <pc:sldChg chg="del">
        <pc:chgData name="Hoque, Tamzidul" userId="05c62d7d-08c4-4ed9-b528-deb18472ab5f" providerId="ADAL" clId="{50C84479-60E9-49FA-8DD5-5C5EE5A237C2}" dt="2024-04-02T17:40:20.971" v="2433" actId="47"/>
        <pc:sldMkLst>
          <pc:docMk/>
          <pc:sldMk cId="2523689058" sldId="294"/>
        </pc:sldMkLst>
      </pc:sldChg>
      <pc:sldChg chg="del">
        <pc:chgData name="Hoque, Tamzidul" userId="05c62d7d-08c4-4ed9-b528-deb18472ab5f" providerId="ADAL" clId="{50C84479-60E9-49FA-8DD5-5C5EE5A237C2}" dt="2024-04-02T17:40:20.971" v="2433" actId="47"/>
        <pc:sldMkLst>
          <pc:docMk/>
          <pc:sldMk cId="1120599787" sldId="295"/>
        </pc:sldMkLst>
      </pc:sldChg>
      <pc:sldChg chg="modSp new mod">
        <pc:chgData name="Hoque, Tamzidul" userId="05c62d7d-08c4-4ed9-b528-deb18472ab5f" providerId="ADAL" clId="{50C84479-60E9-49FA-8DD5-5C5EE5A237C2}" dt="2024-04-02T15:38:20.608" v="492" actId="20577"/>
        <pc:sldMkLst>
          <pc:docMk/>
          <pc:sldMk cId="1477670345" sldId="296"/>
        </pc:sldMkLst>
        <pc:spChg chg="mod">
          <ac:chgData name="Hoque, Tamzidul" userId="05c62d7d-08c4-4ed9-b528-deb18472ab5f" providerId="ADAL" clId="{50C84479-60E9-49FA-8DD5-5C5EE5A237C2}" dt="2024-04-02T15:38:20.608" v="492" actId="20577"/>
          <ac:spMkLst>
            <pc:docMk/>
            <pc:sldMk cId="1477670345" sldId="296"/>
            <ac:spMk id="2" creationId="{E9CA0446-010F-D4D1-CAC8-D3BECBA7A2B8}"/>
          </ac:spMkLst>
        </pc:spChg>
        <pc:spChg chg="mod">
          <ac:chgData name="Hoque, Tamzidul" userId="05c62d7d-08c4-4ed9-b528-deb18472ab5f" providerId="ADAL" clId="{50C84479-60E9-49FA-8DD5-5C5EE5A237C2}" dt="2024-04-02T15:37:55.458" v="488" actId="5793"/>
          <ac:spMkLst>
            <pc:docMk/>
            <pc:sldMk cId="1477670345" sldId="296"/>
            <ac:spMk id="3" creationId="{A123B54A-E817-BB58-60E7-658FDF611844}"/>
          </ac:spMkLst>
        </pc:spChg>
      </pc:sldChg>
      <pc:sldChg chg="addSp delSp modSp new mod modNotesTx">
        <pc:chgData name="Hoque, Tamzidul" userId="05c62d7d-08c4-4ed9-b528-deb18472ab5f" providerId="ADAL" clId="{50C84479-60E9-49FA-8DD5-5C5EE5A237C2}" dt="2024-04-02T15:51:37.550" v="746" actId="20577"/>
        <pc:sldMkLst>
          <pc:docMk/>
          <pc:sldMk cId="1964975957" sldId="297"/>
        </pc:sldMkLst>
        <pc:spChg chg="mod">
          <ac:chgData name="Hoque, Tamzidul" userId="05c62d7d-08c4-4ed9-b528-deb18472ab5f" providerId="ADAL" clId="{50C84479-60E9-49FA-8DD5-5C5EE5A237C2}" dt="2024-04-02T15:40:07.007" v="579" actId="20577"/>
          <ac:spMkLst>
            <pc:docMk/>
            <pc:sldMk cId="1964975957" sldId="297"/>
            <ac:spMk id="2" creationId="{1BF98E71-D862-8F36-89BD-03BDD88C5297}"/>
          </ac:spMkLst>
        </pc:spChg>
        <pc:spChg chg="mod">
          <ac:chgData name="Hoque, Tamzidul" userId="05c62d7d-08c4-4ed9-b528-deb18472ab5f" providerId="ADAL" clId="{50C84479-60E9-49FA-8DD5-5C5EE5A237C2}" dt="2024-04-02T15:51:37.550" v="746" actId="20577"/>
          <ac:spMkLst>
            <pc:docMk/>
            <pc:sldMk cId="1964975957" sldId="297"/>
            <ac:spMk id="3" creationId="{AB058D6A-72E9-91AB-BF64-A67A94F395F5}"/>
          </ac:spMkLst>
        </pc:spChg>
        <pc:spChg chg="add mod">
          <ac:chgData name="Hoque, Tamzidul" userId="05c62d7d-08c4-4ed9-b528-deb18472ab5f" providerId="ADAL" clId="{50C84479-60E9-49FA-8DD5-5C5EE5A237C2}" dt="2024-04-02T15:50:22.664" v="607" actId="1076"/>
          <ac:spMkLst>
            <pc:docMk/>
            <pc:sldMk cId="1964975957" sldId="297"/>
            <ac:spMk id="10" creationId="{E1EB3418-4084-AF1F-2373-FA36B2DF4A16}"/>
          </ac:spMkLst>
        </pc:spChg>
        <pc:picChg chg="add mod modCrop">
          <ac:chgData name="Hoque, Tamzidul" userId="05c62d7d-08c4-4ed9-b528-deb18472ab5f" providerId="ADAL" clId="{50C84479-60E9-49FA-8DD5-5C5EE5A237C2}" dt="2024-04-02T15:51:00.501" v="610" actId="1076"/>
          <ac:picMkLst>
            <pc:docMk/>
            <pc:sldMk cId="1964975957" sldId="297"/>
            <ac:picMk id="5" creationId="{A015BDD0-82C0-5308-9C9B-8FECD30CFF7D}"/>
          </ac:picMkLst>
        </pc:picChg>
        <pc:picChg chg="add del mod">
          <ac:chgData name="Hoque, Tamzidul" userId="05c62d7d-08c4-4ed9-b528-deb18472ab5f" providerId="ADAL" clId="{50C84479-60E9-49FA-8DD5-5C5EE5A237C2}" dt="2024-04-02T15:49:28.734" v="588" actId="478"/>
          <ac:picMkLst>
            <pc:docMk/>
            <pc:sldMk cId="1964975957" sldId="297"/>
            <ac:picMk id="7" creationId="{8B7B645B-A5E4-69C9-B720-C58A6C5DAB13}"/>
          </ac:picMkLst>
        </pc:picChg>
        <pc:picChg chg="add mod">
          <ac:chgData name="Hoque, Tamzidul" userId="05c62d7d-08c4-4ed9-b528-deb18472ab5f" providerId="ADAL" clId="{50C84479-60E9-49FA-8DD5-5C5EE5A237C2}" dt="2024-04-02T15:49:31.499" v="590" actId="1076"/>
          <ac:picMkLst>
            <pc:docMk/>
            <pc:sldMk cId="1964975957" sldId="297"/>
            <ac:picMk id="9" creationId="{65C7A43A-A843-B789-3AEC-D9570EE4E1C5}"/>
          </ac:picMkLst>
        </pc:picChg>
      </pc:sldChg>
      <pc:sldChg chg="addSp modSp new mod">
        <pc:chgData name="Hoque, Tamzidul" userId="05c62d7d-08c4-4ed9-b528-deb18472ab5f" providerId="ADAL" clId="{50C84479-60E9-49FA-8DD5-5C5EE5A237C2}" dt="2024-04-02T15:58:36.043" v="822" actId="1076"/>
        <pc:sldMkLst>
          <pc:docMk/>
          <pc:sldMk cId="2752394542" sldId="298"/>
        </pc:sldMkLst>
        <pc:spChg chg="mod">
          <ac:chgData name="Hoque, Tamzidul" userId="05c62d7d-08c4-4ed9-b528-deb18472ab5f" providerId="ADAL" clId="{50C84479-60E9-49FA-8DD5-5C5EE5A237C2}" dt="2024-04-02T15:58:02.969" v="810" actId="20577"/>
          <ac:spMkLst>
            <pc:docMk/>
            <pc:sldMk cId="2752394542" sldId="298"/>
            <ac:spMk id="2" creationId="{6BBF7F07-1355-B655-E84E-4011659237CE}"/>
          </ac:spMkLst>
        </pc:spChg>
        <pc:spChg chg="mod">
          <ac:chgData name="Hoque, Tamzidul" userId="05c62d7d-08c4-4ed9-b528-deb18472ab5f" providerId="ADAL" clId="{50C84479-60E9-49FA-8DD5-5C5EE5A237C2}" dt="2024-04-02T15:56:56.400" v="768" actId="1076"/>
          <ac:spMkLst>
            <pc:docMk/>
            <pc:sldMk cId="2752394542" sldId="298"/>
            <ac:spMk id="3" creationId="{26D6F5CC-1941-BF32-BFC6-D8913775D048}"/>
          </ac:spMkLst>
        </pc:spChg>
        <pc:spChg chg="add mod">
          <ac:chgData name="Hoque, Tamzidul" userId="05c62d7d-08c4-4ed9-b528-deb18472ab5f" providerId="ADAL" clId="{50C84479-60E9-49FA-8DD5-5C5EE5A237C2}" dt="2024-04-02T15:58:36.043" v="822" actId="1076"/>
          <ac:spMkLst>
            <pc:docMk/>
            <pc:sldMk cId="2752394542" sldId="298"/>
            <ac:spMk id="8" creationId="{82B41BDA-AC24-0B04-B8A7-FF89440463A8}"/>
          </ac:spMkLst>
        </pc:spChg>
        <pc:picChg chg="add mod">
          <ac:chgData name="Hoque, Tamzidul" userId="05c62d7d-08c4-4ed9-b528-deb18472ab5f" providerId="ADAL" clId="{50C84479-60E9-49FA-8DD5-5C5EE5A237C2}" dt="2024-04-02T15:57:11.441" v="773" actId="1076"/>
          <ac:picMkLst>
            <pc:docMk/>
            <pc:sldMk cId="2752394542" sldId="298"/>
            <ac:picMk id="5" creationId="{9B59D4D9-8747-194A-2F72-026842DFADC1}"/>
          </ac:picMkLst>
        </pc:picChg>
        <pc:picChg chg="add mod">
          <ac:chgData name="Hoque, Tamzidul" userId="05c62d7d-08c4-4ed9-b528-deb18472ab5f" providerId="ADAL" clId="{50C84479-60E9-49FA-8DD5-5C5EE5A237C2}" dt="2024-04-02T15:57:15.919" v="774" actId="1076"/>
          <ac:picMkLst>
            <pc:docMk/>
            <pc:sldMk cId="2752394542" sldId="298"/>
            <ac:picMk id="7" creationId="{AF9FCEAE-27E8-7B59-712C-A549B0228296}"/>
          </ac:picMkLst>
        </pc:picChg>
      </pc:sldChg>
      <pc:sldChg chg="addSp new del mod">
        <pc:chgData name="Hoque, Tamzidul" userId="05c62d7d-08c4-4ed9-b528-deb18472ab5f" providerId="ADAL" clId="{50C84479-60E9-49FA-8DD5-5C5EE5A237C2}" dt="2024-04-02T17:31:16.181" v="1786" actId="47"/>
        <pc:sldMkLst>
          <pc:docMk/>
          <pc:sldMk cId="1804473275" sldId="299"/>
        </pc:sldMkLst>
        <pc:picChg chg="add">
          <ac:chgData name="Hoque, Tamzidul" userId="05c62d7d-08c4-4ed9-b528-deb18472ab5f" providerId="ADAL" clId="{50C84479-60E9-49FA-8DD5-5C5EE5A237C2}" dt="2024-04-02T17:30:36.061" v="1765" actId="22"/>
          <ac:picMkLst>
            <pc:docMk/>
            <pc:sldMk cId="1804473275" sldId="299"/>
            <ac:picMk id="3" creationId="{169E0242-5BF3-0142-94B0-2A4EC93AFA43}"/>
          </ac:picMkLst>
        </pc:picChg>
      </pc:sldChg>
      <pc:sldChg chg="addSp delSp modSp new mod ord">
        <pc:chgData name="Hoque, Tamzidul" userId="05c62d7d-08c4-4ed9-b528-deb18472ab5f" providerId="ADAL" clId="{50C84479-60E9-49FA-8DD5-5C5EE5A237C2}" dt="2024-04-02T17:31:18.203" v="1788"/>
        <pc:sldMkLst>
          <pc:docMk/>
          <pc:sldMk cId="2866327223" sldId="300"/>
        </pc:sldMkLst>
        <pc:spChg chg="mod">
          <ac:chgData name="Hoque, Tamzidul" userId="05c62d7d-08c4-4ed9-b528-deb18472ab5f" providerId="ADAL" clId="{50C84479-60E9-49FA-8DD5-5C5EE5A237C2}" dt="2024-04-02T17:31:02.042" v="1781" actId="20577"/>
          <ac:spMkLst>
            <pc:docMk/>
            <pc:sldMk cId="2866327223" sldId="300"/>
            <ac:spMk id="2" creationId="{82DD7741-3B6F-BB58-4FF7-44132BF06B75}"/>
          </ac:spMkLst>
        </pc:spChg>
        <pc:spChg chg="del">
          <ac:chgData name="Hoque, Tamzidul" userId="05c62d7d-08c4-4ed9-b528-deb18472ab5f" providerId="ADAL" clId="{50C84479-60E9-49FA-8DD5-5C5EE5A237C2}" dt="2024-04-02T17:31:12.168" v="1783"/>
          <ac:spMkLst>
            <pc:docMk/>
            <pc:sldMk cId="2866327223" sldId="300"/>
            <ac:spMk id="3" creationId="{880428F5-0849-178E-E01E-DBB200F3C626}"/>
          </ac:spMkLst>
        </pc:spChg>
        <pc:picChg chg="add mod">
          <ac:chgData name="Hoque, Tamzidul" userId="05c62d7d-08c4-4ed9-b528-deb18472ab5f" providerId="ADAL" clId="{50C84479-60E9-49FA-8DD5-5C5EE5A237C2}" dt="2024-04-02T17:31:07.844" v="1782"/>
          <ac:picMkLst>
            <pc:docMk/>
            <pc:sldMk cId="2866327223" sldId="300"/>
            <ac:picMk id="4" creationId="{1C28E6B4-913D-F193-A683-9DC1F029D85E}"/>
          </ac:picMkLst>
        </pc:picChg>
        <pc:picChg chg="add mod">
          <ac:chgData name="Hoque, Tamzidul" userId="05c62d7d-08c4-4ed9-b528-deb18472ab5f" providerId="ADAL" clId="{50C84479-60E9-49FA-8DD5-5C5EE5A237C2}" dt="2024-04-02T17:31:13.638" v="1785" actId="14100"/>
          <ac:picMkLst>
            <pc:docMk/>
            <pc:sldMk cId="2866327223" sldId="300"/>
            <ac:picMk id="5" creationId="{DBE42273-CD8F-FE2B-42C5-2401F43F142A}"/>
          </ac:picMkLst>
        </pc:picChg>
      </pc:sldChg>
      <pc:sldChg chg="addSp delSp modSp add del mod">
        <pc:chgData name="Hoque, Tamzidul" userId="05c62d7d-08c4-4ed9-b528-deb18472ab5f" providerId="ADAL" clId="{50C84479-60E9-49FA-8DD5-5C5EE5A237C2}" dt="2024-04-02T17:32:24.494" v="1796" actId="47"/>
        <pc:sldMkLst>
          <pc:docMk/>
          <pc:sldMk cId="2761822353" sldId="301"/>
        </pc:sldMkLst>
        <pc:spChg chg="add mod">
          <ac:chgData name="Hoque, Tamzidul" userId="05c62d7d-08c4-4ed9-b528-deb18472ab5f" providerId="ADAL" clId="{50C84479-60E9-49FA-8DD5-5C5EE5A237C2}" dt="2024-04-02T17:32:15.242" v="1793" actId="478"/>
          <ac:spMkLst>
            <pc:docMk/>
            <pc:sldMk cId="2761822353" sldId="301"/>
            <ac:spMk id="6" creationId="{33B9B70F-8E91-E9AA-EC5D-CC9B502967C6}"/>
          </ac:spMkLst>
        </pc:spChg>
        <pc:spChg chg="del">
          <ac:chgData name="Hoque, Tamzidul" userId="05c62d7d-08c4-4ed9-b528-deb18472ab5f" providerId="ADAL" clId="{50C84479-60E9-49FA-8DD5-5C5EE5A237C2}" dt="2024-04-02T17:32:15.242" v="1793" actId="478"/>
          <ac:spMkLst>
            <pc:docMk/>
            <pc:sldMk cId="2761822353" sldId="301"/>
            <ac:spMk id="68" creationId="{00000000-0000-0000-0000-000000000000}"/>
          </ac:spMkLst>
        </pc:spChg>
        <pc:grpChg chg="del">
          <ac:chgData name="Hoque, Tamzidul" userId="05c62d7d-08c4-4ed9-b528-deb18472ab5f" providerId="ADAL" clId="{50C84479-60E9-49FA-8DD5-5C5EE5A237C2}" dt="2024-04-02T17:32:16.399" v="1794" actId="478"/>
          <ac:grpSpMkLst>
            <pc:docMk/>
            <pc:sldMk cId="2761822353" sldId="301"/>
            <ac:grpSpMk id="4" creationId="{C4E3189C-1E59-1971-4641-0EA52D3D1F16}"/>
          </ac:grpSpMkLst>
        </pc:grpChg>
      </pc:sldChg>
      <pc:sldChg chg="modSp new del mod">
        <pc:chgData name="Hoque, Tamzidul" userId="05c62d7d-08c4-4ed9-b528-deb18472ab5f" providerId="ADAL" clId="{50C84479-60E9-49FA-8DD5-5C5EE5A237C2}" dt="2024-04-02T17:32:03.312" v="1791" actId="47"/>
        <pc:sldMkLst>
          <pc:docMk/>
          <pc:sldMk cId="3778870535" sldId="301"/>
        </pc:sldMkLst>
        <pc:spChg chg="mod">
          <ac:chgData name="Hoque, Tamzidul" userId="05c62d7d-08c4-4ed9-b528-deb18472ab5f" providerId="ADAL" clId="{50C84479-60E9-49FA-8DD5-5C5EE5A237C2}" dt="2024-04-02T17:32:01.603" v="1790" actId="20577"/>
          <ac:spMkLst>
            <pc:docMk/>
            <pc:sldMk cId="3778870535" sldId="301"/>
            <ac:spMk id="2" creationId="{818AC2D5-1D2B-36F0-3F26-CD30895E2E4D}"/>
          </ac:spMkLst>
        </pc:spChg>
      </pc:sldChg>
      <pc:sldChg chg="modSp new mod">
        <pc:chgData name="Hoque, Tamzidul" userId="05c62d7d-08c4-4ed9-b528-deb18472ab5f" providerId="ADAL" clId="{50C84479-60E9-49FA-8DD5-5C5EE5A237C2}" dt="2024-04-02T17:35:40.244" v="2425" actId="20577"/>
        <pc:sldMkLst>
          <pc:docMk/>
          <pc:sldMk cId="439796839" sldId="302"/>
        </pc:sldMkLst>
        <pc:spChg chg="mod">
          <ac:chgData name="Hoque, Tamzidul" userId="05c62d7d-08c4-4ed9-b528-deb18472ab5f" providerId="ADAL" clId="{50C84479-60E9-49FA-8DD5-5C5EE5A237C2}" dt="2024-04-02T17:32:32.529" v="1837" actId="20577"/>
          <ac:spMkLst>
            <pc:docMk/>
            <pc:sldMk cId="439796839" sldId="302"/>
            <ac:spMk id="2" creationId="{B62798A1-8E66-F36C-A1CB-5F178F8BDE36}"/>
          </ac:spMkLst>
        </pc:spChg>
        <pc:spChg chg="mod">
          <ac:chgData name="Hoque, Tamzidul" userId="05c62d7d-08c4-4ed9-b528-deb18472ab5f" providerId="ADAL" clId="{50C84479-60E9-49FA-8DD5-5C5EE5A237C2}" dt="2024-04-02T17:35:40.244" v="2425" actId="20577"/>
          <ac:spMkLst>
            <pc:docMk/>
            <pc:sldMk cId="439796839" sldId="302"/>
            <ac:spMk id="3" creationId="{C74129EE-7619-0BF6-0919-58F4ED74152A}"/>
          </ac:spMkLst>
        </pc:spChg>
      </pc:sldChg>
      <pc:sldMasterChg chg="delSldLayout">
        <pc:chgData name="Hoque, Tamzidul" userId="05c62d7d-08c4-4ed9-b528-deb18472ab5f" providerId="ADAL" clId="{50C84479-60E9-49FA-8DD5-5C5EE5A237C2}" dt="2024-04-02T17:32:24.494" v="1796" actId="47"/>
        <pc:sldMasterMkLst>
          <pc:docMk/>
          <pc:sldMasterMk cId="2460954070" sldId="2147483660"/>
        </pc:sldMasterMkLst>
        <pc:sldLayoutChg chg="del">
          <pc:chgData name="Hoque, Tamzidul" userId="05c62d7d-08c4-4ed9-b528-deb18472ab5f" providerId="ADAL" clId="{50C84479-60E9-49FA-8DD5-5C5EE5A237C2}" dt="2024-04-02T17:32:24.494" v="1796" actId="47"/>
          <pc:sldLayoutMkLst>
            <pc:docMk/>
            <pc:sldMasterMk cId="2460954070" sldId="2147483660"/>
            <pc:sldLayoutMk cId="2598094866" sldId="2147483979"/>
          </pc:sldLayoutMkLst>
        </pc:sldLayoutChg>
      </pc:sldMasterChg>
      <pc:sldMasterChg chg="modSldLayout">
        <pc:chgData name="Hoque, Tamzidul" userId="05c62d7d-08c4-4ed9-b528-deb18472ab5f" providerId="ADAL" clId="{50C84479-60E9-49FA-8DD5-5C5EE5A237C2}" dt="2024-04-02T15:28:20.614" v="6" actId="735"/>
        <pc:sldMasterMkLst>
          <pc:docMk/>
          <pc:sldMasterMk cId="2473051541" sldId="2147483964"/>
        </pc:sldMasterMkLst>
        <pc:sldLayoutChg chg="modSp">
          <pc:chgData name="Hoque, Tamzidul" userId="05c62d7d-08c4-4ed9-b528-deb18472ab5f" providerId="ADAL" clId="{50C84479-60E9-49FA-8DD5-5C5EE5A237C2}" dt="2024-04-02T15:28:20.614" v="6" actId="735"/>
          <pc:sldLayoutMkLst>
            <pc:docMk/>
            <pc:sldMasterMk cId="2473051541" sldId="2147483964"/>
            <pc:sldLayoutMk cId="172893718" sldId="214748397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8D023-19DD-4213-ACD4-C276704CFDED}" type="datetimeFigureOut">
              <a:t>4/2/2024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9423B6-D784-43A9-91AC-497CCEBDF6F7}" type="slidenum">
              <a:t>‹#›</a:t>
            </a:fld>
            <a:endParaRPr lang="en-US"/>
          </a:p>
        </p:txBody>
      </p:sp>
    </p:spTree>
    <p:extLst>
      <p:ext uri="{BB962C8B-B14F-4D97-AF65-F5344CB8AC3E}">
        <p14:creationId xmlns:p14="http://schemas.microsoft.com/office/powerpoint/2010/main" val="2900163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6186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6894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In March 2021, a supply chain attack on </a:t>
            </a:r>
            <a:r>
              <a:rPr lang="en-US" dirty="0" err="1"/>
              <a:t>Codecov</a:t>
            </a:r>
            <a:r>
              <a:rPr lang="en-US" dirty="0"/>
              <a:t>, a software testing company, was discovered. The attackers used reverse engineering techniques to gain access to </a:t>
            </a:r>
            <a:r>
              <a:rPr lang="en-US" dirty="0" err="1"/>
              <a:t>Codecov's</a:t>
            </a:r>
            <a:r>
              <a:rPr lang="en-US" dirty="0"/>
              <a:t> source code and insert a malicious code that allowed them to steal credentials and sensitive information from </a:t>
            </a:r>
            <a:r>
              <a:rPr lang="en-US" dirty="0" err="1"/>
              <a:t>Codecov's</a:t>
            </a:r>
            <a:r>
              <a:rPr lang="en-US" dirty="0"/>
              <a:t> clients</a:t>
            </a:r>
          </a:p>
          <a:p>
            <a:endParaRPr lang="en-US" dirty="0">
              <a:cs typeface="Calibri"/>
            </a:endParaRPr>
          </a:p>
          <a:p>
            <a:r>
              <a:rPr lang="en-US" dirty="0"/>
              <a:t>The attackers used the malware to gain access to the networks of several US government agencies, including the Departments of Defense, State, Treasury, and Homeland Security. The attackers were able to steal sensitive information and install additional malware on the compromised systems. </a:t>
            </a:r>
            <a:endParaRPr lang="en-US" dirty="0">
              <a:cs typeface="Calibri"/>
            </a:endParaRPr>
          </a:p>
          <a:p>
            <a:endParaRPr lang="en-US" dirty="0"/>
          </a:p>
          <a:p>
            <a:r>
              <a:rPr lang="en-US" dirty="0"/>
              <a:t>The SolarWinds attack is one of the most significant supply chain attacks in recent years, and it has highlighted the importance of software security and supply chain integrity. </a:t>
            </a:r>
            <a:endParaRPr lang="en-US" dirty="0">
              <a:cs typeface="Calibri"/>
            </a:endParaRPr>
          </a:p>
          <a:p>
            <a:endParaRPr lang="en-US" dirty="0">
              <a:cs typeface="Calibri"/>
            </a:endParaRPr>
          </a:p>
          <a:p>
            <a:endParaRPr lang="en-US" dirty="0">
              <a:cs typeface="Calibri"/>
            </a:endParaRPr>
          </a:p>
        </p:txBody>
      </p:sp>
    </p:spTree>
    <p:extLst>
      <p:ext uri="{BB962C8B-B14F-4D97-AF65-F5344CB8AC3E}">
        <p14:creationId xmlns:p14="http://schemas.microsoft.com/office/powerpoint/2010/main" val="3995833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https://electrek.co/2023/08/03/hackers-manage-unlock-tesla-software-locked-features/</a:t>
            </a:r>
          </a:p>
          <a:p>
            <a:endParaRPr lang="en-US" dirty="0"/>
          </a:p>
        </p:txBody>
      </p:sp>
      <p:sp>
        <p:nvSpPr>
          <p:cNvPr id="4" name="Slide Number Placeholder 3"/>
          <p:cNvSpPr>
            <a:spLocks noGrp="1"/>
          </p:cNvSpPr>
          <p:nvPr>
            <p:ph type="sldNum" sz="quarter" idx="5"/>
          </p:nvPr>
        </p:nvSpPr>
        <p:spPr/>
        <p:txBody>
          <a:bodyPr/>
          <a:lstStyle/>
          <a:p>
            <a:fld id="{D49423B6-D784-43A9-91AC-497CCEBDF6F7}" type="slidenum">
              <a:rPr lang="en-US" smtClean="0"/>
              <a:t>9</a:t>
            </a:fld>
            <a:endParaRPr lang="en-US"/>
          </a:p>
        </p:txBody>
      </p:sp>
    </p:spTree>
    <p:extLst>
      <p:ext uri="{BB962C8B-B14F-4D97-AF65-F5344CB8AC3E}">
        <p14:creationId xmlns:p14="http://schemas.microsoft.com/office/powerpoint/2010/main" val="2457885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goal is to insert some code to perform additional analysis whenever there is a mismatch between name and serial.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12529"/>
                </a:solidFill>
                <a:effectLst/>
                <a:latin typeface="Open Sans" panose="020B0606030504020204" pitchFamily="34" charset="0"/>
              </a:rPr>
              <a:t>This Error message box would become the entry point of the malicious covert code. The moment when the user is confronted with the aforesaid Error message box, the spyware becomes executed. That is what we are trying to achieve in this paper.</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ISA is x86 for the example</a:t>
            </a:r>
          </a:p>
          <a:p>
            <a:pPr marL="0" lvl="0" indent="0" algn="l" rtl="0">
              <a:spcBef>
                <a:spcPts val="0"/>
              </a:spcBef>
              <a:spcAft>
                <a:spcPts val="0"/>
              </a:spcAft>
              <a:buNone/>
            </a:pPr>
            <a:r>
              <a:rPr lang="en-US" dirty="0" err="1"/>
              <a:t>Jnb</a:t>
            </a:r>
            <a:r>
              <a:rPr lang="en-US" dirty="0"/>
              <a:t>--</a:t>
            </a:r>
            <a:r>
              <a:rPr lang="en-US" b="0" i="0" dirty="0">
                <a:solidFill>
                  <a:srgbClr val="0D0D0D"/>
                </a:solidFill>
                <a:effectLst/>
                <a:latin typeface="Söhne"/>
              </a:rPr>
              <a:t>"JNB" stands for "Jump if Not Below," which is a conditional jump instruction. It is used to compare two values and jump to a different part of the program if the first value is not less than the second value, effectively checking if the first value is greater than or equal to the second value.</a:t>
            </a:r>
          </a:p>
          <a:p>
            <a:pPr marL="0" lvl="0" indent="0" algn="l" rtl="0">
              <a:spcBef>
                <a:spcPts val="0"/>
              </a:spcBef>
              <a:spcAft>
                <a:spcPts val="0"/>
              </a:spcAft>
              <a:buNone/>
            </a:pPr>
            <a:endParaRPr lang="en-US" b="0" i="0" dirty="0">
              <a:solidFill>
                <a:srgbClr val="0D0D0D"/>
              </a:solidFill>
              <a:effectLst/>
              <a:latin typeface="Söhne"/>
            </a:endParaRPr>
          </a:p>
          <a:p>
            <a:pPr marL="0" lvl="0" indent="0" algn="l" rtl="0">
              <a:spcBef>
                <a:spcPts val="0"/>
              </a:spcBef>
              <a:spcAft>
                <a:spcPts val="0"/>
              </a:spcAft>
              <a:buNone/>
            </a:pPr>
            <a:r>
              <a:rPr lang="en-US" b="0" i="0" dirty="0">
                <a:solidFill>
                  <a:srgbClr val="0D0D0D"/>
                </a:solidFill>
                <a:effectLst/>
                <a:latin typeface="Söhne"/>
              </a:rPr>
              <a:t>The </a:t>
            </a:r>
            <a:r>
              <a:rPr lang="en-US" dirty="0"/>
              <a:t>JNB</a:t>
            </a:r>
            <a:r>
              <a:rPr lang="en-US" b="0" i="0" dirty="0">
                <a:solidFill>
                  <a:srgbClr val="0D0D0D"/>
                </a:solidFill>
                <a:effectLst/>
                <a:latin typeface="Söhne"/>
              </a:rPr>
              <a:t> (Jump if Not Below) instruction knows the result of the preceding </a:t>
            </a:r>
            <a:r>
              <a:rPr lang="en-US" dirty="0"/>
              <a:t>CMP</a:t>
            </a:r>
            <a:r>
              <a:rPr lang="en-US" b="0" i="0" dirty="0">
                <a:solidFill>
                  <a:srgbClr val="0D0D0D"/>
                </a:solidFill>
                <a:effectLst/>
                <a:latin typeface="Söhne"/>
              </a:rPr>
              <a:t> (Compare) instruction through the use of flags in the CPU's status register, often referred to as the flags register. The flags register is a special-purpose register used within the CPU to indicate the current state or outcome of various operations, including arithmetic and logical instructions. The </a:t>
            </a:r>
            <a:r>
              <a:rPr lang="en-US" dirty="0"/>
              <a:t>CMP</a:t>
            </a:r>
            <a:r>
              <a:rPr lang="en-US" b="0" i="0" dirty="0">
                <a:solidFill>
                  <a:srgbClr val="0D0D0D"/>
                </a:solidFill>
                <a:effectLst/>
                <a:latin typeface="Söhne"/>
              </a:rPr>
              <a:t> instruction, specifically, affects flags in this register based on the result of comparing two values.</a:t>
            </a:r>
            <a:endParaRPr dirty="0"/>
          </a:p>
        </p:txBody>
      </p:sp>
    </p:spTree>
    <p:extLst>
      <p:ext uri="{BB962C8B-B14F-4D97-AF65-F5344CB8AC3E}">
        <p14:creationId xmlns:p14="http://schemas.microsoft.com/office/powerpoint/2010/main" val="2560271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i="1" dirty="0"/>
              <a:t>Entry Point in </a:t>
            </a:r>
            <a:r>
              <a:rPr lang="en-US" i="1" dirty="0" err="1"/>
              <a:t>OllyDbg</a:t>
            </a:r>
            <a:endParaRPr lang="en-US" dirty="0">
              <a:cs typeface="Calibri" panose="020F0502020204030204"/>
            </a:endParaRPr>
          </a:p>
          <a:p>
            <a:r>
              <a:rPr lang="en-US" dirty="0"/>
              <a:t>In </a:t>
            </a:r>
            <a:r>
              <a:rPr lang="en-US" dirty="0" err="1"/>
              <a:t>OllyDbg</a:t>
            </a:r>
            <a:r>
              <a:rPr lang="en-US" dirty="0"/>
              <a:t>, the Entry Point is the address in the executable code where the program begins executing when it is loaded into memory. This is the starting point of the program's execution, and it is typically the address of the program's main function.</a:t>
            </a:r>
            <a:endParaRPr lang="en-US" dirty="0">
              <a:cs typeface="Calibri"/>
            </a:endParaRPr>
          </a:p>
          <a:p>
            <a:r>
              <a:rPr lang="en-US" dirty="0"/>
              <a:t>When you open an executable file in </a:t>
            </a:r>
            <a:r>
              <a:rPr lang="en-US" dirty="0" err="1"/>
              <a:t>OllyDbg</a:t>
            </a:r>
            <a:r>
              <a:rPr lang="en-US" dirty="0"/>
              <a:t>, it automatically sets a breakpoint at the Entry Point address. This allows you to easily begin debugging the program from its starting point. You can use </a:t>
            </a:r>
            <a:r>
              <a:rPr lang="en-US" dirty="0" err="1"/>
              <a:t>OllyDbg</a:t>
            </a:r>
            <a:r>
              <a:rPr lang="en-US" dirty="0"/>
              <a:t> to step through the program's instructions, inspect its memory and registers, and analyze its behavior.</a:t>
            </a:r>
            <a:endParaRPr lang="en-US" dirty="0">
              <a:cs typeface="Calibri"/>
            </a:endParaRPr>
          </a:p>
          <a:p>
            <a:endParaRPr lang="en-US" i="1" dirty="0">
              <a:cs typeface="Calibri"/>
            </a:endParaRPr>
          </a:p>
          <a:p>
            <a:endParaRPr lang="en-US" i="1" dirty="0">
              <a:cs typeface="Calibri"/>
            </a:endParaRPr>
          </a:p>
          <a:p>
            <a:r>
              <a:rPr lang="en-US" i="1" dirty="0">
                <a:cs typeface="Calibri"/>
              </a:rPr>
              <a:t>To insert  additional code we first find empty space in the reversed binary </a:t>
            </a:r>
          </a:p>
        </p:txBody>
      </p:sp>
    </p:spTree>
    <p:extLst>
      <p:ext uri="{BB962C8B-B14F-4D97-AF65-F5344CB8AC3E}">
        <p14:creationId xmlns:p14="http://schemas.microsoft.com/office/powerpoint/2010/main" val="116442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are editing the binary and including an executable spyware.exe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44312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after entering the user name and serial key in the victim.exe, first the error message box would display and then our spyware program would activate.</a:t>
            </a:r>
          </a:p>
        </p:txBody>
      </p:sp>
    </p:spTree>
    <p:extLst>
      <p:ext uri="{BB962C8B-B14F-4D97-AF65-F5344CB8AC3E}">
        <p14:creationId xmlns:p14="http://schemas.microsoft.com/office/powerpoint/2010/main" val="412181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4210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One of the key advantages of the 8051 microcontrollers is its simplicity, which makes it an excellent choice for a wide range of applications. The 8051 microcontrollers are widely used in applications such as automotive systems, industrial control systems, consumer electronics, and medical devices.</a:t>
            </a:r>
          </a:p>
          <a:p>
            <a:br>
              <a:rPr lang="en-US" dirty="0"/>
            </a:br>
            <a:endParaRPr lang="en-US" dirty="0"/>
          </a:p>
        </p:txBody>
      </p:sp>
    </p:spTree>
    <p:extLst>
      <p:ext uri="{BB962C8B-B14F-4D97-AF65-F5344CB8AC3E}">
        <p14:creationId xmlns:p14="http://schemas.microsoft.com/office/powerpoint/2010/main" val="3016109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7246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1179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3265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7249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3324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6759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9316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8909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7776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5583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2689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292438c91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292438c9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6767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5.emf"/><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6.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767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467498" y="2328844"/>
            <a:ext cx="6661249" cy="628762"/>
          </a:xfrm>
          <a:prstGeom prst="callout1">
            <a:avLst>
              <a:gd name="adj1" fmla="val 151403"/>
              <a:gd name="adj2" fmla="val 99873"/>
              <a:gd name="adj3" fmla="val 151570"/>
              <a:gd name="adj4" fmla="val 213"/>
            </a:avLst>
          </a:prstGeom>
          <a:noFill/>
          <a:ln w="44450">
            <a:solidFill>
              <a:schemeClr val="bg1"/>
            </a:solidFill>
          </a:ln>
        </p:spPr>
        <p:txBody>
          <a:bodyPr wrap="square" tIns="45720" bIns="45720" anchor="ctr">
            <a:spAutoFit/>
          </a:bodyPr>
          <a:lstStyle>
            <a:lvl1pPr algn="l">
              <a:lnSpc>
                <a:spcPct val="83000"/>
              </a:lnSpc>
              <a:defRPr lang="en-US" sz="4200" b="1" kern="1200" cap="all" spc="450" baseline="0" dirty="0">
                <a:solidFill>
                  <a:schemeClr val="bg1"/>
                </a:solidFill>
                <a:effectLst/>
                <a:latin typeface="+mj-lt"/>
                <a:ea typeface="+mn-ea"/>
                <a:cs typeface="+mn-cs"/>
              </a:defRPr>
            </a:lvl1pPr>
          </a:lstStyle>
          <a:p>
            <a:r>
              <a:rPr lang="en-US"/>
              <a:t>Click to add title</a:t>
            </a:r>
          </a:p>
        </p:txBody>
      </p:sp>
      <p:sp>
        <p:nvSpPr>
          <p:cNvPr id="3" name="Subtitle 2"/>
          <p:cNvSpPr>
            <a:spLocks noGrp="1"/>
          </p:cNvSpPr>
          <p:nvPr>
            <p:ph type="subTitle" idx="1" hasCustomPrompt="1"/>
          </p:nvPr>
        </p:nvSpPr>
        <p:spPr>
          <a:xfrm>
            <a:off x="1588530" y="1146085"/>
            <a:ext cx="4207152" cy="347390"/>
          </a:xfrm>
          <a:prstGeom prst="rect">
            <a:avLst/>
          </a:prstGeom>
          <a:solidFill>
            <a:schemeClr val="bg1"/>
          </a:solidFill>
        </p:spPr>
        <p:txBody>
          <a:bodyPr>
            <a:noAutofit/>
          </a:bodyPr>
          <a:lstStyle>
            <a:lvl1pPr marL="0" indent="0" algn="ctr">
              <a:spcBef>
                <a:spcPts val="0"/>
              </a:spcBef>
              <a:buNone/>
              <a:defRPr sz="1800" b="1" cap="all" spc="450" baseline="0">
                <a:solidFill>
                  <a:srgbClr val="2767FF"/>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33" name="Picture 32">
            <a:extLst>
              <a:ext uri="{FF2B5EF4-FFF2-40B4-BE49-F238E27FC236}">
                <a16:creationId xmlns:a16="http://schemas.microsoft.com/office/drawing/2014/main" id="{B4036D0F-E6CC-AD4F-9DE7-1B86DEF9BDD9}"/>
              </a:ext>
            </a:extLst>
          </p:cNvPr>
          <p:cNvPicPr>
            <a:picLocks noChangeAspect="1"/>
          </p:cNvPicPr>
          <p:nvPr/>
        </p:nvPicPr>
        <p:blipFill rotWithShape="1">
          <a:blip r:embed="rId2">
            <a:extLst>
              <a:ext uri="{28A0092B-C50C-407E-A947-70E740481C1C}">
                <a14:useLocalDpi xmlns:a14="http://schemas.microsoft.com/office/drawing/2010/main" val="0"/>
              </a:ext>
            </a:extLst>
          </a:blip>
          <a:srcRect t="-1" b="46405"/>
          <a:stretch/>
        </p:blipFill>
        <p:spPr>
          <a:xfrm>
            <a:off x="7694407" y="5746174"/>
            <a:ext cx="868680" cy="1111825"/>
          </a:xfrm>
          <a:prstGeom prst="rect">
            <a:avLst/>
          </a:prstGeom>
        </p:spPr>
      </p:pic>
      <p:pic>
        <p:nvPicPr>
          <p:cNvPr id="34" name="Picture 33">
            <a:extLst>
              <a:ext uri="{FF2B5EF4-FFF2-40B4-BE49-F238E27FC236}">
                <a16:creationId xmlns:a16="http://schemas.microsoft.com/office/drawing/2014/main" id="{2BF0A6A2-7D8C-F341-9392-3B8CB072239A}"/>
              </a:ext>
            </a:extLst>
          </p:cNvPr>
          <p:cNvPicPr>
            <a:picLocks noChangeAspect="1"/>
          </p:cNvPicPr>
          <p:nvPr/>
        </p:nvPicPr>
        <p:blipFill rotWithShape="1">
          <a:blip r:embed="rId3">
            <a:extLst>
              <a:ext uri="{28A0092B-C50C-407E-A947-70E740481C1C}">
                <a14:useLocalDpi xmlns:a14="http://schemas.microsoft.com/office/drawing/2010/main" val="0"/>
              </a:ext>
            </a:extLst>
          </a:blip>
          <a:srcRect t="64510"/>
          <a:stretch/>
        </p:blipFill>
        <p:spPr>
          <a:xfrm>
            <a:off x="10367640" y="-1"/>
            <a:ext cx="1239147" cy="1233171"/>
          </a:xfrm>
          <a:prstGeom prst="rect">
            <a:avLst/>
          </a:prstGeom>
        </p:spPr>
      </p:pic>
      <p:pic>
        <p:nvPicPr>
          <p:cNvPr id="35" name="Picture 34">
            <a:extLst>
              <a:ext uri="{FF2B5EF4-FFF2-40B4-BE49-F238E27FC236}">
                <a16:creationId xmlns:a16="http://schemas.microsoft.com/office/drawing/2014/main" id="{85C8E371-A18B-9649-9D46-C040852A6B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3764" y="764795"/>
            <a:ext cx="1239147" cy="3474720"/>
          </a:xfrm>
          <a:prstGeom prst="rect">
            <a:avLst/>
          </a:prstGeom>
        </p:spPr>
      </p:pic>
      <p:sp>
        <p:nvSpPr>
          <p:cNvPr id="42" name="Text Placeholder 41">
            <a:extLst>
              <a:ext uri="{FF2B5EF4-FFF2-40B4-BE49-F238E27FC236}">
                <a16:creationId xmlns:a16="http://schemas.microsoft.com/office/drawing/2014/main" id="{B2A50F33-1127-9044-987A-9E84151D8711}"/>
              </a:ext>
            </a:extLst>
          </p:cNvPr>
          <p:cNvSpPr>
            <a:spLocks noGrp="1"/>
          </p:cNvSpPr>
          <p:nvPr userDrawn="1">
            <p:ph type="body" sz="quarter" idx="10" hasCustomPrompt="1"/>
          </p:nvPr>
        </p:nvSpPr>
        <p:spPr>
          <a:xfrm>
            <a:off x="1482971" y="3921067"/>
            <a:ext cx="7507518" cy="738664"/>
          </a:xfrm>
          <a:prstGeom prst="callout1">
            <a:avLst>
              <a:gd name="adj1" fmla="val 142408"/>
              <a:gd name="adj2" fmla="val 100539"/>
              <a:gd name="adj3" fmla="val 142808"/>
              <a:gd name="adj4" fmla="val 61"/>
            </a:avLst>
          </a:prstGeom>
          <a:ln w="44450">
            <a:solidFill>
              <a:schemeClr val="bg1"/>
            </a:solidFill>
          </a:ln>
        </p:spPr>
        <p:txBody>
          <a:bodyPr wrap="square">
            <a:spAutoFit/>
          </a:bodyPr>
          <a:lstStyle>
            <a:lvl1pPr marL="0" indent="0">
              <a:buFontTx/>
              <a:buNone/>
              <a:defRPr sz="4200" b="1" cap="all" spc="450" baseline="0">
                <a:ln>
                  <a:noFill/>
                </a:ln>
                <a:solidFill>
                  <a:schemeClr val="bg1"/>
                </a:solidFill>
                <a:latin typeface="+mj-lt"/>
              </a:defRPr>
            </a:lvl1pPr>
          </a:lstStyle>
          <a:p>
            <a:pPr lvl="0"/>
            <a:r>
              <a:rPr lang="en-US"/>
              <a:t>Second line of title    </a:t>
            </a:r>
          </a:p>
        </p:txBody>
      </p:sp>
      <p:pic>
        <p:nvPicPr>
          <p:cNvPr id="7" name="Picture 6">
            <a:extLst>
              <a:ext uri="{FF2B5EF4-FFF2-40B4-BE49-F238E27FC236}">
                <a16:creationId xmlns:a16="http://schemas.microsoft.com/office/drawing/2014/main" id="{96DE7726-77AE-414C-AA4F-BA3F269E53DE}"/>
              </a:ext>
            </a:extLst>
          </p:cNvPr>
          <p:cNvPicPr>
            <a:picLocks noChangeAspect="1"/>
          </p:cNvPicPr>
          <p:nvPr userDrawn="1"/>
        </p:nvPicPr>
        <p:blipFill>
          <a:blip r:embed="rId5"/>
          <a:stretch>
            <a:fillRect/>
          </a:stretch>
        </p:blipFill>
        <p:spPr>
          <a:xfrm>
            <a:off x="9070581" y="5955776"/>
            <a:ext cx="2536206" cy="555450"/>
          </a:xfrm>
          <a:prstGeom prst="rect">
            <a:avLst/>
          </a:prstGeom>
        </p:spPr>
      </p:pic>
    </p:spTree>
    <p:extLst>
      <p:ext uri="{BB962C8B-B14F-4D97-AF65-F5344CB8AC3E}">
        <p14:creationId xmlns:p14="http://schemas.microsoft.com/office/powerpoint/2010/main" val="35668301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DDE5ED">
            <a:alpha val="4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9034885" cy="446735"/>
          </a:xfrm>
        </p:spPr>
        <p:txBody>
          <a:bodyPr/>
          <a:lstStyle/>
          <a:p>
            <a:r>
              <a:rPr lang="en-US"/>
              <a:t>Click to edit Master title style</a:t>
            </a:r>
          </a:p>
        </p:txBody>
      </p:sp>
      <p:sp>
        <p:nvSpPr>
          <p:cNvPr id="13" name="Date Placeholder 12">
            <a:extLst>
              <a:ext uri="{FF2B5EF4-FFF2-40B4-BE49-F238E27FC236}">
                <a16:creationId xmlns:a16="http://schemas.microsoft.com/office/drawing/2014/main" id="{1B304764-A6E3-F44A-9B34-CAF3E6772206}"/>
              </a:ext>
            </a:extLst>
          </p:cNvPr>
          <p:cNvSpPr>
            <a:spLocks noGrp="1"/>
          </p:cNvSpPr>
          <p:nvPr>
            <p:ph type="dt" sz="half" idx="10"/>
          </p:nvPr>
        </p:nvSpPr>
        <p:spPr/>
        <p:txBody>
          <a:bodyPr/>
          <a:lstStyle/>
          <a:p>
            <a:endParaRPr lang="en-US"/>
          </a:p>
        </p:txBody>
      </p:sp>
      <p:sp>
        <p:nvSpPr>
          <p:cNvPr id="14" name="Footer Placeholder 13">
            <a:extLst>
              <a:ext uri="{FF2B5EF4-FFF2-40B4-BE49-F238E27FC236}">
                <a16:creationId xmlns:a16="http://schemas.microsoft.com/office/drawing/2014/main" id="{0F8A9C23-D111-364B-B2F1-E065431733AA}"/>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5" name="Slide Number Placeholder 14">
            <a:extLst>
              <a:ext uri="{FF2B5EF4-FFF2-40B4-BE49-F238E27FC236}">
                <a16:creationId xmlns:a16="http://schemas.microsoft.com/office/drawing/2014/main" id="{E45059F5-336C-CA4C-9356-F25990B6431E}"/>
              </a:ext>
            </a:extLst>
          </p:cNvPr>
          <p:cNvSpPr>
            <a:spLocks noGrp="1"/>
          </p:cNvSpPr>
          <p:nvPr>
            <p:ph type="sldNum" sz="quarter" idx="12"/>
          </p:nvPr>
        </p:nvSpPr>
        <p:spPr/>
        <p:txBody>
          <a:bodyPr/>
          <a:lstStyle/>
          <a:p>
            <a:fld id="{B48861FF-540E-3548-A2AC-BB567E5765C3}" type="slidenum">
              <a:rPr lang="en-US" smtClean="0"/>
              <a:pPr/>
              <a:t>‹#›</a:t>
            </a:fld>
            <a:endParaRPr lang="en-US"/>
          </a:p>
        </p:txBody>
      </p:sp>
      <p:sp>
        <p:nvSpPr>
          <p:cNvPr id="5" name="Content Placeholder 4">
            <a:extLst>
              <a:ext uri="{FF2B5EF4-FFF2-40B4-BE49-F238E27FC236}">
                <a16:creationId xmlns:a16="http://schemas.microsoft.com/office/drawing/2014/main" id="{6B405C21-E491-BC4E-BEEA-DC2984EA7009}"/>
              </a:ext>
            </a:extLst>
          </p:cNvPr>
          <p:cNvSpPr>
            <a:spLocks noGrp="1"/>
          </p:cNvSpPr>
          <p:nvPr>
            <p:ph sz="quarter" idx="13"/>
          </p:nvPr>
        </p:nvSpPr>
        <p:spPr>
          <a:xfrm>
            <a:off x="1066800" y="1511300"/>
            <a:ext cx="10058400"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57797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F04137"/>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A26C5FE-DDD3-6645-A255-E80B266A4C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56249"/>
          <a:stretch/>
        </p:blipFill>
        <p:spPr>
          <a:xfrm>
            <a:off x="10272625" y="0"/>
            <a:ext cx="868680" cy="907606"/>
          </a:xfrm>
          <a:prstGeom prst="rect">
            <a:avLst/>
          </a:prstGeom>
        </p:spPr>
      </p:pic>
      <p:pic>
        <p:nvPicPr>
          <p:cNvPr id="16" name="Picture 15">
            <a:extLst>
              <a:ext uri="{FF2B5EF4-FFF2-40B4-BE49-F238E27FC236}">
                <a16:creationId xmlns:a16="http://schemas.microsoft.com/office/drawing/2014/main" id="{429CD684-1424-7E44-89BF-1FDC7AC5832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45627"/>
          <a:stretch/>
        </p:blipFill>
        <p:spPr>
          <a:xfrm>
            <a:off x="9355851" y="4968711"/>
            <a:ext cx="1239147" cy="1889289"/>
          </a:xfrm>
          <a:prstGeom prst="rect">
            <a:avLst/>
          </a:prstGeom>
        </p:spPr>
      </p:pic>
      <p:sp>
        <p:nvSpPr>
          <p:cNvPr id="20" name="Title 1">
            <a:extLst>
              <a:ext uri="{FF2B5EF4-FFF2-40B4-BE49-F238E27FC236}">
                <a16:creationId xmlns:a16="http://schemas.microsoft.com/office/drawing/2014/main" id="{49013512-CA4A-B745-8FB9-1A54E5B23DE3}"/>
              </a:ext>
            </a:extLst>
          </p:cNvPr>
          <p:cNvSpPr>
            <a:spLocks noGrp="1"/>
          </p:cNvSpPr>
          <p:nvPr>
            <p:ph type="ctrTitle" hasCustomPrompt="1"/>
          </p:nvPr>
        </p:nvSpPr>
        <p:spPr>
          <a:xfrm>
            <a:off x="1467498" y="1803680"/>
            <a:ext cx="6661249" cy="628762"/>
          </a:xfrm>
          <a:prstGeom prst="callout1">
            <a:avLst>
              <a:gd name="adj1" fmla="val 152089"/>
              <a:gd name="adj2" fmla="val 98902"/>
              <a:gd name="adj3" fmla="val 151570"/>
              <a:gd name="adj4" fmla="val 213"/>
            </a:avLst>
          </a:prstGeom>
          <a:noFill/>
          <a:ln w="44450">
            <a:solidFill>
              <a:schemeClr val="bg1"/>
            </a:solidFill>
          </a:ln>
        </p:spPr>
        <p:txBody>
          <a:bodyPr wrap="square" tIns="45720" bIns="45720" anchor="ctr">
            <a:spAutoFit/>
          </a:bodyPr>
          <a:lstStyle>
            <a:lvl1pPr algn="l">
              <a:lnSpc>
                <a:spcPct val="83000"/>
              </a:lnSpc>
              <a:defRPr lang="en-US" sz="4200" b="1" kern="1200" cap="all" spc="450" baseline="0" dirty="0">
                <a:solidFill>
                  <a:schemeClr val="bg1"/>
                </a:solidFill>
                <a:effectLst/>
                <a:latin typeface="+mj-lt"/>
                <a:ea typeface="+mn-ea"/>
                <a:cs typeface="+mn-cs"/>
              </a:defRPr>
            </a:lvl1pPr>
          </a:lstStyle>
          <a:p>
            <a:r>
              <a:rPr lang="en-US"/>
              <a:t>Click to add title  </a:t>
            </a:r>
          </a:p>
        </p:txBody>
      </p:sp>
      <p:sp>
        <p:nvSpPr>
          <p:cNvPr id="25" name="Text Placeholder 41">
            <a:extLst>
              <a:ext uri="{FF2B5EF4-FFF2-40B4-BE49-F238E27FC236}">
                <a16:creationId xmlns:a16="http://schemas.microsoft.com/office/drawing/2014/main" id="{8F4CE4FA-E97A-1F46-8C6F-93D575A7606A}"/>
              </a:ext>
            </a:extLst>
          </p:cNvPr>
          <p:cNvSpPr>
            <a:spLocks noGrp="1"/>
          </p:cNvSpPr>
          <p:nvPr>
            <p:ph type="body" sz="quarter" idx="10" hasCustomPrompt="1"/>
          </p:nvPr>
        </p:nvSpPr>
        <p:spPr>
          <a:xfrm>
            <a:off x="1482971" y="3502810"/>
            <a:ext cx="7497012" cy="738664"/>
          </a:xfrm>
          <a:prstGeom prst="callout1">
            <a:avLst>
              <a:gd name="adj1" fmla="val 140743"/>
              <a:gd name="adj2" fmla="val 98415"/>
              <a:gd name="adj3" fmla="val 142808"/>
              <a:gd name="adj4" fmla="val 61"/>
            </a:avLst>
          </a:prstGeom>
          <a:ln w="44450">
            <a:solidFill>
              <a:schemeClr val="bg1"/>
            </a:solidFill>
          </a:ln>
        </p:spPr>
        <p:txBody>
          <a:bodyPr wrap="square">
            <a:spAutoFit/>
          </a:bodyPr>
          <a:lstStyle>
            <a:lvl1pPr marL="0" indent="0">
              <a:buFontTx/>
              <a:buNone/>
              <a:defRPr sz="4200" b="1" cap="all" spc="450" baseline="0">
                <a:ln>
                  <a:noFill/>
                </a:ln>
                <a:solidFill>
                  <a:schemeClr val="bg1"/>
                </a:solidFill>
                <a:latin typeface="+mj-lt"/>
              </a:defRPr>
            </a:lvl1pPr>
          </a:lstStyle>
          <a:p>
            <a:pPr lvl="0"/>
            <a:r>
              <a:rPr lang="en-US"/>
              <a:t>Second line of title      </a:t>
            </a:r>
          </a:p>
        </p:txBody>
      </p:sp>
      <p:pic>
        <p:nvPicPr>
          <p:cNvPr id="7" name="Picture 6">
            <a:extLst>
              <a:ext uri="{FF2B5EF4-FFF2-40B4-BE49-F238E27FC236}">
                <a16:creationId xmlns:a16="http://schemas.microsoft.com/office/drawing/2014/main" id="{83367277-8BE6-464D-B29E-E610810EDAC2}"/>
              </a:ext>
            </a:extLst>
          </p:cNvPr>
          <p:cNvPicPr>
            <a:picLocks noChangeAspect="1"/>
          </p:cNvPicPr>
          <p:nvPr userDrawn="1"/>
        </p:nvPicPr>
        <p:blipFill>
          <a:blip r:embed="rId4"/>
          <a:stretch>
            <a:fillRect/>
          </a:stretch>
        </p:blipFill>
        <p:spPr>
          <a:xfrm>
            <a:off x="10892842" y="5919242"/>
            <a:ext cx="901052" cy="572401"/>
          </a:xfrm>
          <a:prstGeom prst="rect">
            <a:avLst/>
          </a:prstGeom>
        </p:spPr>
      </p:pic>
    </p:spTree>
    <p:extLst>
      <p:ext uri="{BB962C8B-B14F-4D97-AF65-F5344CB8AC3E}">
        <p14:creationId xmlns:p14="http://schemas.microsoft.com/office/powerpoint/2010/main" val="421386236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DDE5ED">
            <a:alpha val="40000"/>
          </a:srgbClr>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1426789"/>
            <a:ext cx="4754880" cy="374904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70320" y="1426789"/>
            <a:ext cx="4754880" cy="374904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58D46903-12A5-4A4A-91DE-B8D617FDA6C6}"/>
              </a:ext>
            </a:extLst>
          </p:cNvPr>
          <p:cNvSpPr>
            <a:spLocks noGrp="1"/>
          </p:cNvSpPr>
          <p:nvPr>
            <p:ph type="dt" sz="half" idx="10"/>
          </p:nvPr>
        </p:nvSpPr>
        <p:spPr/>
        <p:txBody>
          <a:bodyPr/>
          <a:lstStyle/>
          <a:p>
            <a:endParaRPr lang="en-US"/>
          </a:p>
        </p:txBody>
      </p:sp>
      <p:sp>
        <p:nvSpPr>
          <p:cNvPr id="12" name="Footer Placeholder 11">
            <a:extLst>
              <a:ext uri="{FF2B5EF4-FFF2-40B4-BE49-F238E27FC236}">
                <a16:creationId xmlns:a16="http://schemas.microsoft.com/office/drawing/2014/main" id="{DFA4DB4B-0E9F-9942-9277-BEF9ECDF0D65}"/>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3" name="Slide Number Placeholder 12">
            <a:extLst>
              <a:ext uri="{FF2B5EF4-FFF2-40B4-BE49-F238E27FC236}">
                <a16:creationId xmlns:a16="http://schemas.microsoft.com/office/drawing/2014/main" id="{8727DA26-7BCD-E245-8DDF-83534B1D2750}"/>
              </a:ext>
            </a:extLst>
          </p:cNvPr>
          <p:cNvSpPr>
            <a:spLocks noGrp="1"/>
          </p:cNvSpPr>
          <p:nvPr>
            <p:ph type="sldNum" sz="quarter" idx="12"/>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1864490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1069848" y="2074334"/>
            <a:ext cx="4754880" cy="640080"/>
          </a:xfrm>
          <a:prstGeom prst="rect">
            <a:avLst/>
          </a:prstGeom>
        </p:spPr>
        <p:txBody>
          <a:bodyPr anchor="ctr">
            <a:noAutofit/>
          </a:bodyPr>
          <a:lstStyle>
            <a:lvl1pPr marL="0" indent="0" algn="l">
              <a:spcBef>
                <a:spcPts val="0"/>
              </a:spcBef>
              <a:buNone/>
              <a:defRPr sz="1800" b="1" cap="all" spc="250" baseline="0">
                <a:solidFill>
                  <a:srgbClr val="F04137"/>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a:t>
            </a:r>
          </a:p>
        </p:txBody>
      </p:sp>
      <p:sp>
        <p:nvSpPr>
          <p:cNvPr id="4" name="Content Placeholder 3"/>
          <p:cNvSpPr>
            <a:spLocks noGrp="1"/>
          </p:cNvSpPr>
          <p:nvPr>
            <p:ph sz="half" idx="2"/>
          </p:nvPr>
        </p:nvSpPr>
        <p:spPr>
          <a:xfrm>
            <a:off x="1069848" y="2755898"/>
            <a:ext cx="4754880" cy="320040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373368" y="2074334"/>
            <a:ext cx="4754880" cy="640080"/>
          </a:xfrm>
          <a:prstGeom prst="rect">
            <a:avLst/>
          </a:prstGeom>
        </p:spPr>
        <p:txBody>
          <a:bodyPr anchor="ctr">
            <a:noAutofit/>
          </a:bodyPr>
          <a:lstStyle>
            <a:lvl1pPr marL="0" indent="0" algn="l">
              <a:spcBef>
                <a:spcPts val="0"/>
              </a:spcBef>
              <a:buNone/>
              <a:defRPr sz="1900" b="1" cap="all" spc="250" baseline="0">
                <a:solidFill>
                  <a:srgbClr val="F04137"/>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a:t>
            </a:r>
          </a:p>
        </p:txBody>
      </p:sp>
      <p:sp>
        <p:nvSpPr>
          <p:cNvPr id="6" name="Content Placeholder 5"/>
          <p:cNvSpPr>
            <a:spLocks noGrp="1"/>
          </p:cNvSpPr>
          <p:nvPr>
            <p:ph sz="quarter" idx="4"/>
          </p:nvPr>
        </p:nvSpPr>
        <p:spPr>
          <a:xfrm>
            <a:off x="6373368" y="2756581"/>
            <a:ext cx="4754880" cy="320040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a:extLst>
              <a:ext uri="{FF2B5EF4-FFF2-40B4-BE49-F238E27FC236}">
                <a16:creationId xmlns:a16="http://schemas.microsoft.com/office/drawing/2014/main" id="{918FA918-65B4-214A-9CAB-F8053AA504F5}"/>
              </a:ext>
            </a:extLst>
          </p:cNvPr>
          <p:cNvSpPr>
            <a:spLocks noGrp="1"/>
          </p:cNvSpPr>
          <p:nvPr>
            <p:ph type="dt" sz="half" idx="10"/>
          </p:nvPr>
        </p:nvSpPr>
        <p:spPr/>
        <p:txBody>
          <a:bodyPr/>
          <a:lstStyle/>
          <a:p>
            <a:endParaRPr lang="en-US"/>
          </a:p>
        </p:txBody>
      </p:sp>
      <p:sp>
        <p:nvSpPr>
          <p:cNvPr id="15" name="Footer Placeholder 14">
            <a:extLst>
              <a:ext uri="{FF2B5EF4-FFF2-40B4-BE49-F238E27FC236}">
                <a16:creationId xmlns:a16="http://schemas.microsoft.com/office/drawing/2014/main" id="{0305BCAB-C80A-734E-8FE8-C4F5BA37B462}"/>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6" name="Slide Number Placeholder 15">
            <a:extLst>
              <a:ext uri="{FF2B5EF4-FFF2-40B4-BE49-F238E27FC236}">
                <a16:creationId xmlns:a16="http://schemas.microsoft.com/office/drawing/2014/main" id="{6A860183-361F-1C4B-B886-3F6FF0405BA9}"/>
              </a:ext>
            </a:extLst>
          </p:cNvPr>
          <p:cNvSpPr>
            <a:spLocks noGrp="1"/>
          </p:cNvSpPr>
          <p:nvPr>
            <p:ph type="sldNum" sz="quarter" idx="12"/>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4257636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Date Placeholder 8">
            <a:extLst>
              <a:ext uri="{FF2B5EF4-FFF2-40B4-BE49-F238E27FC236}">
                <a16:creationId xmlns:a16="http://schemas.microsoft.com/office/drawing/2014/main" id="{E0A4C793-3B9B-E84F-97F0-4DDEE7663BBC}"/>
              </a:ext>
            </a:extLst>
          </p:cNvPr>
          <p:cNvSpPr>
            <a:spLocks noGrp="1"/>
          </p:cNvSpPr>
          <p:nvPr>
            <p:ph type="dt" sz="half" idx="10"/>
          </p:nvPr>
        </p:nvSpPr>
        <p:spPr/>
        <p:txBody>
          <a:bodyPr/>
          <a:lstStyle/>
          <a:p>
            <a:endParaRPr lang="en-US"/>
          </a:p>
        </p:txBody>
      </p:sp>
      <p:sp>
        <p:nvSpPr>
          <p:cNvPr id="10" name="Footer Placeholder 9">
            <a:extLst>
              <a:ext uri="{FF2B5EF4-FFF2-40B4-BE49-F238E27FC236}">
                <a16:creationId xmlns:a16="http://schemas.microsoft.com/office/drawing/2014/main" id="{DB9923D7-99ED-ED48-A074-DF1596B69DBB}"/>
              </a:ext>
            </a:extLst>
          </p:cNvPr>
          <p:cNvSpPr>
            <a:spLocks noGrp="1"/>
          </p:cNvSpPr>
          <p:nvPr>
            <p:ph type="ftr" sz="quarter" idx="11"/>
          </p:nvPr>
        </p:nvSpPr>
        <p:spPr>
          <a:xfrm>
            <a:off x="2436175" y="6307672"/>
            <a:ext cx="7124445" cy="274320"/>
          </a:xfrm>
          <a:prstGeom prst="rect">
            <a:avLst/>
          </a:prstGeom>
        </p:spPr>
        <p:txBody>
          <a:bodyPr/>
          <a:lstStyle/>
          <a:p>
            <a:r>
              <a:rPr lang="en-US"/>
              <a:t>Footer</a:t>
            </a:r>
          </a:p>
        </p:txBody>
      </p:sp>
      <p:sp>
        <p:nvSpPr>
          <p:cNvPr id="11" name="Slide Number Placeholder 10">
            <a:extLst>
              <a:ext uri="{FF2B5EF4-FFF2-40B4-BE49-F238E27FC236}">
                <a16:creationId xmlns:a16="http://schemas.microsoft.com/office/drawing/2014/main" id="{028A27DD-1453-9F49-9E4D-6FEAD51D38C6}"/>
              </a:ext>
            </a:extLst>
          </p:cNvPr>
          <p:cNvSpPr>
            <a:spLocks noGrp="1"/>
          </p:cNvSpPr>
          <p:nvPr>
            <p:ph type="sldNum" sz="quarter" idx="12"/>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37188129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5B0A00E-20BE-C948-867E-3668DC439D0E}"/>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04405E73-AE62-7044-B3B7-B031E8E02025}"/>
              </a:ext>
            </a:extLst>
          </p:cNvPr>
          <p:cNvSpPr>
            <a:spLocks noGrp="1"/>
          </p:cNvSpPr>
          <p:nvPr>
            <p:ph type="sldNum" sz="quarter" idx="11"/>
          </p:nvPr>
        </p:nvSpPr>
        <p:spPr/>
        <p:txBody>
          <a:bodyPr/>
          <a:lstStyle/>
          <a:p>
            <a:fld id="{B48861FF-540E-3548-A2AC-BB567E5765C3}" type="slidenum">
              <a:rPr lang="en-US" smtClean="0"/>
              <a:pPr/>
              <a:t>‹#›</a:t>
            </a:fld>
            <a:endParaRPr lang="en-US"/>
          </a:p>
        </p:txBody>
      </p:sp>
      <p:sp>
        <p:nvSpPr>
          <p:cNvPr id="5" name="Footer Placeholder 4">
            <a:extLst>
              <a:ext uri="{FF2B5EF4-FFF2-40B4-BE49-F238E27FC236}">
                <a16:creationId xmlns:a16="http://schemas.microsoft.com/office/drawing/2014/main" id="{3EE0DF0A-9E92-A44E-A7A9-FF0CE2540938}"/>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416208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15" name="Rectangle 14"/>
          <p:cNvSpPr/>
          <p:nvPr/>
        </p:nvSpPr>
        <p:spPr>
          <a:xfrm>
            <a:off x="9020386" y="0"/>
            <a:ext cx="3171614" cy="6858000"/>
          </a:xfrm>
          <a:prstGeom prst="rect">
            <a:avLst/>
          </a:prstGeom>
          <a:solidFill>
            <a:srgbClr val="2767F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noFill/>
            </a:endParaRPr>
          </a:p>
        </p:txBody>
      </p:sp>
      <p:sp>
        <p:nvSpPr>
          <p:cNvPr id="3" name="Content Placeholder 2"/>
          <p:cNvSpPr>
            <a:spLocks noGrp="1"/>
          </p:cNvSpPr>
          <p:nvPr>
            <p:ph idx="1"/>
          </p:nvPr>
        </p:nvSpPr>
        <p:spPr>
          <a:xfrm>
            <a:off x="685800" y="609600"/>
            <a:ext cx="7772400" cy="533400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201707" y="2268971"/>
            <a:ext cx="2430780" cy="3674629"/>
          </a:xfrm>
          <a:prstGeom prst="rect">
            <a:avLst/>
          </a:prstGeo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a:extLst>
              <a:ext uri="{FF2B5EF4-FFF2-40B4-BE49-F238E27FC236}">
                <a16:creationId xmlns:a16="http://schemas.microsoft.com/office/drawing/2014/main" id="{6134F033-E8B3-FC49-A373-38528C1F1702}"/>
              </a:ext>
            </a:extLst>
          </p:cNvPr>
          <p:cNvSpPr>
            <a:spLocks noGrp="1"/>
          </p:cNvSpPr>
          <p:nvPr>
            <p:ph type="title" hasCustomPrompt="1"/>
          </p:nvPr>
        </p:nvSpPr>
        <p:spPr>
          <a:xfrm>
            <a:off x="9204832" y="718987"/>
            <a:ext cx="2301368" cy="830997"/>
          </a:xfrm>
          <a:prstGeom prst="callout1">
            <a:avLst>
              <a:gd name="adj1" fmla="val 130380"/>
              <a:gd name="adj2" fmla="val 97389"/>
              <a:gd name="adj3" fmla="val 130532"/>
              <a:gd name="adj4" fmla="val 882"/>
            </a:avLst>
          </a:prstGeom>
          <a:ln>
            <a:solidFill>
              <a:schemeClr val="bg1"/>
            </a:solidFill>
          </a:ln>
        </p:spPr>
        <p:txBody>
          <a:bodyPr wrap="square">
            <a:spAutoFit/>
          </a:bodyPr>
          <a:lstStyle>
            <a:lvl1pPr>
              <a:lnSpc>
                <a:spcPct val="100000"/>
              </a:lnSpc>
              <a:defRPr sz="2400">
                <a:solidFill>
                  <a:schemeClr val="bg1"/>
                </a:solidFill>
              </a:defRPr>
            </a:lvl1pPr>
          </a:lstStyle>
          <a:p>
            <a:r>
              <a:rPr lang="en-US"/>
              <a:t>Click to  add title</a:t>
            </a:r>
          </a:p>
        </p:txBody>
      </p:sp>
      <p:sp>
        <p:nvSpPr>
          <p:cNvPr id="11" name="Date Placeholder 10">
            <a:extLst>
              <a:ext uri="{FF2B5EF4-FFF2-40B4-BE49-F238E27FC236}">
                <a16:creationId xmlns:a16="http://schemas.microsoft.com/office/drawing/2014/main" id="{841F8B18-227C-FD4B-9CE2-DB080376EC89}"/>
              </a:ext>
            </a:extLst>
          </p:cNvPr>
          <p:cNvSpPr>
            <a:spLocks noGrp="1"/>
          </p:cNvSpPr>
          <p:nvPr>
            <p:ph type="dt" sz="half" idx="10"/>
          </p:nvPr>
        </p:nvSpPr>
        <p:spPr/>
        <p:txBody>
          <a:bodyPr/>
          <a:lstStyle/>
          <a:p>
            <a:endParaRPr lang="en-US"/>
          </a:p>
        </p:txBody>
      </p:sp>
      <p:sp>
        <p:nvSpPr>
          <p:cNvPr id="12" name="Footer Placeholder 11">
            <a:extLst>
              <a:ext uri="{FF2B5EF4-FFF2-40B4-BE49-F238E27FC236}">
                <a16:creationId xmlns:a16="http://schemas.microsoft.com/office/drawing/2014/main" id="{103DEA8E-EF8B-B54D-BB93-3910E00B8C48}"/>
              </a:ext>
            </a:extLst>
          </p:cNvPr>
          <p:cNvSpPr>
            <a:spLocks noGrp="1"/>
          </p:cNvSpPr>
          <p:nvPr>
            <p:ph type="ftr" sz="quarter" idx="11"/>
          </p:nvPr>
        </p:nvSpPr>
        <p:spPr>
          <a:xfrm>
            <a:off x="2436175" y="6307672"/>
            <a:ext cx="6354079" cy="274320"/>
          </a:xfrm>
          <a:prstGeom prst="rect">
            <a:avLst/>
          </a:prstGeom>
        </p:spPr>
        <p:txBody>
          <a:bodyPr/>
          <a:lstStyle/>
          <a:p>
            <a:r>
              <a:rPr lang="en-US"/>
              <a:t>Footer</a:t>
            </a:r>
          </a:p>
        </p:txBody>
      </p:sp>
      <p:sp>
        <p:nvSpPr>
          <p:cNvPr id="13" name="Slide Number Placeholder 12">
            <a:extLst>
              <a:ext uri="{FF2B5EF4-FFF2-40B4-BE49-F238E27FC236}">
                <a16:creationId xmlns:a16="http://schemas.microsoft.com/office/drawing/2014/main" id="{266535B3-74BE-824E-A5F3-911F27976C37}"/>
              </a:ext>
            </a:extLst>
          </p:cNvPr>
          <p:cNvSpPr>
            <a:spLocks noGrp="1"/>
          </p:cNvSpPr>
          <p:nvPr>
            <p:ph type="sldNum" sz="quarter" idx="12"/>
          </p:nvPr>
        </p:nvSpPr>
        <p:spPr/>
        <p:txBody>
          <a:bodyPr/>
          <a:lstStyle>
            <a:lvl1pPr>
              <a:defRPr>
                <a:solidFill>
                  <a:schemeClr val="bg1"/>
                </a:solidFill>
              </a:defRPr>
            </a:lvl1pPr>
          </a:lstStyle>
          <a:p>
            <a:fld id="{B48861FF-540E-3548-A2AC-BB567E5765C3}" type="slidenum">
              <a:rPr lang="en-US" smtClean="0"/>
              <a:pPr/>
              <a:t>‹#›</a:t>
            </a:fld>
            <a:endParaRPr lang="en-US"/>
          </a:p>
        </p:txBody>
      </p:sp>
    </p:spTree>
    <p:extLst>
      <p:ext uri="{BB962C8B-B14F-4D97-AF65-F5344CB8AC3E}">
        <p14:creationId xmlns:p14="http://schemas.microsoft.com/office/powerpoint/2010/main" val="21254274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1" name="Vertical Content Placeholder 10">
            <a:extLst>
              <a:ext uri="{FF2B5EF4-FFF2-40B4-BE49-F238E27FC236}">
                <a16:creationId xmlns:a16="http://schemas.microsoft.com/office/drawing/2014/main" id="{31988C9D-6340-4641-B3D6-CEF598BDBE21}"/>
              </a:ext>
            </a:extLst>
          </p:cNvPr>
          <p:cNvSpPr>
            <a:spLocks noGrp="1"/>
          </p:cNvSpPr>
          <p:nvPr>
            <p:ph orient="vert" sz="quarter" idx="13"/>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7150303C-5D28-5F4D-B861-06B060BC6FAA}"/>
              </a:ext>
            </a:extLst>
          </p:cNvPr>
          <p:cNvSpPr>
            <a:spLocks noGrp="1"/>
          </p:cNvSpPr>
          <p:nvPr>
            <p:ph type="dt" sz="half" idx="14"/>
          </p:nvPr>
        </p:nvSpPr>
        <p:spPr/>
        <p:txBody>
          <a:bodyPr/>
          <a:lstStyle/>
          <a:p>
            <a:endParaRPr lang="en-US"/>
          </a:p>
        </p:txBody>
      </p:sp>
      <p:sp>
        <p:nvSpPr>
          <p:cNvPr id="10" name="Footer Placeholder 9">
            <a:extLst>
              <a:ext uri="{FF2B5EF4-FFF2-40B4-BE49-F238E27FC236}">
                <a16:creationId xmlns:a16="http://schemas.microsoft.com/office/drawing/2014/main" id="{73AD7D3E-5692-7146-9F5F-0A8B2ECB2653}"/>
              </a:ext>
            </a:extLst>
          </p:cNvPr>
          <p:cNvSpPr>
            <a:spLocks noGrp="1"/>
          </p:cNvSpPr>
          <p:nvPr>
            <p:ph type="ftr" sz="quarter" idx="15"/>
          </p:nvPr>
        </p:nvSpPr>
        <p:spPr>
          <a:xfrm>
            <a:off x="2436175" y="6307672"/>
            <a:ext cx="7124445" cy="274320"/>
          </a:xfrm>
          <a:prstGeom prst="rect">
            <a:avLst/>
          </a:prstGeom>
        </p:spPr>
        <p:txBody>
          <a:bodyPr/>
          <a:lstStyle/>
          <a:p>
            <a:r>
              <a:rPr lang="en-US"/>
              <a:t>Footer</a:t>
            </a:r>
          </a:p>
        </p:txBody>
      </p:sp>
      <p:sp>
        <p:nvSpPr>
          <p:cNvPr id="12" name="Slide Number Placeholder 11">
            <a:extLst>
              <a:ext uri="{FF2B5EF4-FFF2-40B4-BE49-F238E27FC236}">
                <a16:creationId xmlns:a16="http://schemas.microsoft.com/office/drawing/2014/main" id="{918759A6-6AAC-6447-921C-D80252E61805}"/>
              </a:ext>
            </a:extLst>
          </p:cNvPr>
          <p:cNvSpPr>
            <a:spLocks noGrp="1"/>
          </p:cNvSpPr>
          <p:nvPr>
            <p:ph type="sldNum" sz="quarter" idx="16"/>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1370598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11" name="Vertical Content Placeholder 10">
            <a:extLst>
              <a:ext uri="{FF2B5EF4-FFF2-40B4-BE49-F238E27FC236}">
                <a16:creationId xmlns:a16="http://schemas.microsoft.com/office/drawing/2014/main" id="{46DD52FC-9FA7-9D47-961B-79256696D98C}"/>
              </a:ext>
            </a:extLst>
          </p:cNvPr>
          <p:cNvSpPr>
            <a:spLocks noGrp="1"/>
          </p:cNvSpPr>
          <p:nvPr>
            <p:ph orient="vert" sz="quarter" idx="13"/>
          </p:nvPr>
        </p:nvSpPr>
        <p:spPr>
          <a:xfrm>
            <a:off x="1066800" y="762000"/>
            <a:ext cx="9013825"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10337532" y="762000"/>
            <a:ext cx="1016267" cy="5257800"/>
          </a:xfrm>
        </p:spPr>
        <p:txBody>
          <a:bodyPr vert="eaVert"/>
          <a:lstStyle/>
          <a:p>
            <a:r>
              <a:rPr lang="en-US"/>
              <a:t>Click to edit Master title style</a:t>
            </a:r>
          </a:p>
        </p:txBody>
      </p:sp>
      <p:sp>
        <p:nvSpPr>
          <p:cNvPr id="6" name="Date Placeholder 5">
            <a:extLst>
              <a:ext uri="{FF2B5EF4-FFF2-40B4-BE49-F238E27FC236}">
                <a16:creationId xmlns:a16="http://schemas.microsoft.com/office/drawing/2014/main" id="{6A526289-57CA-F843-8A8F-87F100C51C3F}"/>
              </a:ext>
            </a:extLst>
          </p:cNvPr>
          <p:cNvSpPr>
            <a:spLocks noGrp="1"/>
          </p:cNvSpPr>
          <p:nvPr>
            <p:ph type="dt" sz="half" idx="14"/>
          </p:nvPr>
        </p:nvSpPr>
        <p:spPr/>
        <p:txBody>
          <a:bodyPr/>
          <a:lstStyle/>
          <a:p>
            <a:endParaRPr lang="en-US"/>
          </a:p>
        </p:txBody>
      </p:sp>
      <p:sp>
        <p:nvSpPr>
          <p:cNvPr id="10" name="Footer Placeholder 9">
            <a:extLst>
              <a:ext uri="{FF2B5EF4-FFF2-40B4-BE49-F238E27FC236}">
                <a16:creationId xmlns:a16="http://schemas.microsoft.com/office/drawing/2014/main" id="{FA61B23C-61B2-4C44-A5C8-9CFD7CFB1597}"/>
              </a:ext>
            </a:extLst>
          </p:cNvPr>
          <p:cNvSpPr>
            <a:spLocks noGrp="1"/>
          </p:cNvSpPr>
          <p:nvPr>
            <p:ph type="ftr" sz="quarter" idx="15"/>
          </p:nvPr>
        </p:nvSpPr>
        <p:spPr>
          <a:xfrm>
            <a:off x="2436175" y="6307672"/>
            <a:ext cx="7124445" cy="274320"/>
          </a:xfrm>
          <a:prstGeom prst="rect">
            <a:avLst/>
          </a:prstGeom>
        </p:spPr>
        <p:txBody>
          <a:bodyPr/>
          <a:lstStyle/>
          <a:p>
            <a:r>
              <a:rPr lang="en-US"/>
              <a:t>Footer</a:t>
            </a:r>
          </a:p>
        </p:txBody>
      </p:sp>
      <p:sp>
        <p:nvSpPr>
          <p:cNvPr id="12" name="Slide Number Placeholder 11">
            <a:extLst>
              <a:ext uri="{FF2B5EF4-FFF2-40B4-BE49-F238E27FC236}">
                <a16:creationId xmlns:a16="http://schemas.microsoft.com/office/drawing/2014/main" id="{4E46047B-956D-3243-B5FD-F5DC3CCB21D8}"/>
              </a:ext>
            </a:extLst>
          </p:cNvPr>
          <p:cNvSpPr>
            <a:spLocks noGrp="1"/>
          </p:cNvSpPr>
          <p:nvPr>
            <p:ph type="sldNum" sz="quarter" idx="16"/>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3243610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 Left">
    <p:spTree>
      <p:nvGrpSpPr>
        <p:cNvPr id="1" name=""/>
        <p:cNvGrpSpPr/>
        <p:nvPr/>
      </p:nvGrpSpPr>
      <p:grpSpPr>
        <a:xfrm>
          <a:off x="0" y="0"/>
          <a:ext cx="0" cy="0"/>
          <a:chOff x="0" y="0"/>
          <a:chExt cx="0" cy="0"/>
        </a:xfrm>
      </p:grpSpPr>
      <p:sp>
        <p:nvSpPr>
          <p:cNvPr id="13" name="Vertical Content Placeholder 12">
            <a:extLst>
              <a:ext uri="{FF2B5EF4-FFF2-40B4-BE49-F238E27FC236}">
                <a16:creationId xmlns:a16="http://schemas.microsoft.com/office/drawing/2014/main" id="{D9CE4C93-E6E5-834E-95FE-696ECFBCECE9}"/>
              </a:ext>
            </a:extLst>
          </p:cNvPr>
          <p:cNvSpPr>
            <a:spLocks noGrp="1"/>
          </p:cNvSpPr>
          <p:nvPr>
            <p:ph orient="vert" sz="quarter" idx="13"/>
          </p:nvPr>
        </p:nvSpPr>
        <p:spPr>
          <a:xfrm rot="10800000">
            <a:off x="1952625" y="762000"/>
            <a:ext cx="9420225" cy="5257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rot="10800000">
            <a:off x="838200" y="762000"/>
            <a:ext cx="882387" cy="5257800"/>
          </a:xfrm>
        </p:spPr>
        <p:txBody>
          <a:bodyPr vert="eaVert"/>
          <a:lstStyle/>
          <a:p>
            <a:r>
              <a:rPr lang="en-US"/>
              <a:t>Click to edit Master title style</a:t>
            </a:r>
          </a:p>
        </p:txBody>
      </p:sp>
      <p:sp>
        <p:nvSpPr>
          <p:cNvPr id="6" name="Date Placeholder 5">
            <a:extLst>
              <a:ext uri="{FF2B5EF4-FFF2-40B4-BE49-F238E27FC236}">
                <a16:creationId xmlns:a16="http://schemas.microsoft.com/office/drawing/2014/main" id="{DEA80655-2B7E-B042-853A-953F0EF05448}"/>
              </a:ext>
            </a:extLst>
          </p:cNvPr>
          <p:cNvSpPr>
            <a:spLocks noGrp="1"/>
          </p:cNvSpPr>
          <p:nvPr>
            <p:ph type="dt" sz="half" idx="14"/>
          </p:nvPr>
        </p:nvSpPr>
        <p:spPr/>
        <p:txBody>
          <a:bodyPr/>
          <a:lstStyle/>
          <a:p>
            <a:endParaRPr lang="en-US"/>
          </a:p>
        </p:txBody>
      </p:sp>
      <p:sp>
        <p:nvSpPr>
          <p:cNvPr id="10" name="Footer Placeholder 9">
            <a:extLst>
              <a:ext uri="{FF2B5EF4-FFF2-40B4-BE49-F238E27FC236}">
                <a16:creationId xmlns:a16="http://schemas.microsoft.com/office/drawing/2014/main" id="{FA7090A5-0D6F-9E49-9A0A-FEA22FCC1BFF}"/>
              </a:ext>
            </a:extLst>
          </p:cNvPr>
          <p:cNvSpPr>
            <a:spLocks noGrp="1"/>
          </p:cNvSpPr>
          <p:nvPr>
            <p:ph type="ftr" sz="quarter" idx="15"/>
          </p:nvPr>
        </p:nvSpPr>
        <p:spPr>
          <a:xfrm>
            <a:off x="2436175" y="6307672"/>
            <a:ext cx="7124445" cy="274320"/>
          </a:xfrm>
          <a:prstGeom prst="rect">
            <a:avLst/>
          </a:prstGeom>
        </p:spPr>
        <p:txBody>
          <a:bodyPr/>
          <a:lstStyle/>
          <a:p>
            <a:r>
              <a:rPr lang="en-US"/>
              <a:t>Footer</a:t>
            </a:r>
          </a:p>
        </p:txBody>
      </p:sp>
      <p:sp>
        <p:nvSpPr>
          <p:cNvPr id="11" name="Slide Number Placeholder 10">
            <a:extLst>
              <a:ext uri="{FF2B5EF4-FFF2-40B4-BE49-F238E27FC236}">
                <a16:creationId xmlns:a16="http://schemas.microsoft.com/office/drawing/2014/main" id="{2B904694-41A7-0F42-87ED-DD4ADBE8C6C4}"/>
              </a:ext>
            </a:extLst>
          </p:cNvPr>
          <p:cNvSpPr>
            <a:spLocks noGrp="1"/>
          </p:cNvSpPr>
          <p:nvPr>
            <p:ph type="sldNum" sz="quarter" idx="16"/>
          </p:nvPr>
        </p:nvSpPr>
        <p:spPr/>
        <p:txBody>
          <a:bodyPr/>
          <a:lstStyle/>
          <a:p>
            <a:fld id="{B48861FF-540E-3548-A2AC-BB567E5765C3}" type="slidenum">
              <a:rPr lang="en-US" smtClean="0"/>
              <a:pPr/>
              <a:t>‹#›</a:t>
            </a:fld>
            <a:endParaRPr lang="en-US"/>
          </a:p>
        </p:txBody>
      </p:sp>
    </p:spTree>
    <p:extLst>
      <p:ext uri="{BB962C8B-B14F-4D97-AF65-F5344CB8AC3E}">
        <p14:creationId xmlns:p14="http://schemas.microsoft.com/office/powerpoint/2010/main" val="3638607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4"/>
          <p:cNvSpPr txBox="1">
            <a:spLocks noGrp="1"/>
          </p:cNvSpPr>
          <p:nvPr>
            <p:ph type="title"/>
          </p:nvPr>
        </p:nvSpPr>
        <p:spPr>
          <a:xfrm>
            <a:off x="415600" y="421233"/>
            <a:ext cx="11360800" cy="11084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415600" y="1633633"/>
            <a:ext cx="11360800" cy="4472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4" name="Google Shape;24;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2893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800" y="642594"/>
            <a:ext cx="9034885" cy="446735"/>
          </a:xfrm>
          <a:prstGeom prst="rect">
            <a:avLst/>
          </a:prstGeom>
          <a:ln w="44450">
            <a:noFill/>
          </a:ln>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066800" y="1371600"/>
            <a:ext cx="10058400" cy="46634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6800" y="6307672"/>
            <a:ext cx="1275933" cy="274320"/>
          </a:xfrm>
          <a:prstGeom prst="rect">
            <a:avLst/>
          </a:prstGeom>
        </p:spPr>
        <p:txBody>
          <a:bodyPr vert="horz" lIns="91440" tIns="45720" rIns="91440" bIns="45720" rtlCol="0" anchor="b"/>
          <a:lstStyle>
            <a:lvl1pPr algn="l">
              <a:defRPr sz="85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9662160" y="6307672"/>
            <a:ext cx="1463040" cy="274320"/>
          </a:xfrm>
          <a:prstGeom prst="rect">
            <a:avLst/>
          </a:prstGeom>
        </p:spPr>
        <p:txBody>
          <a:bodyPr vert="horz" lIns="91440" tIns="45720" rIns="91440" bIns="45720" rtlCol="0" anchor="b"/>
          <a:lstStyle>
            <a:lvl1pPr algn="r">
              <a:defRPr sz="850">
                <a:solidFill>
                  <a:schemeClr val="tx1">
                    <a:lumMod val="75000"/>
                    <a:lumOff val="25000"/>
                  </a:schemeClr>
                </a:solidFill>
              </a:defRPr>
            </a:lvl1pPr>
          </a:lstStyle>
          <a:p>
            <a:fld id="{B48861FF-540E-3548-A2AC-BB567E5765C3}" type="slidenum">
              <a:rPr lang="en-US" smtClean="0"/>
              <a:pPr/>
              <a:t>‹#›</a:t>
            </a:fld>
            <a:endParaRPr lang="en-US"/>
          </a:p>
        </p:txBody>
      </p:sp>
      <p:sp>
        <p:nvSpPr>
          <p:cNvPr id="7" name="Footer Placeholder 6">
            <a:extLst>
              <a:ext uri="{FF2B5EF4-FFF2-40B4-BE49-F238E27FC236}">
                <a16:creationId xmlns:a16="http://schemas.microsoft.com/office/drawing/2014/main" id="{FE87BBC1-8790-1F40-A017-B4344BC0329B}"/>
              </a:ext>
            </a:extLst>
          </p:cNvPr>
          <p:cNvSpPr>
            <a:spLocks noGrp="1"/>
          </p:cNvSpPr>
          <p:nvPr>
            <p:ph type="ftr" sz="quarter" idx="3"/>
          </p:nvPr>
        </p:nvSpPr>
        <p:spPr>
          <a:xfrm>
            <a:off x="2422825" y="6307672"/>
            <a:ext cx="7181711" cy="274320"/>
          </a:xfrm>
          <a:prstGeom prst="rect">
            <a:avLst/>
          </a:prstGeom>
        </p:spPr>
        <p:txBody>
          <a:bodyPr vert="horz" lIns="91440" tIns="45720" rIns="91440" bIns="45720" rtlCol="0" anchor="ctr"/>
          <a:lstStyle>
            <a:lvl1pPr algn="l">
              <a:defRPr sz="850">
                <a:solidFill>
                  <a:schemeClr val="tx1">
                    <a:tint val="75000"/>
                  </a:schemeClr>
                </a:solidFill>
              </a:defRPr>
            </a:lvl1pPr>
          </a:lstStyle>
          <a:p>
            <a:endParaRPr lang="en-US"/>
          </a:p>
        </p:txBody>
      </p:sp>
    </p:spTree>
    <p:extLst>
      <p:ext uri="{BB962C8B-B14F-4D97-AF65-F5344CB8AC3E}">
        <p14:creationId xmlns:p14="http://schemas.microsoft.com/office/powerpoint/2010/main" val="2473051541"/>
      </p:ext>
    </p:extLst>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7" r:id="rId7"/>
    <p:sldLayoutId id="2147483972" r:id="rId8"/>
    <p:sldLayoutId id="2147483974" r:id="rId9"/>
    <p:sldLayoutId id="2147483975" r:id="rId10"/>
    <p:sldLayoutId id="2147483976" r:id="rId11"/>
    <p:sldLayoutId id="2147483978" r:id="rId12"/>
  </p:sldLayoutIdLst>
  <p:hf sldNum="0" hdr="0" ftr="0" dt="0"/>
  <p:txStyles>
    <p:titleStyle>
      <a:lvl1pPr algn="l" defTabSz="914400" rtl="0" eaLnBrk="1" latinLnBrk="0" hangingPunct="1">
        <a:lnSpc>
          <a:spcPct val="90000"/>
        </a:lnSpc>
        <a:spcBef>
          <a:spcPct val="0"/>
        </a:spcBef>
        <a:buNone/>
        <a:defRPr lang="en-US" sz="3000" b="1" kern="1200" cap="all" spc="450" baseline="0" dirty="0">
          <a:solidFill>
            <a:srgbClr val="2767FF"/>
          </a:solidFill>
          <a:effectLst/>
          <a:latin typeface="+mj-lt"/>
          <a:ea typeface="+mn-ea"/>
          <a:cs typeface="+mn-cs"/>
        </a:defRPr>
      </a:lvl1pPr>
    </p:titleStyle>
    <p:bodyStyle>
      <a:lvl1pPr marL="274320" indent="-274320" algn="l" defTabSz="914400" rtl="0" eaLnBrk="1" latinLnBrk="0" hangingPunct="1">
        <a:lnSpc>
          <a:spcPct val="100000"/>
        </a:lnSpc>
        <a:spcBef>
          <a:spcPts val="1000"/>
        </a:spcBef>
        <a:spcAft>
          <a:spcPts val="0"/>
        </a:spcAft>
        <a:buClr>
          <a:schemeClr val="tx1">
            <a:lumMod val="85000"/>
            <a:lumOff val="15000"/>
          </a:schemeClr>
        </a:buClr>
        <a:buFont typeface="Arial" panose="020B0604020202020204" pitchFamily="34" charset="0"/>
        <a:buChar char="•"/>
        <a:defRPr sz="3200" kern="1200" baseline="0">
          <a:solidFill>
            <a:schemeClr val="tx1"/>
          </a:solidFill>
          <a:latin typeface="+mn-lt"/>
          <a:ea typeface="+mn-ea"/>
          <a:cs typeface="+mn-cs"/>
        </a:defRPr>
      </a:lvl1pPr>
      <a:lvl2pPr marL="45720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2000" kern="1200" baseline="0">
          <a:solidFill>
            <a:schemeClr val="tx1"/>
          </a:solidFill>
          <a:latin typeface="+mn-lt"/>
          <a:ea typeface="+mn-ea"/>
          <a:cs typeface="+mn-cs"/>
        </a:defRPr>
      </a:lvl2pPr>
      <a:lvl3pPr marL="73152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1000"/>
        </a:spcBef>
        <a:buClr>
          <a:schemeClr val="tx1">
            <a:lumMod val="85000"/>
            <a:lumOff val="15000"/>
          </a:schemeClr>
        </a:buClr>
        <a:buFont typeface="Arial" panose="020B0604020202020204"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3.xml"/><Relationship Id="rId5" Type="http://schemas.openxmlformats.org/officeDocument/2006/relationships/hyperlink" Target="http://microcontroller4all.blogspot.com/2010/07/session-5-8051-addressing-modes.html" TargetMode="Externa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hyperlink" Target="https://www.youtube.com/watch?v=5tLNRk7mZXo&amp;ab_channel=BlackHat"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hyperlink" Target="https://threatpost.com/financial-apps-are-ripe-for-exploit-via-reverse-engineering/143348/"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17.png"/><Relationship Id="rId5" Type="http://schemas.openxmlformats.org/officeDocument/2006/relationships/hyperlink" Target="https://resources.infosecinstitute.com/topic/injecting-spyware-exe-code-injections/" TargetMode="Externa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openxmlformats.org/officeDocument/2006/relationships/hyperlink" Target="https://en.wikipedia.org/wiki/Intel_8051"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3.xml"/><Relationship Id="rId6" Type="http://schemas.openxmlformats.org/officeDocument/2006/relationships/hyperlink" Target="https://developer.arm.com/documentation/ka002387/1-0/?lang=en" TargetMode="External"/><Relationship Id="rId5" Type="http://schemas.openxmlformats.org/officeDocument/2006/relationships/hyperlink" Target="https://youtu.be/MG595VN4r70" TargetMode="External"/><Relationship Id="rId4" Type="http://schemas.openxmlformats.org/officeDocument/2006/relationships/hyperlink" Target="https://www.keil.com/download/produc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3.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3.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3.xml"/><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3.xml"/><Relationship Id="rId5" Type="http://schemas.openxmlformats.org/officeDocument/2006/relationships/image" Target="../media/image47.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2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3.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D7741-3B6F-BB58-4FF7-44132BF06B75}"/>
              </a:ext>
            </a:extLst>
          </p:cNvPr>
          <p:cNvSpPr>
            <a:spLocks noGrp="1"/>
          </p:cNvSpPr>
          <p:nvPr>
            <p:ph type="title"/>
          </p:nvPr>
        </p:nvSpPr>
        <p:spPr/>
        <p:txBody>
          <a:bodyPr/>
          <a:lstStyle/>
          <a:p>
            <a:r>
              <a:rPr lang="en-US" dirty="0"/>
              <a:t>Announcement </a:t>
            </a:r>
          </a:p>
        </p:txBody>
      </p:sp>
      <p:pic>
        <p:nvPicPr>
          <p:cNvPr id="5" name="Content Placeholder 4">
            <a:extLst>
              <a:ext uri="{FF2B5EF4-FFF2-40B4-BE49-F238E27FC236}">
                <a16:creationId xmlns:a16="http://schemas.microsoft.com/office/drawing/2014/main" id="{DBE42273-CD8F-FE2B-42C5-2401F43F142A}"/>
              </a:ext>
            </a:extLst>
          </p:cNvPr>
          <p:cNvPicPr>
            <a:picLocks noGrp="1" noChangeAspect="1"/>
          </p:cNvPicPr>
          <p:nvPr>
            <p:ph idx="1"/>
          </p:nvPr>
        </p:nvPicPr>
        <p:blipFill>
          <a:blip r:embed="rId2"/>
          <a:stretch>
            <a:fillRect/>
          </a:stretch>
        </p:blipFill>
        <p:spPr>
          <a:xfrm>
            <a:off x="1317040" y="1368735"/>
            <a:ext cx="9557918" cy="5265119"/>
          </a:xfrm>
          <a:prstGeom prst="rect">
            <a:avLst/>
          </a:prstGeom>
        </p:spPr>
      </p:pic>
    </p:spTree>
    <p:extLst>
      <p:ext uri="{BB962C8B-B14F-4D97-AF65-F5344CB8AC3E}">
        <p14:creationId xmlns:p14="http://schemas.microsoft.com/office/powerpoint/2010/main" val="2866327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9894"/>
            <a:ext cx="9144000" cy="1815634"/>
          </a:xfrm>
        </p:spPr>
        <p:txBody>
          <a:bodyPr>
            <a:normAutofit/>
          </a:bodyPr>
          <a:lstStyle/>
          <a:p>
            <a:r>
              <a:rPr lang="en-US" b="1" i="0" dirty="0">
                <a:solidFill>
                  <a:srgbClr val="333333"/>
                </a:solidFill>
                <a:effectLst/>
                <a:latin typeface="Lucida Sans"/>
              </a:rPr>
              <a:t>EECS </a:t>
            </a:r>
            <a:r>
              <a:rPr lang="en-US" b="1" dirty="0">
                <a:solidFill>
                  <a:srgbClr val="333333"/>
                </a:solidFill>
                <a:latin typeface="Lucida Sans"/>
              </a:rPr>
              <a:t>388</a:t>
            </a:r>
            <a:r>
              <a:rPr lang="en-US" b="1" i="0" dirty="0">
                <a:solidFill>
                  <a:srgbClr val="333333"/>
                </a:solidFill>
                <a:effectLst/>
                <a:latin typeface="Lucida Sans"/>
              </a:rPr>
              <a:t>:</a:t>
            </a:r>
            <a:r>
              <a:rPr lang="en-US" b="1" dirty="0">
                <a:solidFill>
                  <a:srgbClr val="333333"/>
                </a:solidFill>
                <a:latin typeface="Lucida Sans"/>
                <a:ea typeface="+mj-lt"/>
                <a:cs typeface="+mj-lt"/>
              </a:rPr>
              <a:t> </a:t>
            </a:r>
            <a:br>
              <a:rPr lang="en-US" b="1" dirty="0">
                <a:solidFill>
                  <a:srgbClr val="333333"/>
                </a:solidFill>
                <a:latin typeface="Lucida Sans"/>
                <a:ea typeface="+mj-lt"/>
                <a:cs typeface="+mj-lt"/>
              </a:rPr>
            </a:br>
            <a:r>
              <a:rPr lang="en-US" b="1" dirty="0">
                <a:latin typeface="Lucida Sans"/>
                <a:ea typeface="+mj-lt"/>
                <a:cs typeface="+mj-lt"/>
              </a:rPr>
              <a:t>Embedded Systems</a:t>
            </a:r>
          </a:p>
        </p:txBody>
      </p:sp>
      <p:sp>
        <p:nvSpPr>
          <p:cNvPr id="3" name="Subtitle 2"/>
          <p:cNvSpPr>
            <a:spLocks noGrp="1"/>
          </p:cNvSpPr>
          <p:nvPr>
            <p:ph type="subTitle" idx="1"/>
          </p:nvPr>
        </p:nvSpPr>
        <p:spPr/>
        <p:txBody>
          <a:bodyPr vert="horz" lIns="91440" tIns="45720" rIns="91440" bIns="45720" rtlCol="0" anchor="t">
            <a:normAutofit/>
          </a:bodyPr>
          <a:lstStyle/>
          <a:p>
            <a:r>
              <a:rPr lang="en-US" sz="4400" dirty="0">
                <a:solidFill>
                  <a:srgbClr val="2767FF"/>
                </a:solidFill>
                <a:latin typeface="Lucida Sans"/>
              </a:rPr>
              <a:t>A practical session on how to do binary reverse engineering</a:t>
            </a:r>
          </a:p>
        </p:txBody>
      </p:sp>
    </p:spTree>
    <p:extLst>
      <p:ext uri="{BB962C8B-B14F-4D97-AF65-F5344CB8AC3E}">
        <p14:creationId xmlns:p14="http://schemas.microsoft.com/office/powerpoint/2010/main" val="2658702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798A1-8E66-F36C-A1CB-5F178F8BDE36}"/>
              </a:ext>
            </a:extLst>
          </p:cNvPr>
          <p:cNvSpPr>
            <a:spLocks noGrp="1"/>
          </p:cNvSpPr>
          <p:nvPr>
            <p:ph type="title"/>
          </p:nvPr>
        </p:nvSpPr>
        <p:spPr/>
        <p:txBody>
          <a:bodyPr/>
          <a:lstStyle/>
          <a:p>
            <a:r>
              <a:rPr lang="en-US" dirty="0"/>
              <a:t>Why we are learning security </a:t>
            </a:r>
          </a:p>
        </p:txBody>
      </p:sp>
      <p:sp>
        <p:nvSpPr>
          <p:cNvPr id="3" name="Content Placeholder 2">
            <a:extLst>
              <a:ext uri="{FF2B5EF4-FFF2-40B4-BE49-F238E27FC236}">
                <a16:creationId xmlns:a16="http://schemas.microsoft.com/office/drawing/2014/main" id="{C74129EE-7619-0BF6-0919-58F4ED74152A}"/>
              </a:ext>
            </a:extLst>
          </p:cNvPr>
          <p:cNvSpPr>
            <a:spLocks noGrp="1"/>
          </p:cNvSpPr>
          <p:nvPr>
            <p:ph idx="1"/>
          </p:nvPr>
        </p:nvSpPr>
        <p:spPr/>
        <p:txBody>
          <a:bodyPr/>
          <a:lstStyle/>
          <a:p>
            <a:r>
              <a:rPr lang="en-US" dirty="0"/>
              <a:t>Modern life is device dependent, and their security is critical! </a:t>
            </a:r>
          </a:p>
          <a:p>
            <a:r>
              <a:rPr lang="en-US" dirty="0"/>
              <a:t>There is a shortage of skilled workforce in cybersecurity</a:t>
            </a:r>
          </a:p>
          <a:p>
            <a:r>
              <a:rPr lang="en-US" dirty="0"/>
              <a:t>Security can be a way to improve the understanding of the design concept! </a:t>
            </a:r>
          </a:p>
          <a:p>
            <a:r>
              <a:rPr lang="en-US" dirty="0"/>
              <a:t>Why not use revise our design topics by applying them to implement security concepts</a:t>
            </a:r>
          </a:p>
        </p:txBody>
      </p:sp>
    </p:spTree>
    <p:extLst>
      <p:ext uri="{BB962C8B-B14F-4D97-AF65-F5344CB8AC3E}">
        <p14:creationId xmlns:p14="http://schemas.microsoft.com/office/powerpoint/2010/main" val="439796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Overview</a:t>
            </a:r>
            <a:endParaRPr lang="en" dirty="0">
              <a:latin typeface="Lucida Sans" panose="020B0602030504020204" pitchFamily="34" charset="0"/>
            </a:endParaRPr>
          </a:p>
        </p:txBody>
      </p:sp>
      <p:sp>
        <p:nvSpPr>
          <p:cNvPr id="68" name="Google Shape;68;p14"/>
          <p:cNvSpPr txBox="1">
            <a:spLocks noGrp="1"/>
          </p:cNvSpPr>
          <p:nvPr>
            <p:ph type="body" idx="1"/>
          </p:nvPr>
        </p:nvSpPr>
        <p:spPr>
          <a:xfrm>
            <a:off x="415600" y="779890"/>
            <a:ext cx="8869244" cy="5407200"/>
          </a:xfrm>
          <a:prstGeom prst="rect">
            <a:avLst/>
          </a:prstGeom>
        </p:spPr>
        <p:txBody>
          <a:bodyPr spcFirstLastPara="1" vert="horz" wrap="square" lIns="121900" tIns="121900" rIns="121900" bIns="121900" rtlCol="0" anchor="t" anchorCtr="0">
            <a:noAutofit/>
          </a:bodyPr>
          <a:lstStyle/>
          <a:p>
            <a:pPr marL="608965" indent="-456565">
              <a:spcBef>
                <a:spcPts val="640"/>
              </a:spcBef>
            </a:pPr>
            <a:r>
              <a:rPr lang="en" dirty="0">
                <a:latin typeface="Lucida Sans"/>
                <a:cs typeface="Times New Roman"/>
              </a:rPr>
              <a:t>What is Bitstream/Binary/Software Reverse Engineering(RE)?</a:t>
            </a:r>
            <a:endParaRPr lang="en"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dirty="0">
                <a:latin typeface="Lucida Sans"/>
                <a:cs typeface="Times New Roman"/>
              </a:rPr>
              <a:t>Motivation</a:t>
            </a:r>
            <a:endParaRPr lang="en"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dirty="0">
                <a:latin typeface="Lucida Sans"/>
                <a:cs typeface="Times New Roman"/>
              </a:rPr>
              <a:t>Systematic way of doing RE</a:t>
            </a:r>
            <a:endParaRPr lang="en"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dirty="0">
                <a:latin typeface="Lucida Sans"/>
                <a:cs typeface="Times New Roman"/>
              </a:rPr>
              <a:t>Our goal</a:t>
            </a:r>
            <a:endParaRPr lang="en"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dirty="0">
                <a:latin typeface="Lucida Sans"/>
                <a:cs typeface="Times New Roman"/>
              </a:rPr>
              <a:t>Intro to 8051 ISA</a:t>
            </a:r>
          </a:p>
          <a:p>
            <a:pPr marL="608965" indent="-456565">
              <a:spcBef>
                <a:spcPts val="640"/>
              </a:spcBef>
              <a:buClr>
                <a:srgbClr val="262626"/>
              </a:buClr>
            </a:pPr>
            <a:r>
              <a:rPr lang="en" dirty="0">
                <a:latin typeface="Lucida Sans"/>
                <a:cs typeface="Times New Roman"/>
              </a:rPr>
              <a:t>Intro to KEIL</a:t>
            </a:r>
            <a:endParaRPr lang="en"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dirty="0">
                <a:latin typeface="Lucida Sans"/>
                <a:cs typeface="Times New Roman"/>
              </a:rPr>
              <a:t>Example</a:t>
            </a:r>
            <a:endParaRPr lang="en"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dirty="0">
                <a:latin typeface="Lucida Sans"/>
                <a:cs typeface="Times New Roman"/>
              </a:rPr>
              <a:t>Assignment :')</a:t>
            </a:r>
            <a:endParaRPr lang="en" dirty="0">
              <a:latin typeface="Lucida Sans" panose="020B0602030504020204" pitchFamily="34" charset="0"/>
              <a:cs typeface="Times New Roman" panose="02020603050405020304" pitchFamily="18" charset="0"/>
            </a:endParaRPr>
          </a:p>
          <a:p>
            <a:pPr marL="457200" indent="-457200">
              <a:spcAft>
                <a:spcPts val="2133"/>
              </a:spcAft>
            </a:pPr>
            <a:endParaRPr lang="en-US" dirty="0">
              <a:latin typeface="Lucida Sans" panose="020B0602030504020204" pitchFamily="34" charset="0"/>
              <a:cs typeface="Times New Roman" panose="02020603050405020304" pitchFamily="18" charset="0"/>
            </a:endParaRPr>
          </a:p>
        </p:txBody>
      </p:sp>
    </p:spTree>
    <p:extLst>
      <p:ext uri="{BB962C8B-B14F-4D97-AF65-F5344CB8AC3E}">
        <p14:creationId xmlns:p14="http://schemas.microsoft.com/office/powerpoint/2010/main" val="149638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Introduction</a:t>
            </a:r>
            <a:endParaRPr dirty="0">
              <a:latin typeface="Lucida Sans" panose="020B0602030504020204" pitchFamily="34" charset="0"/>
            </a:endParaRPr>
          </a:p>
        </p:txBody>
      </p:sp>
      <p:sp>
        <p:nvSpPr>
          <p:cNvPr id="4" name="Rectangle 3">
            <a:extLst>
              <a:ext uri="{FF2B5EF4-FFF2-40B4-BE49-F238E27FC236}">
                <a16:creationId xmlns:a16="http://schemas.microsoft.com/office/drawing/2014/main" id="{BAAC7EBC-D3D1-053B-87AF-2B04DE92026E}"/>
              </a:ext>
            </a:extLst>
          </p:cNvPr>
          <p:cNvSpPr/>
          <p:nvPr/>
        </p:nvSpPr>
        <p:spPr>
          <a:xfrm>
            <a:off x="882315" y="2697079"/>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Pre-process</a:t>
            </a:r>
            <a:endParaRPr lang="en-US">
              <a:latin typeface="Lucida Sans"/>
            </a:endParaRPr>
          </a:p>
        </p:txBody>
      </p:sp>
      <p:sp>
        <p:nvSpPr>
          <p:cNvPr id="5" name="Rectangle 4">
            <a:extLst>
              <a:ext uri="{FF2B5EF4-FFF2-40B4-BE49-F238E27FC236}">
                <a16:creationId xmlns:a16="http://schemas.microsoft.com/office/drawing/2014/main" id="{2B91F1C4-90C7-B1F7-3756-C60C52829CAA}"/>
              </a:ext>
            </a:extLst>
          </p:cNvPr>
          <p:cNvSpPr/>
          <p:nvPr/>
        </p:nvSpPr>
        <p:spPr>
          <a:xfrm>
            <a:off x="882315" y="3459078"/>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Compile</a:t>
            </a:r>
            <a:endParaRPr lang="en-US">
              <a:latin typeface="Lucida Sans"/>
            </a:endParaRPr>
          </a:p>
        </p:txBody>
      </p:sp>
      <p:sp>
        <p:nvSpPr>
          <p:cNvPr id="6" name="Rectangle 5">
            <a:extLst>
              <a:ext uri="{FF2B5EF4-FFF2-40B4-BE49-F238E27FC236}">
                <a16:creationId xmlns:a16="http://schemas.microsoft.com/office/drawing/2014/main" id="{C8E8433A-F35F-BCF2-1713-9465243FF36B}"/>
              </a:ext>
            </a:extLst>
          </p:cNvPr>
          <p:cNvSpPr/>
          <p:nvPr/>
        </p:nvSpPr>
        <p:spPr>
          <a:xfrm>
            <a:off x="882315" y="4221078"/>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Assembler</a:t>
            </a:r>
            <a:endParaRPr lang="en-US">
              <a:latin typeface="Lucida Sans"/>
            </a:endParaRPr>
          </a:p>
        </p:txBody>
      </p:sp>
      <p:sp>
        <p:nvSpPr>
          <p:cNvPr id="7" name="Rectangle 6">
            <a:extLst>
              <a:ext uri="{FF2B5EF4-FFF2-40B4-BE49-F238E27FC236}">
                <a16:creationId xmlns:a16="http://schemas.microsoft.com/office/drawing/2014/main" id="{E4738BB5-62E0-AA5B-AFC9-86B8EEDA793E}"/>
              </a:ext>
            </a:extLst>
          </p:cNvPr>
          <p:cNvSpPr/>
          <p:nvPr/>
        </p:nvSpPr>
        <p:spPr>
          <a:xfrm>
            <a:off x="882315" y="4983078"/>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Loader</a:t>
            </a:r>
            <a:endParaRPr lang="en-US">
              <a:latin typeface="Lucida Sans"/>
            </a:endParaRPr>
          </a:p>
        </p:txBody>
      </p:sp>
      <p:sp>
        <p:nvSpPr>
          <p:cNvPr id="8" name="Flowchart: Multidocument 7">
            <a:extLst>
              <a:ext uri="{FF2B5EF4-FFF2-40B4-BE49-F238E27FC236}">
                <a16:creationId xmlns:a16="http://schemas.microsoft.com/office/drawing/2014/main" id="{CC383F57-BA03-D877-8754-6537E51AE736}"/>
              </a:ext>
            </a:extLst>
          </p:cNvPr>
          <p:cNvSpPr/>
          <p:nvPr/>
        </p:nvSpPr>
        <p:spPr>
          <a:xfrm>
            <a:off x="882315" y="1203158"/>
            <a:ext cx="1664368" cy="1223209"/>
          </a:xfrm>
          <a:prstGeom prst="flowChartMultidocumen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Lucida Sans"/>
                <a:cs typeface="Arial"/>
              </a:rPr>
              <a:t>Skeletal Source Program</a:t>
            </a:r>
            <a:endParaRPr lang="en-US">
              <a:solidFill>
                <a:schemeClr val="tx1"/>
              </a:solidFill>
              <a:latin typeface="Lucida Sans"/>
            </a:endParaRPr>
          </a:p>
        </p:txBody>
      </p:sp>
      <p:sp>
        <p:nvSpPr>
          <p:cNvPr id="9" name="Flowchart: Magnetic Disk 8">
            <a:extLst>
              <a:ext uri="{FF2B5EF4-FFF2-40B4-BE49-F238E27FC236}">
                <a16:creationId xmlns:a16="http://schemas.microsoft.com/office/drawing/2014/main" id="{E8B7E770-F05B-24BA-269E-0758CDD17CF0}"/>
              </a:ext>
            </a:extLst>
          </p:cNvPr>
          <p:cNvSpPr/>
          <p:nvPr/>
        </p:nvSpPr>
        <p:spPr>
          <a:xfrm>
            <a:off x="882316" y="5785184"/>
            <a:ext cx="1664367" cy="691815"/>
          </a:xfrm>
          <a:prstGeom prst="flowChartMagneticDisk">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Lucida Sans"/>
                <a:cs typeface="Arial"/>
              </a:rPr>
              <a:t>Machine Code</a:t>
            </a:r>
          </a:p>
        </p:txBody>
      </p:sp>
      <p:cxnSp>
        <p:nvCxnSpPr>
          <p:cNvPr id="10" name="Straight Arrow Connector 9">
            <a:extLst>
              <a:ext uri="{FF2B5EF4-FFF2-40B4-BE49-F238E27FC236}">
                <a16:creationId xmlns:a16="http://schemas.microsoft.com/office/drawing/2014/main" id="{894FA693-0458-E768-4652-34D25BEB1CB8}"/>
              </a:ext>
            </a:extLst>
          </p:cNvPr>
          <p:cNvCxnSpPr/>
          <p:nvPr/>
        </p:nvCxnSpPr>
        <p:spPr>
          <a:xfrm>
            <a:off x="1712749" y="2315501"/>
            <a:ext cx="516" cy="3809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D117CBC4-9C6A-0040-6200-389F0DDCBC26}"/>
              </a:ext>
            </a:extLst>
          </p:cNvPr>
          <p:cNvCxnSpPr>
            <a:cxnSpLocks/>
          </p:cNvCxnSpPr>
          <p:nvPr/>
        </p:nvCxnSpPr>
        <p:spPr>
          <a:xfrm>
            <a:off x="1710057" y="3249565"/>
            <a:ext cx="457" cy="2198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2BE87D3B-FCDA-FFE9-873E-30763B9D1A6F}"/>
              </a:ext>
            </a:extLst>
          </p:cNvPr>
          <p:cNvCxnSpPr>
            <a:cxnSpLocks/>
          </p:cNvCxnSpPr>
          <p:nvPr/>
        </p:nvCxnSpPr>
        <p:spPr>
          <a:xfrm>
            <a:off x="1714337" y="4003003"/>
            <a:ext cx="457" cy="2198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4A55D37D-E3F5-B405-D3B6-2A12E3365242}"/>
              </a:ext>
            </a:extLst>
          </p:cNvPr>
          <p:cNvCxnSpPr>
            <a:cxnSpLocks/>
          </p:cNvCxnSpPr>
          <p:nvPr/>
        </p:nvCxnSpPr>
        <p:spPr>
          <a:xfrm>
            <a:off x="1710055" y="4765002"/>
            <a:ext cx="457" cy="2198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906446DD-149B-BD11-24E4-5CBB534F2CD1}"/>
              </a:ext>
            </a:extLst>
          </p:cNvPr>
          <p:cNvCxnSpPr>
            <a:cxnSpLocks/>
          </p:cNvCxnSpPr>
          <p:nvPr/>
        </p:nvCxnSpPr>
        <p:spPr>
          <a:xfrm>
            <a:off x="1714335" y="5565529"/>
            <a:ext cx="457" cy="2198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9" name="Speech Bubble: Oval 28">
            <a:extLst>
              <a:ext uri="{FF2B5EF4-FFF2-40B4-BE49-F238E27FC236}">
                <a16:creationId xmlns:a16="http://schemas.microsoft.com/office/drawing/2014/main" id="{318974E3-73E0-0347-3AA4-62AB1FCAC33C}"/>
              </a:ext>
            </a:extLst>
          </p:cNvPr>
          <p:cNvSpPr/>
          <p:nvPr/>
        </p:nvSpPr>
        <p:spPr>
          <a:xfrm>
            <a:off x="419755" y="3491914"/>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3</a:t>
            </a:r>
          </a:p>
        </p:txBody>
      </p:sp>
      <p:sp>
        <p:nvSpPr>
          <p:cNvPr id="30" name="Speech Bubble: Oval 29">
            <a:extLst>
              <a:ext uri="{FF2B5EF4-FFF2-40B4-BE49-F238E27FC236}">
                <a16:creationId xmlns:a16="http://schemas.microsoft.com/office/drawing/2014/main" id="{34A6D70F-4466-B645-E3C4-574EA80D076A}"/>
              </a:ext>
            </a:extLst>
          </p:cNvPr>
          <p:cNvSpPr/>
          <p:nvPr/>
        </p:nvSpPr>
        <p:spPr>
          <a:xfrm>
            <a:off x="419755" y="1196017"/>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1</a:t>
            </a:r>
          </a:p>
        </p:txBody>
      </p:sp>
      <p:sp>
        <p:nvSpPr>
          <p:cNvPr id="31" name="Speech Bubble: Oval 30">
            <a:extLst>
              <a:ext uri="{FF2B5EF4-FFF2-40B4-BE49-F238E27FC236}">
                <a16:creationId xmlns:a16="http://schemas.microsoft.com/office/drawing/2014/main" id="{03D86F53-37AE-DB13-1663-E9AE47B39F77}"/>
              </a:ext>
            </a:extLst>
          </p:cNvPr>
          <p:cNvSpPr/>
          <p:nvPr/>
        </p:nvSpPr>
        <p:spPr>
          <a:xfrm>
            <a:off x="419755" y="2710120"/>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2</a:t>
            </a:r>
          </a:p>
        </p:txBody>
      </p:sp>
      <p:sp>
        <p:nvSpPr>
          <p:cNvPr id="32" name="Speech Bubble: Oval 31">
            <a:extLst>
              <a:ext uri="{FF2B5EF4-FFF2-40B4-BE49-F238E27FC236}">
                <a16:creationId xmlns:a16="http://schemas.microsoft.com/office/drawing/2014/main" id="{30A1AAE9-49DE-D3F4-F4FB-C06A6D2409CE}"/>
              </a:ext>
            </a:extLst>
          </p:cNvPr>
          <p:cNvSpPr/>
          <p:nvPr/>
        </p:nvSpPr>
        <p:spPr>
          <a:xfrm>
            <a:off x="419755" y="4224225"/>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4</a:t>
            </a:r>
          </a:p>
        </p:txBody>
      </p:sp>
      <p:sp>
        <p:nvSpPr>
          <p:cNvPr id="33" name="Speech Bubble: Oval 32">
            <a:extLst>
              <a:ext uri="{FF2B5EF4-FFF2-40B4-BE49-F238E27FC236}">
                <a16:creationId xmlns:a16="http://schemas.microsoft.com/office/drawing/2014/main" id="{33DBE46F-145C-8223-A7A4-50AC347D6318}"/>
              </a:ext>
            </a:extLst>
          </p:cNvPr>
          <p:cNvSpPr/>
          <p:nvPr/>
        </p:nvSpPr>
        <p:spPr>
          <a:xfrm>
            <a:off x="419755" y="4976328"/>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5</a:t>
            </a:r>
          </a:p>
        </p:txBody>
      </p:sp>
      <p:sp>
        <p:nvSpPr>
          <p:cNvPr id="34" name="Speech Bubble: Oval 33">
            <a:extLst>
              <a:ext uri="{FF2B5EF4-FFF2-40B4-BE49-F238E27FC236}">
                <a16:creationId xmlns:a16="http://schemas.microsoft.com/office/drawing/2014/main" id="{18172DA1-1D80-39D4-A0CE-9C0ED9879346}"/>
              </a:ext>
            </a:extLst>
          </p:cNvPr>
          <p:cNvSpPr/>
          <p:nvPr/>
        </p:nvSpPr>
        <p:spPr>
          <a:xfrm>
            <a:off x="419755" y="5876873"/>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6</a:t>
            </a:r>
          </a:p>
        </p:txBody>
      </p:sp>
      <p:grpSp>
        <p:nvGrpSpPr>
          <p:cNvPr id="43" name="Group 42">
            <a:extLst>
              <a:ext uri="{FF2B5EF4-FFF2-40B4-BE49-F238E27FC236}">
                <a16:creationId xmlns:a16="http://schemas.microsoft.com/office/drawing/2014/main" id="{D3B804F3-695D-1F76-BD00-000DD3BD0632}"/>
              </a:ext>
            </a:extLst>
          </p:cNvPr>
          <p:cNvGrpSpPr/>
          <p:nvPr/>
        </p:nvGrpSpPr>
        <p:grpSpPr>
          <a:xfrm>
            <a:off x="8888262" y="1097054"/>
            <a:ext cx="2130219" cy="5280984"/>
            <a:chOff x="8888262" y="1166327"/>
            <a:chExt cx="2130219" cy="5280984"/>
          </a:xfrm>
        </p:grpSpPr>
        <p:sp>
          <p:nvSpPr>
            <p:cNvPr id="11" name="Rectangle 10">
              <a:extLst>
                <a:ext uri="{FF2B5EF4-FFF2-40B4-BE49-F238E27FC236}">
                  <a16:creationId xmlns:a16="http://schemas.microsoft.com/office/drawing/2014/main" id="{3D721E7A-B6B2-3B4F-9EC7-6C53E69B631A}"/>
                </a:ext>
              </a:extLst>
            </p:cNvPr>
            <p:cNvSpPr/>
            <p:nvPr/>
          </p:nvSpPr>
          <p:spPr>
            <a:xfrm>
              <a:off x="8888262" y="2667391"/>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Pre-process</a:t>
              </a:r>
              <a:endParaRPr lang="en-US">
                <a:latin typeface="Lucida Sans"/>
              </a:endParaRPr>
            </a:p>
          </p:txBody>
        </p:sp>
        <p:sp>
          <p:nvSpPr>
            <p:cNvPr id="12" name="Rectangle 11">
              <a:extLst>
                <a:ext uri="{FF2B5EF4-FFF2-40B4-BE49-F238E27FC236}">
                  <a16:creationId xmlns:a16="http://schemas.microsoft.com/office/drawing/2014/main" id="{22EDCAB5-0805-4588-7B8F-CBCD150CDBF4}"/>
                </a:ext>
              </a:extLst>
            </p:cNvPr>
            <p:cNvSpPr/>
            <p:nvPr/>
          </p:nvSpPr>
          <p:spPr>
            <a:xfrm>
              <a:off x="8888262" y="3429390"/>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Compile</a:t>
              </a:r>
              <a:endParaRPr lang="en-US">
                <a:latin typeface="Lucida Sans"/>
              </a:endParaRPr>
            </a:p>
          </p:txBody>
        </p:sp>
        <p:sp>
          <p:nvSpPr>
            <p:cNvPr id="13" name="Rectangle 12">
              <a:extLst>
                <a:ext uri="{FF2B5EF4-FFF2-40B4-BE49-F238E27FC236}">
                  <a16:creationId xmlns:a16="http://schemas.microsoft.com/office/drawing/2014/main" id="{0529E715-4EFD-F18A-FBF5-5552DC949642}"/>
                </a:ext>
              </a:extLst>
            </p:cNvPr>
            <p:cNvSpPr/>
            <p:nvPr/>
          </p:nvSpPr>
          <p:spPr>
            <a:xfrm>
              <a:off x="8888262" y="4191390"/>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Assembler</a:t>
              </a:r>
              <a:endParaRPr lang="en-US">
                <a:latin typeface="Lucida Sans"/>
              </a:endParaRPr>
            </a:p>
          </p:txBody>
        </p:sp>
        <p:sp>
          <p:nvSpPr>
            <p:cNvPr id="14" name="Rectangle 13">
              <a:extLst>
                <a:ext uri="{FF2B5EF4-FFF2-40B4-BE49-F238E27FC236}">
                  <a16:creationId xmlns:a16="http://schemas.microsoft.com/office/drawing/2014/main" id="{FB824575-2B49-0811-E918-C81D90C21A5B}"/>
                </a:ext>
              </a:extLst>
            </p:cNvPr>
            <p:cNvSpPr/>
            <p:nvPr/>
          </p:nvSpPr>
          <p:spPr>
            <a:xfrm>
              <a:off x="8888262" y="4953390"/>
              <a:ext cx="1664368" cy="551447"/>
            </a:xfrm>
            <a:prstGeom prst="rect">
              <a:avLst/>
            </a:prstGeom>
            <a:solidFill>
              <a:schemeClr val="bg2"/>
            </a:solidFill>
          </p:spPr>
          <p:style>
            <a:lnRef idx="1">
              <a:schemeClr val="dk1"/>
            </a:lnRef>
            <a:fillRef idx="2">
              <a:schemeClr val="dk1"/>
            </a:fillRef>
            <a:effectRef idx="1">
              <a:schemeClr val="dk1"/>
            </a:effectRef>
            <a:fontRef idx="minor">
              <a:schemeClr val="dk1"/>
            </a:fontRef>
          </p:style>
          <p:txBody>
            <a:bodyPr lIns="91440" tIns="45720" rIns="91440" bIns="45720" rtlCol="0" anchor="ctr"/>
            <a:lstStyle/>
            <a:p>
              <a:pPr algn="ctr"/>
              <a:r>
                <a:rPr lang="en-US" dirty="0">
                  <a:latin typeface="Lucida Sans"/>
                  <a:cs typeface="Arial"/>
                </a:rPr>
                <a:t>Loader</a:t>
              </a:r>
              <a:endParaRPr lang="en-US">
                <a:latin typeface="Lucida Sans"/>
              </a:endParaRPr>
            </a:p>
          </p:txBody>
        </p:sp>
        <p:sp>
          <p:nvSpPr>
            <p:cNvPr id="15" name="Flowchart: Multidocument 14">
              <a:extLst>
                <a:ext uri="{FF2B5EF4-FFF2-40B4-BE49-F238E27FC236}">
                  <a16:creationId xmlns:a16="http://schemas.microsoft.com/office/drawing/2014/main" id="{06E22A70-26E6-D198-7C34-228C35763CA2}"/>
                </a:ext>
              </a:extLst>
            </p:cNvPr>
            <p:cNvSpPr/>
            <p:nvPr/>
          </p:nvSpPr>
          <p:spPr>
            <a:xfrm>
              <a:off x="8888262" y="1173470"/>
              <a:ext cx="1664368" cy="1223209"/>
            </a:xfrm>
            <a:prstGeom prst="flowChartMultidocumen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Lucida Sans"/>
                  <a:cs typeface="Arial"/>
                </a:rPr>
                <a:t>Skeletal Source Program</a:t>
              </a:r>
              <a:endParaRPr lang="en-US">
                <a:solidFill>
                  <a:schemeClr val="tx1"/>
                </a:solidFill>
                <a:latin typeface="Lucida Sans"/>
              </a:endParaRPr>
            </a:p>
          </p:txBody>
        </p:sp>
        <p:sp>
          <p:nvSpPr>
            <p:cNvPr id="16" name="Flowchart: Magnetic Disk 15">
              <a:extLst>
                <a:ext uri="{FF2B5EF4-FFF2-40B4-BE49-F238E27FC236}">
                  <a16:creationId xmlns:a16="http://schemas.microsoft.com/office/drawing/2014/main" id="{3C0397DD-5B95-B835-1ACD-D9453F6F0A83}"/>
                </a:ext>
              </a:extLst>
            </p:cNvPr>
            <p:cNvSpPr/>
            <p:nvPr/>
          </p:nvSpPr>
          <p:spPr>
            <a:xfrm>
              <a:off x="8888263" y="5755496"/>
              <a:ext cx="1664367" cy="691815"/>
            </a:xfrm>
            <a:prstGeom prst="flowChartMagneticDisk">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Lucida Sans"/>
                  <a:cs typeface="Arial"/>
                </a:rPr>
                <a:t>Machine Code</a:t>
              </a:r>
            </a:p>
          </p:txBody>
        </p:sp>
        <p:cxnSp>
          <p:nvCxnSpPr>
            <p:cNvPr id="22" name="Straight Arrow Connector 21">
              <a:extLst>
                <a:ext uri="{FF2B5EF4-FFF2-40B4-BE49-F238E27FC236}">
                  <a16:creationId xmlns:a16="http://schemas.microsoft.com/office/drawing/2014/main" id="{4F7A9EB5-99CB-2246-B41A-7433BFA9C58B}"/>
                </a:ext>
              </a:extLst>
            </p:cNvPr>
            <p:cNvCxnSpPr>
              <a:cxnSpLocks/>
            </p:cNvCxnSpPr>
            <p:nvPr/>
          </p:nvCxnSpPr>
          <p:spPr>
            <a:xfrm flipV="1">
              <a:off x="9756887" y="3222135"/>
              <a:ext cx="457" cy="2390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309C559E-0806-09EC-0D43-6FAA233ACE7A}"/>
                </a:ext>
              </a:extLst>
            </p:cNvPr>
            <p:cNvCxnSpPr>
              <a:cxnSpLocks/>
            </p:cNvCxnSpPr>
            <p:nvPr/>
          </p:nvCxnSpPr>
          <p:spPr>
            <a:xfrm flipV="1">
              <a:off x="9756887" y="3984135"/>
              <a:ext cx="457" cy="2390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8298E2A1-723E-1A1B-934C-EE873B3D1B8B}"/>
                </a:ext>
              </a:extLst>
            </p:cNvPr>
            <p:cNvCxnSpPr>
              <a:cxnSpLocks/>
            </p:cNvCxnSpPr>
            <p:nvPr/>
          </p:nvCxnSpPr>
          <p:spPr>
            <a:xfrm flipV="1">
              <a:off x="9756887" y="4729747"/>
              <a:ext cx="457" cy="2390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14EBC341-DA59-89E2-394C-15B9B2CA3452}"/>
                </a:ext>
              </a:extLst>
            </p:cNvPr>
            <p:cNvCxnSpPr>
              <a:cxnSpLocks/>
            </p:cNvCxnSpPr>
            <p:nvPr/>
          </p:nvCxnSpPr>
          <p:spPr>
            <a:xfrm flipV="1">
              <a:off x="9756886" y="5516328"/>
              <a:ext cx="457" cy="2390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178BBC24-5B2D-2FCB-96C2-F7241B63799E}"/>
                </a:ext>
              </a:extLst>
            </p:cNvPr>
            <p:cNvCxnSpPr>
              <a:cxnSpLocks/>
            </p:cNvCxnSpPr>
            <p:nvPr/>
          </p:nvCxnSpPr>
          <p:spPr>
            <a:xfrm flipV="1">
              <a:off x="9756887" y="2255297"/>
              <a:ext cx="457" cy="4274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Speech Bubble: Oval 34">
              <a:extLst>
                <a:ext uri="{FF2B5EF4-FFF2-40B4-BE49-F238E27FC236}">
                  <a16:creationId xmlns:a16="http://schemas.microsoft.com/office/drawing/2014/main" id="{F5BF0927-1CD6-07F9-CFA2-1786059F9A50}"/>
                </a:ext>
              </a:extLst>
            </p:cNvPr>
            <p:cNvSpPr/>
            <p:nvPr/>
          </p:nvSpPr>
          <p:spPr>
            <a:xfrm>
              <a:off x="10612741" y="5847186"/>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1</a:t>
              </a:r>
            </a:p>
          </p:txBody>
        </p:sp>
        <p:sp>
          <p:nvSpPr>
            <p:cNvPr id="36" name="Speech Bubble: Oval 35">
              <a:extLst>
                <a:ext uri="{FF2B5EF4-FFF2-40B4-BE49-F238E27FC236}">
                  <a16:creationId xmlns:a16="http://schemas.microsoft.com/office/drawing/2014/main" id="{E52A21A2-2E3F-10EE-F037-2B35C8AC1372}"/>
                </a:ext>
              </a:extLst>
            </p:cNvPr>
            <p:cNvSpPr/>
            <p:nvPr/>
          </p:nvSpPr>
          <p:spPr>
            <a:xfrm>
              <a:off x="10612741" y="4956535"/>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2</a:t>
              </a:r>
            </a:p>
          </p:txBody>
        </p:sp>
        <p:sp>
          <p:nvSpPr>
            <p:cNvPr id="37" name="Speech Bubble: Oval 36">
              <a:extLst>
                <a:ext uri="{FF2B5EF4-FFF2-40B4-BE49-F238E27FC236}">
                  <a16:creationId xmlns:a16="http://schemas.microsoft.com/office/drawing/2014/main" id="{813B38A3-2E14-5F07-F3E9-E57D259BEF2A}"/>
                </a:ext>
              </a:extLst>
            </p:cNvPr>
            <p:cNvSpPr/>
            <p:nvPr/>
          </p:nvSpPr>
          <p:spPr>
            <a:xfrm>
              <a:off x="10612741" y="4184641"/>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3</a:t>
              </a:r>
            </a:p>
          </p:txBody>
        </p:sp>
        <p:sp>
          <p:nvSpPr>
            <p:cNvPr id="38" name="Speech Bubble: Oval 37">
              <a:extLst>
                <a:ext uri="{FF2B5EF4-FFF2-40B4-BE49-F238E27FC236}">
                  <a16:creationId xmlns:a16="http://schemas.microsoft.com/office/drawing/2014/main" id="{FD46722A-B8B1-8432-7B05-5C24210C8FBF}"/>
                </a:ext>
              </a:extLst>
            </p:cNvPr>
            <p:cNvSpPr/>
            <p:nvPr/>
          </p:nvSpPr>
          <p:spPr>
            <a:xfrm>
              <a:off x="10612741" y="3462225"/>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4</a:t>
              </a:r>
            </a:p>
          </p:txBody>
        </p:sp>
        <p:sp>
          <p:nvSpPr>
            <p:cNvPr id="39" name="Speech Bubble: Oval 38">
              <a:extLst>
                <a:ext uri="{FF2B5EF4-FFF2-40B4-BE49-F238E27FC236}">
                  <a16:creationId xmlns:a16="http://schemas.microsoft.com/office/drawing/2014/main" id="{A7606C6E-A64B-EE93-8AFA-1A3477BBDD3E}"/>
                </a:ext>
              </a:extLst>
            </p:cNvPr>
            <p:cNvSpPr/>
            <p:nvPr/>
          </p:nvSpPr>
          <p:spPr>
            <a:xfrm>
              <a:off x="10612741" y="2680432"/>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5</a:t>
              </a:r>
            </a:p>
          </p:txBody>
        </p:sp>
        <p:sp>
          <p:nvSpPr>
            <p:cNvPr id="40" name="Speech Bubble: Oval 39">
              <a:extLst>
                <a:ext uri="{FF2B5EF4-FFF2-40B4-BE49-F238E27FC236}">
                  <a16:creationId xmlns:a16="http://schemas.microsoft.com/office/drawing/2014/main" id="{A2733DF4-50BF-9D13-DACC-B4C3ACF2ED84}"/>
                </a:ext>
              </a:extLst>
            </p:cNvPr>
            <p:cNvSpPr/>
            <p:nvPr/>
          </p:nvSpPr>
          <p:spPr>
            <a:xfrm>
              <a:off x="10612741" y="1166327"/>
              <a:ext cx="405740" cy="296883"/>
            </a:xfrm>
            <a:prstGeom prst="wedgeEllipseCallout">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400" dirty="0">
                  <a:latin typeface="Lucida Sans"/>
                  <a:cs typeface="Arial"/>
                </a:rPr>
                <a:t>6</a:t>
              </a:r>
            </a:p>
          </p:txBody>
        </p:sp>
      </p:grpSp>
      <p:sp>
        <p:nvSpPr>
          <p:cNvPr id="41" name="Rectangle: Rounded Corners 40">
            <a:extLst>
              <a:ext uri="{FF2B5EF4-FFF2-40B4-BE49-F238E27FC236}">
                <a16:creationId xmlns:a16="http://schemas.microsoft.com/office/drawing/2014/main" id="{5B21E36E-D9C1-F7D6-0707-2A8C773057F1}"/>
              </a:ext>
            </a:extLst>
          </p:cNvPr>
          <p:cNvSpPr/>
          <p:nvPr/>
        </p:nvSpPr>
        <p:spPr>
          <a:xfrm>
            <a:off x="4215740" y="3047999"/>
            <a:ext cx="3443844" cy="40574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latin typeface="Lucida Sans"/>
                <a:cs typeface="Arial"/>
              </a:rPr>
              <a:t>Source Program</a:t>
            </a:r>
            <a:endParaRPr lang="en-US">
              <a:latin typeface="Lucida Sans"/>
            </a:endParaRPr>
          </a:p>
        </p:txBody>
      </p:sp>
      <p:sp>
        <p:nvSpPr>
          <p:cNvPr id="42" name="Rectangle: Rounded Corners 41">
            <a:extLst>
              <a:ext uri="{FF2B5EF4-FFF2-40B4-BE49-F238E27FC236}">
                <a16:creationId xmlns:a16="http://schemas.microsoft.com/office/drawing/2014/main" id="{7EA5CAB7-B4D1-EEBD-5EFC-10B1A2175D07}"/>
              </a:ext>
            </a:extLst>
          </p:cNvPr>
          <p:cNvSpPr/>
          <p:nvPr/>
        </p:nvSpPr>
        <p:spPr>
          <a:xfrm>
            <a:off x="4215740" y="3819895"/>
            <a:ext cx="3443844" cy="40574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latin typeface="Lucida Sans"/>
                <a:cs typeface="Arial"/>
              </a:rPr>
              <a:t>Target Assembly Program</a:t>
            </a:r>
            <a:endParaRPr lang="en-US">
              <a:latin typeface="Lucida Sans"/>
            </a:endParaRPr>
          </a:p>
        </p:txBody>
      </p:sp>
      <p:sp>
        <p:nvSpPr>
          <p:cNvPr id="44" name="Rectangle: Rounded Corners 43">
            <a:extLst>
              <a:ext uri="{FF2B5EF4-FFF2-40B4-BE49-F238E27FC236}">
                <a16:creationId xmlns:a16="http://schemas.microsoft.com/office/drawing/2014/main" id="{E56C72E9-A3A3-8D86-3E9B-660A123881E2}"/>
              </a:ext>
            </a:extLst>
          </p:cNvPr>
          <p:cNvSpPr/>
          <p:nvPr/>
        </p:nvSpPr>
        <p:spPr>
          <a:xfrm>
            <a:off x="4215740" y="4581895"/>
            <a:ext cx="3443844" cy="40574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latin typeface="Lucida Sans"/>
                <a:cs typeface="Arial"/>
              </a:rPr>
              <a:t>Relocatable Machine Code</a:t>
            </a:r>
            <a:endParaRPr lang="en-US">
              <a:latin typeface="Lucida Sans"/>
            </a:endParaRPr>
          </a:p>
        </p:txBody>
      </p:sp>
      <p:sp>
        <p:nvSpPr>
          <p:cNvPr id="45" name="Rectangle: Rounded Corners 44">
            <a:extLst>
              <a:ext uri="{FF2B5EF4-FFF2-40B4-BE49-F238E27FC236}">
                <a16:creationId xmlns:a16="http://schemas.microsoft.com/office/drawing/2014/main" id="{5949984E-C3AE-07FD-45FA-7BDD98098000}"/>
              </a:ext>
            </a:extLst>
          </p:cNvPr>
          <p:cNvSpPr/>
          <p:nvPr/>
        </p:nvSpPr>
        <p:spPr>
          <a:xfrm>
            <a:off x="4186052" y="5472544"/>
            <a:ext cx="3503220" cy="554181"/>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dirty="0">
                <a:latin typeface="Lucida Sans"/>
                <a:cs typeface="Arial"/>
              </a:rPr>
              <a:t>Library, Relocatable Object Files</a:t>
            </a:r>
            <a:endParaRPr lang="en-US">
              <a:latin typeface="Lucida Sans"/>
            </a:endParaRPr>
          </a:p>
        </p:txBody>
      </p:sp>
      <p:cxnSp>
        <p:nvCxnSpPr>
          <p:cNvPr id="46" name="Straight Arrow Connector 45">
            <a:extLst>
              <a:ext uri="{FF2B5EF4-FFF2-40B4-BE49-F238E27FC236}">
                <a16:creationId xmlns:a16="http://schemas.microsoft.com/office/drawing/2014/main" id="{6424A4C8-F05B-35EE-2BEC-CB731E9C5CF6}"/>
              </a:ext>
            </a:extLst>
          </p:cNvPr>
          <p:cNvCxnSpPr>
            <a:cxnSpLocks/>
          </p:cNvCxnSpPr>
          <p:nvPr/>
        </p:nvCxnSpPr>
        <p:spPr>
          <a:xfrm flipH="1" flipV="1">
            <a:off x="2544537" y="5328784"/>
            <a:ext cx="1642237" cy="4008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a:extLst>
              <a:ext uri="{FF2B5EF4-FFF2-40B4-BE49-F238E27FC236}">
                <a16:creationId xmlns:a16="http://schemas.microsoft.com/office/drawing/2014/main" id="{93E755B1-7BE6-2933-F2C4-7AEF32F9C112}"/>
              </a:ext>
            </a:extLst>
          </p:cNvPr>
          <p:cNvCxnSpPr>
            <a:cxnSpLocks/>
          </p:cNvCxnSpPr>
          <p:nvPr/>
        </p:nvCxnSpPr>
        <p:spPr>
          <a:xfrm flipV="1">
            <a:off x="7712943" y="5163791"/>
            <a:ext cx="1161772" cy="5260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9" name="Rectangle: Rounded Corners 48">
            <a:extLst>
              <a:ext uri="{FF2B5EF4-FFF2-40B4-BE49-F238E27FC236}">
                <a16:creationId xmlns:a16="http://schemas.microsoft.com/office/drawing/2014/main" id="{C72C7D1A-397B-4771-AAE8-ACA5FC6742D9}"/>
              </a:ext>
            </a:extLst>
          </p:cNvPr>
          <p:cNvSpPr/>
          <p:nvPr/>
        </p:nvSpPr>
        <p:spPr>
          <a:xfrm>
            <a:off x="4190010" y="1438893"/>
            <a:ext cx="3473532" cy="801583"/>
          </a:xfrm>
          <a:prstGeom prst="roundRect">
            <a:avLst/>
          </a:prstGeom>
          <a:solidFill>
            <a:schemeClr val="tx1"/>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b="1" dirty="0">
                <a:solidFill>
                  <a:srgbClr val="FFFFFF"/>
                </a:solidFill>
                <a:latin typeface="Lucida Sans"/>
                <a:cs typeface="Arial"/>
              </a:rPr>
              <a:t>Language Processing System</a:t>
            </a:r>
            <a:endParaRPr lang="en-US" b="1">
              <a:solidFill>
                <a:srgbClr val="FFFFFF"/>
              </a:solidFill>
              <a:latin typeface="Lucida Sans"/>
            </a:endParaRPr>
          </a:p>
        </p:txBody>
      </p:sp>
    </p:spTree>
    <p:extLst>
      <p:ext uri="{BB962C8B-B14F-4D97-AF65-F5344CB8AC3E}">
        <p14:creationId xmlns:p14="http://schemas.microsoft.com/office/powerpoint/2010/main" val="123478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49"/>
                                        </p:tgtEl>
                                        <p:attrNameLst>
                                          <p:attrName>style.visibility</p:attrName>
                                        </p:attrNameLst>
                                      </p:cBhvr>
                                      <p:to>
                                        <p:strVal val="visible"/>
                                      </p:to>
                                    </p:set>
                                    <p:anim calcmode="lin" valueType="num">
                                      <p:cBhvr additive="base">
                                        <p:cTn id="87" dur="500" fill="hold"/>
                                        <p:tgtEl>
                                          <p:spTgt spid="49"/>
                                        </p:tgtEl>
                                        <p:attrNameLst>
                                          <p:attrName>ppt_x</p:attrName>
                                        </p:attrNameLst>
                                      </p:cBhvr>
                                      <p:tavLst>
                                        <p:tav tm="0">
                                          <p:val>
                                            <p:strVal val="#ppt_x"/>
                                          </p:val>
                                        </p:tav>
                                        <p:tav tm="100000">
                                          <p:val>
                                            <p:strVal val="#ppt_x"/>
                                          </p:val>
                                        </p:tav>
                                      </p:tavLst>
                                    </p:anim>
                                    <p:anim calcmode="lin" valueType="num">
                                      <p:cBhvr additive="base">
                                        <p:cTn id="88"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29" grpId="0" animBg="1"/>
      <p:bldP spid="30" grpId="0" animBg="1"/>
      <p:bldP spid="31" grpId="0" animBg="1"/>
      <p:bldP spid="32" grpId="0" animBg="1"/>
      <p:bldP spid="33" grpId="0" animBg="1"/>
      <p:bldP spid="34" grpId="0" animBg="1"/>
      <p:bldP spid="41" grpId="0" animBg="1"/>
      <p:bldP spid="42" grpId="0" animBg="1"/>
      <p:bldP spid="44" grpId="0" animBg="1"/>
      <p:bldP spid="45"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ea typeface="+mj-lt"/>
                <a:cs typeface="+mj-lt"/>
              </a:rPr>
              <a:t>Bitstream/Binary/Software Rev. Eng.</a:t>
            </a:r>
            <a:endParaRPr lang="en" dirty="0">
              <a:solidFill>
                <a:schemeClr val="accent2"/>
              </a:solidFill>
              <a:latin typeface="Lucida Sans"/>
              <a:cs typeface="Arial" panose="020B0604020202020204"/>
            </a:endParaRPr>
          </a:p>
        </p:txBody>
      </p:sp>
      <p:sp>
        <p:nvSpPr>
          <p:cNvPr id="68" name="Google Shape;68;p14"/>
          <p:cNvSpPr txBox="1">
            <a:spLocks noGrp="1"/>
          </p:cNvSpPr>
          <p:nvPr>
            <p:ph type="body" idx="1"/>
          </p:nvPr>
        </p:nvSpPr>
        <p:spPr>
          <a:xfrm>
            <a:off x="415600" y="779890"/>
            <a:ext cx="5718376" cy="5842628"/>
          </a:xfrm>
          <a:prstGeom prst="rect">
            <a:avLst/>
          </a:prstGeom>
        </p:spPr>
        <p:txBody>
          <a:bodyPr spcFirstLastPara="1" vert="horz" wrap="square" lIns="121900" tIns="121900" rIns="121900" bIns="121900" rtlCol="0" anchor="t" anchorCtr="0">
            <a:noAutofit/>
          </a:bodyPr>
          <a:lstStyle/>
          <a:p>
            <a:pPr marL="608965" indent="-456565">
              <a:spcBef>
                <a:spcPts val="640"/>
              </a:spcBef>
            </a:pPr>
            <a:r>
              <a:rPr lang="en" sz="2600" dirty="0">
                <a:latin typeface="Lucida Sans"/>
                <a:cs typeface="Times New Roman"/>
              </a:rPr>
              <a:t>Understand the properties of machine code/object code.</a:t>
            </a:r>
            <a:endParaRPr lang="en" sz="2600"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sz="2600" dirty="0">
                <a:latin typeface="Lucida Sans"/>
                <a:cs typeface="Times New Roman"/>
              </a:rPr>
              <a:t>Each architecture has fixed set of opcode, operand and register naming.</a:t>
            </a:r>
            <a:endParaRPr lang="en" sz="2600"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sz="2600" dirty="0">
                <a:latin typeface="Lucida Sans"/>
                <a:cs typeface="Times New Roman"/>
              </a:rPr>
              <a:t>Can be Static or Dynamic.</a:t>
            </a:r>
            <a:endParaRPr lang="en" sz="2400" dirty="0">
              <a:latin typeface="Lucida Sans" panose="020B0602030504020204" pitchFamily="34" charset="0"/>
              <a:cs typeface="Times New Roman" panose="02020603050405020304" pitchFamily="18" charset="0"/>
            </a:endParaRPr>
          </a:p>
          <a:p>
            <a:pPr marL="608965" indent="-456565">
              <a:spcBef>
                <a:spcPts val="640"/>
              </a:spcBef>
              <a:buClr>
                <a:srgbClr val="262626"/>
              </a:buClr>
            </a:pPr>
            <a:endParaRPr lang="en" sz="2400" dirty="0">
              <a:latin typeface="Lucida Sans" panose="020B0602030504020204" pitchFamily="34" charset="0"/>
              <a:cs typeface="Times New Roman" panose="02020603050405020304" pitchFamily="18" charset="0"/>
            </a:endParaRPr>
          </a:p>
          <a:p>
            <a:pPr marL="457200" indent="-457200">
              <a:spcAft>
                <a:spcPts val="2133"/>
              </a:spcAft>
            </a:pPr>
            <a:endParaRPr lang="en-US" sz="2400" dirty="0">
              <a:latin typeface="Lucida Sans" panose="020B0602030504020204" pitchFamily="34" charset="0"/>
              <a:cs typeface="Times New Roman" panose="02020603050405020304" pitchFamily="18" charset="0"/>
            </a:endParaRPr>
          </a:p>
        </p:txBody>
      </p:sp>
      <p:grpSp>
        <p:nvGrpSpPr>
          <p:cNvPr id="4" name="Group 3">
            <a:extLst>
              <a:ext uri="{FF2B5EF4-FFF2-40B4-BE49-F238E27FC236}">
                <a16:creationId xmlns:a16="http://schemas.microsoft.com/office/drawing/2014/main" id="{C4E3189C-1E59-1971-4641-0EA52D3D1F16}"/>
              </a:ext>
            </a:extLst>
          </p:cNvPr>
          <p:cNvGrpSpPr/>
          <p:nvPr/>
        </p:nvGrpSpPr>
        <p:grpSpPr>
          <a:xfrm>
            <a:off x="7782296" y="1035012"/>
            <a:ext cx="3990109" cy="3067063"/>
            <a:chOff x="7782296" y="1035012"/>
            <a:chExt cx="3990109" cy="3067063"/>
          </a:xfrm>
        </p:grpSpPr>
        <p:pic>
          <p:nvPicPr>
            <p:cNvPr id="2" name="Picture 2" descr="Table&#10;&#10;Description automatically generated">
              <a:extLst>
                <a:ext uri="{FF2B5EF4-FFF2-40B4-BE49-F238E27FC236}">
                  <a16:creationId xmlns:a16="http://schemas.microsoft.com/office/drawing/2014/main" id="{9CD16F9C-CFB2-47DF-E753-F34D57FBB562}"/>
                </a:ext>
              </a:extLst>
            </p:cNvPr>
            <p:cNvPicPr>
              <a:picLocks noChangeAspect="1"/>
            </p:cNvPicPr>
            <p:nvPr/>
          </p:nvPicPr>
          <p:blipFill>
            <a:blip r:embed="rId3"/>
            <a:stretch>
              <a:fillRect/>
            </a:stretch>
          </p:blipFill>
          <p:spPr>
            <a:xfrm>
              <a:off x="7782296" y="2746030"/>
              <a:ext cx="3990109" cy="1356045"/>
            </a:xfrm>
            <a:prstGeom prst="rect">
              <a:avLst/>
            </a:prstGeom>
          </p:spPr>
        </p:pic>
        <p:pic>
          <p:nvPicPr>
            <p:cNvPr id="3" name="Picture 3" descr="Table&#10;&#10;Description automatically generated">
              <a:extLst>
                <a:ext uri="{FF2B5EF4-FFF2-40B4-BE49-F238E27FC236}">
                  <a16:creationId xmlns:a16="http://schemas.microsoft.com/office/drawing/2014/main" id="{B857B728-C332-E1B4-0631-0F9A338E9A21}"/>
                </a:ext>
              </a:extLst>
            </p:cNvPr>
            <p:cNvPicPr>
              <a:picLocks noChangeAspect="1"/>
            </p:cNvPicPr>
            <p:nvPr/>
          </p:nvPicPr>
          <p:blipFill>
            <a:blip r:embed="rId4"/>
            <a:stretch>
              <a:fillRect/>
            </a:stretch>
          </p:blipFill>
          <p:spPr>
            <a:xfrm>
              <a:off x="8405751" y="1035012"/>
              <a:ext cx="2743200" cy="1720183"/>
            </a:xfrm>
            <a:prstGeom prst="rect">
              <a:avLst/>
            </a:prstGeom>
          </p:spPr>
        </p:pic>
      </p:grpSp>
      <p:sp>
        <p:nvSpPr>
          <p:cNvPr id="7" name="TextBox 6">
            <a:extLst>
              <a:ext uri="{FF2B5EF4-FFF2-40B4-BE49-F238E27FC236}">
                <a16:creationId xmlns:a16="http://schemas.microsoft.com/office/drawing/2014/main" id="{012E897A-2C60-93FC-0268-59A7390A6A88}"/>
              </a:ext>
            </a:extLst>
          </p:cNvPr>
          <p:cNvSpPr txBox="1"/>
          <p:nvPr/>
        </p:nvSpPr>
        <p:spPr>
          <a:xfrm>
            <a:off x="8114804" y="4275117"/>
            <a:ext cx="333696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dirty="0">
                <a:latin typeface="Lucida Sans"/>
                <a:ea typeface="+mn-lt"/>
                <a:cs typeface="+mn-lt"/>
                <a:hlinkClick r:id="rId5"/>
              </a:rPr>
              <a:t>MicroController 4 All: Session 5 : 8051 Addressing Modes</a:t>
            </a:r>
            <a:endParaRPr lang="en-US" sz="800">
              <a:latin typeface="Lucida Sans"/>
              <a:cs typeface="Arial"/>
            </a:endParaRPr>
          </a:p>
        </p:txBody>
      </p:sp>
    </p:spTree>
    <p:extLst>
      <p:ext uri="{BB962C8B-B14F-4D97-AF65-F5344CB8AC3E}">
        <p14:creationId xmlns:p14="http://schemas.microsoft.com/office/powerpoint/2010/main" val="2501390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A0446-010F-D4D1-CAC8-D3BECBA7A2B8}"/>
              </a:ext>
            </a:extLst>
          </p:cNvPr>
          <p:cNvSpPr>
            <a:spLocks noGrp="1"/>
          </p:cNvSpPr>
          <p:nvPr>
            <p:ph type="title"/>
          </p:nvPr>
        </p:nvSpPr>
        <p:spPr/>
        <p:txBody>
          <a:bodyPr/>
          <a:lstStyle/>
          <a:p>
            <a:r>
              <a:rPr lang="en-US" dirty="0"/>
              <a:t>Why </a:t>
            </a:r>
            <a:r>
              <a:rPr lang="en" dirty="0">
                <a:latin typeface="Lucida Sans"/>
              </a:rPr>
              <a:t>Rev. Eng.</a:t>
            </a:r>
            <a:r>
              <a:rPr lang="en-US" dirty="0"/>
              <a:t> is helpful for Embedded System</a:t>
            </a:r>
          </a:p>
        </p:txBody>
      </p:sp>
      <p:sp>
        <p:nvSpPr>
          <p:cNvPr id="3" name="Text Placeholder 2">
            <a:extLst>
              <a:ext uri="{FF2B5EF4-FFF2-40B4-BE49-F238E27FC236}">
                <a16:creationId xmlns:a16="http://schemas.microsoft.com/office/drawing/2014/main" id="{A123B54A-E817-BB58-60E7-658FDF611844}"/>
              </a:ext>
            </a:extLst>
          </p:cNvPr>
          <p:cNvSpPr>
            <a:spLocks noGrp="1"/>
          </p:cNvSpPr>
          <p:nvPr>
            <p:ph type="body" idx="1"/>
          </p:nvPr>
        </p:nvSpPr>
        <p:spPr/>
        <p:txBody>
          <a:bodyPr/>
          <a:lstStyle/>
          <a:p>
            <a:r>
              <a:rPr lang="en-US" dirty="0"/>
              <a:t>RE requires investigation of the ISA to understand the structure of the binary </a:t>
            </a:r>
          </a:p>
          <a:p>
            <a:r>
              <a:rPr lang="en-US" dirty="0"/>
              <a:t>Requires analysis of the binary execution </a:t>
            </a:r>
          </a:p>
          <a:p>
            <a:r>
              <a:rPr lang="en-US" dirty="0"/>
              <a:t>Hence, performing RE will improve our understanding of the ISA, code compilation process, and code simulation  </a:t>
            </a:r>
          </a:p>
        </p:txBody>
      </p:sp>
    </p:spTree>
    <p:extLst>
      <p:ext uri="{BB962C8B-B14F-4D97-AF65-F5344CB8AC3E}">
        <p14:creationId xmlns:p14="http://schemas.microsoft.com/office/powerpoint/2010/main" val="1477670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Rev. Eng. </a:t>
            </a:r>
            <a:r>
              <a:rPr lang="en-US" dirty="0">
                <a:latin typeface="Lucida Sans"/>
              </a:rPr>
              <a:t>For Cybersecurity </a:t>
            </a:r>
            <a:r>
              <a:rPr lang="en" dirty="0">
                <a:latin typeface="Lucida Sans"/>
              </a:rPr>
              <a:t>?</a:t>
            </a:r>
            <a:endParaRPr lang="en" dirty="0">
              <a:latin typeface="Lucida Sans" panose="020B0602030504020204" pitchFamily="34" charset="0"/>
            </a:endParaRPr>
          </a:p>
        </p:txBody>
      </p:sp>
      <p:sp>
        <p:nvSpPr>
          <p:cNvPr id="68" name="Google Shape;68;p14"/>
          <p:cNvSpPr txBox="1">
            <a:spLocks noGrp="1"/>
          </p:cNvSpPr>
          <p:nvPr>
            <p:ph type="body" idx="1"/>
          </p:nvPr>
        </p:nvSpPr>
        <p:spPr>
          <a:xfrm>
            <a:off x="415600" y="779890"/>
            <a:ext cx="6553555" cy="5407200"/>
          </a:xfrm>
          <a:prstGeom prst="rect">
            <a:avLst/>
          </a:prstGeom>
        </p:spPr>
        <p:txBody>
          <a:bodyPr spcFirstLastPara="1" vert="horz" wrap="square" lIns="121900" tIns="121900" rIns="121900" bIns="121900" rtlCol="0" anchor="t" anchorCtr="0">
            <a:noAutofit/>
          </a:bodyPr>
          <a:lstStyle/>
          <a:p>
            <a:pPr marL="608965" indent="-456565">
              <a:spcBef>
                <a:spcPts val="640"/>
              </a:spcBef>
            </a:pPr>
            <a:r>
              <a:rPr lang="en" dirty="0">
                <a:latin typeface="Lucida Sans"/>
                <a:cs typeface="Times New Roman"/>
              </a:rPr>
              <a:t>Legitimate purposes</a:t>
            </a:r>
            <a:endParaRPr lang="en" dirty="0">
              <a:latin typeface="Lucida Sans" panose="020B0602030504020204" pitchFamily="34" charset="0"/>
              <a:cs typeface="Times New Roman" panose="02020603050405020304" pitchFamily="18" charset="0"/>
            </a:endParaRPr>
          </a:p>
          <a:p>
            <a:pPr marL="1218565" lvl="1" indent="-422910">
              <a:spcBef>
                <a:spcPts val="640"/>
              </a:spcBef>
              <a:buClr>
                <a:srgbClr val="262626"/>
              </a:buClr>
              <a:buSzPts val="1800"/>
            </a:pPr>
            <a:r>
              <a:rPr lang="en" dirty="0">
                <a:latin typeface="Lucida Sans"/>
                <a:cs typeface="Times New Roman"/>
              </a:rPr>
              <a:t>Understand the program</a:t>
            </a:r>
          </a:p>
          <a:p>
            <a:pPr marL="1218565" lvl="1" indent="-422910">
              <a:spcBef>
                <a:spcPts val="640"/>
              </a:spcBef>
              <a:buClr>
                <a:srgbClr val="262626"/>
              </a:buClr>
              <a:buSzPts val="1800"/>
            </a:pPr>
            <a:r>
              <a:rPr lang="en" dirty="0">
                <a:latin typeface="Lucida Sans"/>
                <a:cs typeface="Times New Roman"/>
              </a:rPr>
              <a:t>Identify vulnerabilities/weakness</a:t>
            </a:r>
          </a:p>
          <a:p>
            <a:pPr marL="1218565" lvl="1" indent="-422910">
              <a:spcBef>
                <a:spcPts val="640"/>
              </a:spcBef>
              <a:buClr>
                <a:srgbClr val="262626"/>
              </a:buClr>
            </a:pPr>
            <a:r>
              <a:rPr lang="en" dirty="0">
                <a:latin typeface="Lucida Sans"/>
                <a:cs typeface="Times New Roman"/>
              </a:rPr>
              <a:t>Analyze security vulnerabilities</a:t>
            </a:r>
          </a:p>
          <a:p>
            <a:pPr marL="608965" indent="-456565">
              <a:spcBef>
                <a:spcPts val="640"/>
              </a:spcBef>
              <a:buClr>
                <a:srgbClr val="262626"/>
              </a:buClr>
            </a:pPr>
            <a:r>
              <a:rPr lang="en" dirty="0">
                <a:latin typeface="Lucida Sans"/>
                <a:cs typeface="Times New Roman"/>
              </a:rPr>
              <a:t>Malicious purposes</a:t>
            </a:r>
          </a:p>
          <a:p>
            <a:pPr marL="1218565" lvl="1" indent="-422910">
              <a:spcBef>
                <a:spcPts val="640"/>
              </a:spcBef>
              <a:buClr>
                <a:srgbClr val="262626"/>
              </a:buClr>
            </a:pPr>
            <a:r>
              <a:rPr lang="en" dirty="0">
                <a:latin typeface="Lucida Sans"/>
                <a:cs typeface="Times New Roman"/>
              </a:rPr>
              <a:t>Unauthorized overproduction / IP piracy</a:t>
            </a:r>
            <a:endParaRPr lang="en">
              <a:latin typeface="Lucida Sans" panose="020B0602030504020204" pitchFamily="34" charset="0"/>
              <a:cs typeface="Times New Roman" panose="02020603050405020304" pitchFamily="18" charset="0"/>
            </a:endParaRPr>
          </a:p>
          <a:p>
            <a:pPr marL="1218565" lvl="1" indent="-422910">
              <a:spcBef>
                <a:spcPts val="640"/>
              </a:spcBef>
              <a:buClr>
                <a:srgbClr val="262626"/>
              </a:buClr>
            </a:pPr>
            <a:r>
              <a:rPr lang="en" dirty="0">
                <a:latin typeface="Lucida Sans"/>
                <a:cs typeface="Times New Roman"/>
              </a:rPr>
              <a:t>Develop malware / create malicious version</a:t>
            </a:r>
            <a:endParaRPr lang="en">
              <a:latin typeface="Lucida Sans" panose="020B0602030504020204" pitchFamily="34" charset="0"/>
              <a:cs typeface="Times New Roman" panose="02020603050405020304" pitchFamily="18" charset="0"/>
            </a:endParaRPr>
          </a:p>
          <a:p>
            <a:pPr marL="1218565" lvl="1" indent="-422910">
              <a:spcBef>
                <a:spcPts val="640"/>
              </a:spcBef>
              <a:buClr>
                <a:srgbClr val="262626"/>
              </a:buClr>
            </a:pPr>
            <a:r>
              <a:rPr lang="en" dirty="0">
                <a:latin typeface="Lucida Sans"/>
                <a:cs typeface="Times New Roman"/>
              </a:rPr>
              <a:t>Trojan insertion</a:t>
            </a:r>
            <a:endParaRPr lang="en">
              <a:latin typeface="Lucida Sans" panose="020B0602030504020204" pitchFamily="34" charset="0"/>
              <a:cs typeface="Times New Roman" panose="02020603050405020304" pitchFamily="18" charset="0"/>
            </a:endParaRPr>
          </a:p>
          <a:p>
            <a:pPr marL="457200" indent="-457200">
              <a:spcAft>
                <a:spcPts val="2133"/>
              </a:spcAft>
              <a:buClr>
                <a:prstClr val="black">
                  <a:lumMod val="85000"/>
                  <a:lumOff val="15000"/>
                </a:prstClr>
              </a:buClr>
            </a:pPr>
            <a:endParaRPr lang="en-US" dirty="0">
              <a:latin typeface="Lucida Sans" panose="020B0602030504020204" pitchFamily="34" charset="0"/>
              <a:cs typeface="Times New Roman" panose="02020603050405020304" pitchFamily="18" charset="0"/>
            </a:endParaRPr>
          </a:p>
        </p:txBody>
      </p:sp>
    </p:spTree>
    <p:extLst>
      <p:ext uri="{BB962C8B-B14F-4D97-AF65-F5344CB8AC3E}">
        <p14:creationId xmlns:p14="http://schemas.microsoft.com/office/powerpoint/2010/main" val="3708203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98E71-D862-8F36-89BD-03BDD88C5297}"/>
              </a:ext>
            </a:extLst>
          </p:cNvPr>
          <p:cNvSpPr>
            <a:spLocks noGrp="1"/>
          </p:cNvSpPr>
          <p:nvPr>
            <p:ph type="title"/>
          </p:nvPr>
        </p:nvSpPr>
        <p:spPr/>
        <p:txBody>
          <a:bodyPr/>
          <a:lstStyle/>
          <a:p>
            <a:r>
              <a:rPr lang="en-US" dirty="0"/>
              <a:t>Real world Rev Eng Attack </a:t>
            </a:r>
          </a:p>
        </p:txBody>
      </p:sp>
      <p:sp>
        <p:nvSpPr>
          <p:cNvPr id="3" name="Content Placeholder 2">
            <a:extLst>
              <a:ext uri="{FF2B5EF4-FFF2-40B4-BE49-F238E27FC236}">
                <a16:creationId xmlns:a16="http://schemas.microsoft.com/office/drawing/2014/main" id="{AB058D6A-72E9-91AB-BF64-A67A94F395F5}"/>
              </a:ext>
            </a:extLst>
          </p:cNvPr>
          <p:cNvSpPr>
            <a:spLocks noGrp="1"/>
          </p:cNvSpPr>
          <p:nvPr>
            <p:ph sz="quarter" idx="13"/>
          </p:nvPr>
        </p:nvSpPr>
        <p:spPr>
          <a:xfrm>
            <a:off x="1066800" y="2330124"/>
            <a:ext cx="4610669" cy="3753175"/>
          </a:xfrm>
        </p:spPr>
        <p:txBody>
          <a:bodyPr/>
          <a:lstStyle/>
          <a:p>
            <a:r>
              <a:rPr lang="en-US" dirty="0"/>
              <a:t>Attack involved reverse engineering the binary and modifying code</a:t>
            </a:r>
          </a:p>
          <a:p>
            <a:r>
              <a:rPr lang="en-US" dirty="0"/>
              <a:t>Understanding the boot process of the software system </a:t>
            </a:r>
          </a:p>
        </p:txBody>
      </p:sp>
      <p:pic>
        <p:nvPicPr>
          <p:cNvPr id="5" name="Picture 4">
            <a:extLst>
              <a:ext uri="{FF2B5EF4-FFF2-40B4-BE49-F238E27FC236}">
                <a16:creationId xmlns:a16="http://schemas.microsoft.com/office/drawing/2014/main" id="{A015BDD0-82C0-5308-9C9B-8FECD30CFF7D}"/>
              </a:ext>
            </a:extLst>
          </p:cNvPr>
          <p:cNvPicPr>
            <a:picLocks noChangeAspect="1"/>
          </p:cNvPicPr>
          <p:nvPr/>
        </p:nvPicPr>
        <p:blipFill rotWithShape="1">
          <a:blip r:embed="rId3"/>
          <a:srcRect r="28872"/>
          <a:stretch/>
        </p:blipFill>
        <p:spPr>
          <a:xfrm>
            <a:off x="5524109" y="2286000"/>
            <a:ext cx="6175440" cy="4572000"/>
          </a:xfrm>
          <a:prstGeom prst="rect">
            <a:avLst/>
          </a:prstGeom>
        </p:spPr>
      </p:pic>
      <p:pic>
        <p:nvPicPr>
          <p:cNvPr id="9" name="Picture 8">
            <a:extLst>
              <a:ext uri="{FF2B5EF4-FFF2-40B4-BE49-F238E27FC236}">
                <a16:creationId xmlns:a16="http://schemas.microsoft.com/office/drawing/2014/main" id="{65C7A43A-A843-B789-3AEC-D9570EE4E1C5}"/>
              </a:ext>
            </a:extLst>
          </p:cNvPr>
          <p:cNvPicPr>
            <a:picLocks noChangeAspect="1"/>
          </p:cNvPicPr>
          <p:nvPr/>
        </p:nvPicPr>
        <p:blipFill>
          <a:blip r:embed="rId4"/>
          <a:stretch>
            <a:fillRect/>
          </a:stretch>
        </p:blipFill>
        <p:spPr>
          <a:xfrm>
            <a:off x="921579" y="1130557"/>
            <a:ext cx="7400925" cy="1009650"/>
          </a:xfrm>
          <a:prstGeom prst="rect">
            <a:avLst/>
          </a:prstGeom>
        </p:spPr>
      </p:pic>
      <p:sp>
        <p:nvSpPr>
          <p:cNvPr id="10" name="TextBox 9">
            <a:extLst>
              <a:ext uri="{FF2B5EF4-FFF2-40B4-BE49-F238E27FC236}">
                <a16:creationId xmlns:a16="http://schemas.microsoft.com/office/drawing/2014/main" id="{E1EB3418-4084-AF1F-2373-FA36B2DF4A16}"/>
              </a:ext>
            </a:extLst>
          </p:cNvPr>
          <p:cNvSpPr txBox="1"/>
          <p:nvPr/>
        </p:nvSpPr>
        <p:spPr>
          <a:xfrm>
            <a:off x="7861111" y="6094711"/>
            <a:ext cx="1501437" cy="369332"/>
          </a:xfrm>
          <a:prstGeom prst="rect">
            <a:avLst/>
          </a:prstGeom>
          <a:noFill/>
        </p:spPr>
        <p:txBody>
          <a:bodyPr wrap="none" rtlCol="0">
            <a:spAutoFit/>
          </a:bodyPr>
          <a:lstStyle/>
          <a:p>
            <a:r>
              <a:rPr lang="en-US" dirty="0">
                <a:hlinkClick r:id="rId5"/>
              </a:rPr>
              <a:t>YouTube link</a:t>
            </a:r>
            <a:endParaRPr lang="en-US" dirty="0"/>
          </a:p>
        </p:txBody>
      </p:sp>
    </p:spTree>
    <p:extLst>
      <p:ext uri="{BB962C8B-B14F-4D97-AF65-F5344CB8AC3E}">
        <p14:creationId xmlns:p14="http://schemas.microsoft.com/office/powerpoint/2010/main" val="1964975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F7F07-1355-B655-E84E-4011659237CE}"/>
              </a:ext>
            </a:extLst>
          </p:cNvPr>
          <p:cNvSpPr>
            <a:spLocks noGrp="1"/>
          </p:cNvSpPr>
          <p:nvPr>
            <p:ph type="title"/>
          </p:nvPr>
        </p:nvSpPr>
        <p:spPr/>
        <p:txBody>
          <a:bodyPr/>
          <a:lstStyle/>
          <a:p>
            <a:r>
              <a:rPr lang="en-US" dirty="0"/>
              <a:t>White Hat Rev Eng for security analysis </a:t>
            </a:r>
          </a:p>
        </p:txBody>
      </p:sp>
      <p:sp>
        <p:nvSpPr>
          <p:cNvPr id="3" name="Content Placeholder 2">
            <a:extLst>
              <a:ext uri="{FF2B5EF4-FFF2-40B4-BE49-F238E27FC236}">
                <a16:creationId xmlns:a16="http://schemas.microsoft.com/office/drawing/2014/main" id="{26D6F5CC-1941-BF32-BFC6-D8913775D048}"/>
              </a:ext>
            </a:extLst>
          </p:cNvPr>
          <p:cNvSpPr>
            <a:spLocks noGrp="1"/>
          </p:cNvSpPr>
          <p:nvPr>
            <p:ph sz="quarter" idx="13"/>
          </p:nvPr>
        </p:nvSpPr>
        <p:spPr>
          <a:xfrm>
            <a:off x="671014" y="2753247"/>
            <a:ext cx="10058400" cy="4572000"/>
          </a:xfrm>
        </p:spPr>
        <p:txBody>
          <a:bodyPr/>
          <a:lstStyle/>
          <a:p>
            <a:r>
              <a:rPr lang="en-US" b="0" i="0" dirty="0">
                <a:solidFill>
                  <a:srgbClr val="333333"/>
                </a:solidFill>
                <a:effectLst/>
                <a:latin typeface="MuseoSans"/>
              </a:rPr>
              <a:t>“A white hat hacker reverse engineered 30 mobile financial applications and found sensitive data buried in the underlying code of nearly all apps examined.” </a:t>
            </a:r>
          </a:p>
          <a:p>
            <a:r>
              <a:rPr lang="en-US" b="0" i="0" dirty="0">
                <a:solidFill>
                  <a:srgbClr val="333333"/>
                </a:solidFill>
                <a:effectLst/>
                <a:latin typeface="MuseoSans"/>
              </a:rPr>
              <a:t>“With this information a hacker could, for example, recover application programming interface (API) keys and use them to attack the vendor’s backend servers and compromise user data”</a:t>
            </a:r>
            <a:endParaRPr lang="en-US" dirty="0"/>
          </a:p>
        </p:txBody>
      </p:sp>
      <p:pic>
        <p:nvPicPr>
          <p:cNvPr id="5" name="Picture 4">
            <a:extLst>
              <a:ext uri="{FF2B5EF4-FFF2-40B4-BE49-F238E27FC236}">
                <a16:creationId xmlns:a16="http://schemas.microsoft.com/office/drawing/2014/main" id="{9B59D4D9-8747-194A-2F72-026842DFADC1}"/>
              </a:ext>
            </a:extLst>
          </p:cNvPr>
          <p:cNvPicPr>
            <a:picLocks noChangeAspect="1"/>
          </p:cNvPicPr>
          <p:nvPr/>
        </p:nvPicPr>
        <p:blipFill>
          <a:blip r:embed="rId2"/>
          <a:stretch>
            <a:fillRect/>
          </a:stretch>
        </p:blipFill>
        <p:spPr>
          <a:xfrm>
            <a:off x="1729997" y="1489676"/>
            <a:ext cx="7258050" cy="1152525"/>
          </a:xfrm>
          <a:prstGeom prst="rect">
            <a:avLst/>
          </a:prstGeom>
        </p:spPr>
      </p:pic>
      <p:pic>
        <p:nvPicPr>
          <p:cNvPr id="7" name="Picture 6">
            <a:extLst>
              <a:ext uri="{FF2B5EF4-FFF2-40B4-BE49-F238E27FC236}">
                <a16:creationId xmlns:a16="http://schemas.microsoft.com/office/drawing/2014/main" id="{AF9FCEAE-27E8-7B59-712C-A549B0228296}"/>
              </a:ext>
            </a:extLst>
          </p:cNvPr>
          <p:cNvPicPr>
            <a:picLocks noChangeAspect="1"/>
          </p:cNvPicPr>
          <p:nvPr/>
        </p:nvPicPr>
        <p:blipFill>
          <a:blip r:embed="rId3"/>
          <a:stretch>
            <a:fillRect/>
          </a:stretch>
        </p:blipFill>
        <p:spPr>
          <a:xfrm>
            <a:off x="6662382" y="2043707"/>
            <a:ext cx="1800225" cy="466725"/>
          </a:xfrm>
          <a:prstGeom prst="rect">
            <a:avLst/>
          </a:prstGeom>
        </p:spPr>
      </p:pic>
      <p:sp>
        <p:nvSpPr>
          <p:cNvPr id="8" name="TextBox 7">
            <a:extLst>
              <a:ext uri="{FF2B5EF4-FFF2-40B4-BE49-F238E27FC236}">
                <a16:creationId xmlns:a16="http://schemas.microsoft.com/office/drawing/2014/main" id="{82B41BDA-AC24-0B04-B8A7-FF89440463A8}"/>
              </a:ext>
            </a:extLst>
          </p:cNvPr>
          <p:cNvSpPr txBox="1"/>
          <p:nvPr/>
        </p:nvSpPr>
        <p:spPr>
          <a:xfrm>
            <a:off x="8988047" y="2141100"/>
            <a:ext cx="915635" cy="369332"/>
          </a:xfrm>
          <a:prstGeom prst="rect">
            <a:avLst/>
          </a:prstGeom>
          <a:noFill/>
        </p:spPr>
        <p:txBody>
          <a:bodyPr wrap="none" rtlCol="0">
            <a:spAutoFit/>
          </a:bodyPr>
          <a:lstStyle/>
          <a:p>
            <a:r>
              <a:rPr lang="en-US" dirty="0">
                <a:hlinkClick r:id="rId4"/>
              </a:rPr>
              <a:t>Source</a:t>
            </a:r>
            <a:endParaRPr lang="en-US" dirty="0"/>
          </a:p>
        </p:txBody>
      </p:sp>
    </p:spTree>
    <p:extLst>
      <p:ext uri="{BB962C8B-B14F-4D97-AF65-F5344CB8AC3E}">
        <p14:creationId xmlns:p14="http://schemas.microsoft.com/office/powerpoint/2010/main" val="2752394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3657" y="369031"/>
            <a:ext cx="11360800" cy="660149"/>
          </a:xfrm>
          <a:prstGeom prst="rect">
            <a:avLst/>
          </a:prstGeom>
        </p:spPr>
        <p:txBody>
          <a:bodyPr spcFirstLastPara="1" vert="horz" wrap="square" lIns="121900" tIns="121900" rIns="121900" bIns="121900" rtlCol="0" anchor="b" anchorCtr="0">
            <a:noAutofit/>
          </a:bodyPr>
          <a:lstStyle/>
          <a:p>
            <a:r>
              <a:rPr lang="en-US" dirty="0">
                <a:latin typeface="Lucida Sans"/>
              </a:rPr>
              <a:t>E</a:t>
            </a:r>
            <a:r>
              <a:rPr lang="en" dirty="0">
                <a:latin typeface="Lucida Sans"/>
              </a:rPr>
              <a:t>xample: </a:t>
            </a:r>
            <a:r>
              <a:rPr lang="en-US" dirty="0">
                <a:latin typeface="Lucida Sans"/>
              </a:rPr>
              <a:t>deploy A spyware in a simple Game Registration executable</a:t>
            </a:r>
            <a:endParaRPr lang="en" dirty="0">
              <a:latin typeface="Lucida Sans" panose="020B0602030504020204" pitchFamily="34" charset="0"/>
            </a:endParaRPr>
          </a:p>
        </p:txBody>
      </p:sp>
      <p:pic>
        <p:nvPicPr>
          <p:cNvPr id="4" name="Picture 4" descr="Graphical user interface, application&#10;&#10;Description automatically generated">
            <a:extLst>
              <a:ext uri="{FF2B5EF4-FFF2-40B4-BE49-F238E27FC236}">
                <a16:creationId xmlns:a16="http://schemas.microsoft.com/office/drawing/2014/main" id="{7B4C2EAE-A512-0368-4052-3D6EA1B033E8}"/>
              </a:ext>
            </a:extLst>
          </p:cNvPr>
          <p:cNvPicPr>
            <a:picLocks noChangeAspect="1"/>
          </p:cNvPicPr>
          <p:nvPr/>
        </p:nvPicPr>
        <p:blipFill>
          <a:blip r:embed="rId3"/>
          <a:stretch>
            <a:fillRect/>
          </a:stretch>
        </p:blipFill>
        <p:spPr>
          <a:xfrm>
            <a:off x="192431" y="2035802"/>
            <a:ext cx="2743200" cy="1003762"/>
          </a:xfrm>
          <a:prstGeom prst="rect">
            <a:avLst/>
          </a:prstGeom>
        </p:spPr>
      </p:pic>
      <p:pic>
        <p:nvPicPr>
          <p:cNvPr id="5" name="Picture 5" descr="Graphical user interface, application&#10;&#10;Description automatically generated">
            <a:extLst>
              <a:ext uri="{FF2B5EF4-FFF2-40B4-BE49-F238E27FC236}">
                <a16:creationId xmlns:a16="http://schemas.microsoft.com/office/drawing/2014/main" id="{57D9376A-F2C7-6655-90DB-3ED3B8891650}"/>
              </a:ext>
            </a:extLst>
          </p:cNvPr>
          <p:cNvPicPr>
            <a:picLocks noChangeAspect="1"/>
          </p:cNvPicPr>
          <p:nvPr/>
        </p:nvPicPr>
        <p:blipFill>
          <a:blip r:embed="rId4"/>
          <a:stretch>
            <a:fillRect/>
          </a:stretch>
        </p:blipFill>
        <p:spPr>
          <a:xfrm>
            <a:off x="192431" y="3425702"/>
            <a:ext cx="3505199" cy="1239139"/>
          </a:xfrm>
          <a:prstGeom prst="rect">
            <a:avLst/>
          </a:prstGeom>
        </p:spPr>
      </p:pic>
      <p:pic>
        <p:nvPicPr>
          <p:cNvPr id="6" name="Picture 6" descr="Graphical user interface, application&#10;&#10;Description automatically generated">
            <a:extLst>
              <a:ext uri="{FF2B5EF4-FFF2-40B4-BE49-F238E27FC236}">
                <a16:creationId xmlns:a16="http://schemas.microsoft.com/office/drawing/2014/main" id="{5B3FC53C-8A03-24EF-E88F-2F28C91D7C05}"/>
              </a:ext>
            </a:extLst>
          </p:cNvPr>
          <p:cNvPicPr>
            <a:picLocks noChangeAspect="1"/>
          </p:cNvPicPr>
          <p:nvPr/>
        </p:nvPicPr>
        <p:blipFill>
          <a:blip r:embed="rId5"/>
          <a:stretch>
            <a:fillRect/>
          </a:stretch>
        </p:blipFill>
        <p:spPr>
          <a:xfrm>
            <a:off x="3960292" y="1870160"/>
            <a:ext cx="2743200" cy="2175889"/>
          </a:xfrm>
          <a:prstGeom prst="rect">
            <a:avLst/>
          </a:prstGeom>
        </p:spPr>
      </p:pic>
      <p:pic>
        <p:nvPicPr>
          <p:cNvPr id="7" name="Picture 7" descr="Table&#10;&#10;Description automatically generated">
            <a:extLst>
              <a:ext uri="{FF2B5EF4-FFF2-40B4-BE49-F238E27FC236}">
                <a16:creationId xmlns:a16="http://schemas.microsoft.com/office/drawing/2014/main" id="{9A73575F-2046-CB9C-F9DB-0160FD5B1B66}"/>
              </a:ext>
            </a:extLst>
          </p:cNvPr>
          <p:cNvPicPr>
            <a:picLocks noChangeAspect="1"/>
          </p:cNvPicPr>
          <p:nvPr/>
        </p:nvPicPr>
        <p:blipFill>
          <a:blip r:embed="rId6"/>
          <a:stretch>
            <a:fillRect/>
          </a:stretch>
        </p:blipFill>
        <p:spPr>
          <a:xfrm>
            <a:off x="7203863" y="1739214"/>
            <a:ext cx="4833256" cy="964745"/>
          </a:xfrm>
          <a:prstGeom prst="rect">
            <a:avLst/>
          </a:prstGeom>
        </p:spPr>
      </p:pic>
      <p:pic>
        <p:nvPicPr>
          <p:cNvPr id="8" name="Picture 8">
            <a:extLst>
              <a:ext uri="{FF2B5EF4-FFF2-40B4-BE49-F238E27FC236}">
                <a16:creationId xmlns:a16="http://schemas.microsoft.com/office/drawing/2014/main" id="{A3D6F8DC-F97B-9BB5-5511-1172BF877951}"/>
              </a:ext>
            </a:extLst>
          </p:cNvPr>
          <p:cNvPicPr>
            <a:picLocks noChangeAspect="1"/>
          </p:cNvPicPr>
          <p:nvPr/>
        </p:nvPicPr>
        <p:blipFill>
          <a:blip r:embed="rId7"/>
          <a:stretch>
            <a:fillRect/>
          </a:stretch>
        </p:blipFill>
        <p:spPr>
          <a:xfrm>
            <a:off x="7206343" y="3039564"/>
            <a:ext cx="4833257" cy="2248443"/>
          </a:xfrm>
          <a:prstGeom prst="rect">
            <a:avLst/>
          </a:prstGeom>
        </p:spPr>
      </p:pic>
      <p:sp>
        <p:nvSpPr>
          <p:cNvPr id="10" name="Flowchart: Connector 9">
            <a:extLst>
              <a:ext uri="{FF2B5EF4-FFF2-40B4-BE49-F238E27FC236}">
                <a16:creationId xmlns:a16="http://schemas.microsoft.com/office/drawing/2014/main" id="{7BE78CE1-60F0-A1F3-6F70-BB56CABEF6DA}"/>
              </a:ext>
            </a:extLst>
          </p:cNvPr>
          <p:cNvSpPr/>
          <p:nvPr/>
        </p:nvSpPr>
        <p:spPr>
          <a:xfrm>
            <a:off x="6714004" y="991503"/>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Lucida Sans"/>
                <a:cs typeface="Arial"/>
              </a:rPr>
              <a:t>Step 1</a:t>
            </a:r>
            <a:endParaRPr lang="en-US" sz="1400" b="1">
              <a:latin typeface="Lucida Sans"/>
              <a:cs typeface="Arial"/>
            </a:endParaRPr>
          </a:p>
        </p:txBody>
      </p:sp>
      <p:sp>
        <p:nvSpPr>
          <p:cNvPr id="11" name="TextBox 10">
            <a:extLst>
              <a:ext uri="{FF2B5EF4-FFF2-40B4-BE49-F238E27FC236}">
                <a16:creationId xmlns:a16="http://schemas.microsoft.com/office/drawing/2014/main" id="{8F09ACD4-41CE-4BF4-1181-B1B16E254606}"/>
              </a:ext>
            </a:extLst>
          </p:cNvPr>
          <p:cNvSpPr txBox="1"/>
          <p:nvPr/>
        </p:nvSpPr>
        <p:spPr>
          <a:xfrm>
            <a:off x="8251371" y="542108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Lucida Sans"/>
                <a:cs typeface="Arial"/>
              </a:rPr>
              <a:t>Tool used: IDA Pro</a:t>
            </a:r>
            <a:endParaRPr lang="en-US" b="1">
              <a:latin typeface="Lucida Sans"/>
            </a:endParaRPr>
          </a:p>
        </p:txBody>
      </p:sp>
      <p:sp>
        <p:nvSpPr>
          <p:cNvPr id="3" name="TextBox 2">
            <a:extLst>
              <a:ext uri="{FF2B5EF4-FFF2-40B4-BE49-F238E27FC236}">
                <a16:creationId xmlns:a16="http://schemas.microsoft.com/office/drawing/2014/main" id="{8F9A1431-12A3-6979-F94A-163080EE7B12}"/>
              </a:ext>
            </a:extLst>
          </p:cNvPr>
          <p:cNvSpPr txBox="1"/>
          <p:nvPr/>
        </p:nvSpPr>
        <p:spPr>
          <a:xfrm>
            <a:off x="154881" y="1112472"/>
            <a:ext cx="3339318" cy="923330"/>
          </a:xfrm>
          <a:prstGeom prst="rect">
            <a:avLst/>
          </a:prstGeom>
          <a:solidFill>
            <a:schemeClr val="accent4">
              <a:lumMod val="40000"/>
              <a:lumOff val="6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t>
            </a:r>
            <a:r>
              <a:rPr lang="en-US" b="0" i="0" dirty="0">
                <a:solidFill>
                  <a:srgbClr val="212529"/>
                </a:solidFill>
                <a:effectLst/>
                <a:latin typeface="Open Sans" panose="020B0606030504020204" pitchFamily="34" charset="0"/>
              </a:rPr>
              <a:t>he Game Registration typically requires serial keys to validate</a:t>
            </a:r>
            <a:endParaRPr lang="en-US" dirty="0"/>
          </a:p>
        </p:txBody>
      </p:sp>
      <p:sp>
        <p:nvSpPr>
          <p:cNvPr id="12" name="TextBox 11">
            <a:extLst>
              <a:ext uri="{FF2B5EF4-FFF2-40B4-BE49-F238E27FC236}">
                <a16:creationId xmlns:a16="http://schemas.microsoft.com/office/drawing/2014/main" id="{538A7DFA-CF19-021F-B597-78665B3C927D}"/>
              </a:ext>
            </a:extLst>
          </p:cNvPr>
          <p:cNvSpPr txBox="1"/>
          <p:nvPr/>
        </p:nvSpPr>
        <p:spPr>
          <a:xfrm>
            <a:off x="2276" y="4887029"/>
            <a:ext cx="3958016" cy="923330"/>
          </a:xfrm>
          <a:prstGeom prst="rect">
            <a:avLst/>
          </a:prstGeom>
          <a:solidFill>
            <a:schemeClr val="accent4">
              <a:lumMod val="40000"/>
              <a:lumOff val="60000"/>
            </a:schemeClr>
          </a:solidFill>
        </p:spPr>
        <p:txBody>
          <a:bodyPr wrap="square">
            <a:spAutoFit/>
          </a:bodyPr>
          <a:lstStyle/>
          <a:p>
            <a:r>
              <a:rPr lang="en-US" b="0" i="0" dirty="0">
                <a:solidFill>
                  <a:srgbClr val="212529"/>
                </a:solidFill>
                <a:effectLst/>
                <a:latin typeface="Open Sans" panose="020B0606030504020204" pitchFamily="34" charset="0"/>
              </a:rPr>
              <a:t>We want this Error message box would become the entry point of the malicious covert code</a:t>
            </a:r>
            <a:endParaRPr lang="en-US" dirty="0"/>
          </a:p>
        </p:txBody>
      </p:sp>
      <p:sp>
        <p:nvSpPr>
          <p:cNvPr id="14" name="TextBox 13">
            <a:extLst>
              <a:ext uri="{FF2B5EF4-FFF2-40B4-BE49-F238E27FC236}">
                <a16:creationId xmlns:a16="http://schemas.microsoft.com/office/drawing/2014/main" id="{48ADB330-7410-E24D-308D-7D3DE0E64853}"/>
              </a:ext>
            </a:extLst>
          </p:cNvPr>
          <p:cNvSpPr txBox="1"/>
          <p:nvPr/>
        </p:nvSpPr>
        <p:spPr>
          <a:xfrm>
            <a:off x="4099490" y="4163785"/>
            <a:ext cx="2967655" cy="2031325"/>
          </a:xfrm>
          <a:prstGeom prst="rect">
            <a:avLst/>
          </a:prstGeom>
          <a:solidFill>
            <a:schemeClr val="accent4">
              <a:lumMod val="40000"/>
              <a:lumOff val="60000"/>
            </a:schemeClr>
          </a:solidFill>
        </p:spPr>
        <p:txBody>
          <a:bodyPr wrap="square">
            <a:spAutoFit/>
          </a:bodyPr>
          <a:lstStyle/>
          <a:p>
            <a:r>
              <a:rPr lang="en-US" dirty="0"/>
              <a:t>spyware program will show the machine name and IP address of the computer where it runs and sends back such critical information to the hacker serve</a:t>
            </a:r>
          </a:p>
        </p:txBody>
      </p:sp>
    </p:spTree>
    <p:extLst>
      <p:ext uri="{BB962C8B-B14F-4D97-AF65-F5344CB8AC3E}">
        <p14:creationId xmlns:p14="http://schemas.microsoft.com/office/powerpoint/2010/main" val="168830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89766" y="200012"/>
            <a:ext cx="12403886" cy="660149"/>
          </a:xfrm>
          <a:prstGeom prst="rect">
            <a:avLst/>
          </a:prstGeom>
        </p:spPr>
        <p:txBody>
          <a:bodyPr spcFirstLastPara="1" vert="horz" wrap="square" lIns="121900" tIns="121900" rIns="121900" bIns="121900" rtlCol="0" anchor="b" anchorCtr="0">
            <a:noAutofit/>
          </a:bodyPr>
          <a:lstStyle/>
          <a:p>
            <a:r>
              <a:rPr lang="en" dirty="0">
                <a:latin typeface="Lucida Sans"/>
              </a:rPr>
              <a:t>Idnetify Entry point of Malicious code</a:t>
            </a:r>
            <a:endParaRPr lang="en-US" dirty="0"/>
          </a:p>
        </p:txBody>
      </p:sp>
      <p:pic>
        <p:nvPicPr>
          <p:cNvPr id="7" name="Picture 7" descr="Table&#10;&#10;Description automatically generated">
            <a:extLst>
              <a:ext uri="{FF2B5EF4-FFF2-40B4-BE49-F238E27FC236}">
                <a16:creationId xmlns:a16="http://schemas.microsoft.com/office/drawing/2014/main" id="{9A73575F-2046-CB9C-F9DB-0160FD5B1B66}"/>
              </a:ext>
            </a:extLst>
          </p:cNvPr>
          <p:cNvPicPr>
            <a:picLocks noChangeAspect="1"/>
          </p:cNvPicPr>
          <p:nvPr/>
        </p:nvPicPr>
        <p:blipFill>
          <a:blip r:embed="rId3"/>
          <a:stretch>
            <a:fillRect/>
          </a:stretch>
        </p:blipFill>
        <p:spPr>
          <a:xfrm>
            <a:off x="336754" y="1524743"/>
            <a:ext cx="4463814" cy="893150"/>
          </a:xfrm>
          <a:prstGeom prst="rect">
            <a:avLst/>
          </a:prstGeom>
        </p:spPr>
      </p:pic>
      <p:pic>
        <p:nvPicPr>
          <p:cNvPr id="8" name="Picture 8">
            <a:extLst>
              <a:ext uri="{FF2B5EF4-FFF2-40B4-BE49-F238E27FC236}">
                <a16:creationId xmlns:a16="http://schemas.microsoft.com/office/drawing/2014/main" id="{A3D6F8DC-F97B-9BB5-5511-1172BF877951}"/>
              </a:ext>
            </a:extLst>
          </p:cNvPr>
          <p:cNvPicPr>
            <a:picLocks noChangeAspect="1"/>
          </p:cNvPicPr>
          <p:nvPr/>
        </p:nvPicPr>
        <p:blipFill>
          <a:blip r:embed="rId4"/>
          <a:stretch>
            <a:fillRect/>
          </a:stretch>
        </p:blipFill>
        <p:spPr>
          <a:xfrm>
            <a:off x="89766" y="3018492"/>
            <a:ext cx="3881952" cy="1800119"/>
          </a:xfrm>
          <a:prstGeom prst="rect">
            <a:avLst/>
          </a:prstGeom>
        </p:spPr>
      </p:pic>
      <p:pic>
        <p:nvPicPr>
          <p:cNvPr id="9" name="Picture 9" descr="Text&#10;&#10;Description automatically generated">
            <a:extLst>
              <a:ext uri="{FF2B5EF4-FFF2-40B4-BE49-F238E27FC236}">
                <a16:creationId xmlns:a16="http://schemas.microsoft.com/office/drawing/2014/main" id="{D1D763A3-7995-1CC9-98B9-7896776327F3}"/>
              </a:ext>
            </a:extLst>
          </p:cNvPr>
          <p:cNvPicPr>
            <a:picLocks noChangeAspect="1"/>
          </p:cNvPicPr>
          <p:nvPr/>
        </p:nvPicPr>
        <p:blipFill>
          <a:blip r:embed="rId5"/>
          <a:stretch>
            <a:fillRect/>
          </a:stretch>
        </p:blipFill>
        <p:spPr>
          <a:xfrm>
            <a:off x="4665552" y="1740088"/>
            <a:ext cx="6550424" cy="4303287"/>
          </a:xfrm>
          <a:prstGeom prst="rect">
            <a:avLst/>
          </a:prstGeom>
        </p:spPr>
      </p:pic>
      <p:pic>
        <p:nvPicPr>
          <p:cNvPr id="2" name="Picture 2" descr="Diagram&#10;&#10;Description automatically generated">
            <a:extLst>
              <a:ext uri="{FF2B5EF4-FFF2-40B4-BE49-F238E27FC236}">
                <a16:creationId xmlns:a16="http://schemas.microsoft.com/office/drawing/2014/main" id="{EB407DA2-9FE2-F0C3-7C6F-7D6A655CBA95}"/>
              </a:ext>
            </a:extLst>
          </p:cNvPr>
          <p:cNvPicPr>
            <a:picLocks noChangeAspect="1"/>
          </p:cNvPicPr>
          <p:nvPr/>
        </p:nvPicPr>
        <p:blipFill>
          <a:blip r:embed="rId6">
            <a:duotone>
              <a:prstClr val="black"/>
              <a:schemeClr val="accent6">
                <a:tint val="45000"/>
                <a:satMod val="400000"/>
              </a:schemeClr>
            </a:duotone>
          </a:blip>
          <a:stretch>
            <a:fillRect/>
          </a:stretch>
        </p:blipFill>
        <p:spPr>
          <a:xfrm>
            <a:off x="8071564" y="4424420"/>
            <a:ext cx="3969046" cy="2463543"/>
          </a:xfrm>
          <a:prstGeom prst="rect">
            <a:avLst/>
          </a:prstGeom>
        </p:spPr>
      </p:pic>
      <p:sp>
        <p:nvSpPr>
          <p:cNvPr id="10" name="Flowchart: Connector 9">
            <a:extLst>
              <a:ext uri="{FF2B5EF4-FFF2-40B4-BE49-F238E27FC236}">
                <a16:creationId xmlns:a16="http://schemas.microsoft.com/office/drawing/2014/main" id="{8A7C5FD8-8195-46B5-CB3F-B5930669DB02}"/>
              </a:ext>
            </a:extLst>
          </p:cNvPr>
          <p:cNvSpPr/>
          <p:nvPr/>
        </p:nvSpPr>
        <p:spPr>
          <a:xfrm>
            <a:off x="-22477" y="2645930"/>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b="1" dirty="0">
                <a:latin typeface="Lucida Sans"/>
                <a:cs typeface="Arial"/>
              </a:rPr>
              <a:t>Step 1</a:t>
            </a:r>
            <a:endParaRPr lang="en-US" sz="1400" b="1">
              <a:latin typeface="Lucida Sans"/>
              <a:cs typeface="Arial"/>
            </a:endParaRPr>
          </a:p>
        </p:txBody>
      </p:sp>
      <p:sp>
        <p:nvSpPr>
          <p:cNvPr id="11" name="Flowchart: Connector 10">
            <a:extLst>
              <a:ext uri="{FF2B5EF4-FFF2-40B4-BE49-F238E27FC236}">
                <a16:creationId xmlns:a16="http://schemas.microsoft.com/office/drawing/2014/main" id="{C118CF1B-5A1F-61FE-72E4-CEAD68C43E5A}"/>
              </a:ext>
            </a:extLst>
          </p:cNvPr>
          <p:cNvSpPr/>
          <p:nvPr/>
        </p:nvSpPr>
        <p:spPr>
          <a:xfrm>
            <a:off x="7940764" y="1042152"/>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1400" b="1" dirty="0">
                <a:latin typeface="Lucida Sans"/>
                <a:cs typeface="Arial"/>
              </a:rPr>
              <a:t>Step 2</a:t>
            </a:r>
          </a:p>
        </p:txBody>
      </p:sp>
      <p:sp>
        <p:nvSpPr>
          <p:cNvPr id="12" name="Flowchart: Connector 11">
            <a:extLst>
              <a:ext uri="{FF2B5EF4-FFF2-40B4-BE49-F238E27FC236}">
                <a16:creationId xmlns:a16="http://schemas.microsoft.com/office/drawing/2014/main" id="{E53BF92D-B6CD-80CC-9102-48C29651F361}"/>
              </a:ext>
            </a:extLst>
          </p:cNvPr>
          <p:cNvSpPr/>
          <p:nvPr/>
        </p:nvSpPr>
        <p:spPr>
          <a:xfrm>
            <a:off x="10943567" y="3891731"/>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1400" b="1" dirty="0">
                <a:latin typeface="Lucida Sans"/>
                <a:cs typeface="Arial"/>
              </a:rPr>
              <a:t>Step 3</a:t>
            </a:r>
          </a:p>
        </p:txBody>
      </p:sp>
      <p:sp>
        <p:nvSpPr>
          <p:cNvPr id="14" name="TextBox 13">
            <a:extLst>
              <a:ext uri="{FF2B5EF4-FFF2-40B4-BE49-F238E27FC236}">
                <a16:creationId xmlns:a16="http://schemas.microsoft.com/office/drawing/2014/main" id="{4AB35F42-B9D4-B490-4E81-7E1D60BAD89D}"/>
              </a:ext>
            </a:extLst>
          </p:cNvPr>
          <p:cNvSpPr txBox="1"/>
          <p:nvPr/>
        </p:nvSpPr>
        <p:spPr>
          <a:xfrm>
            <a:off x="8844277" y="129258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Lucida Sans"/>
                <a:cs typeface="Arial"/>
              </a:rPr>
              <a:t>Tool used: </a:t>
            </a:r>
            <a:r>
              <a:rPr lang="en-US" b="1" dirty="0" err="1">
                <a:solidFill>
                  <a:srgbClr val="000000"/>
                </a:solidFill>
                <a:latin typeface="Lucida Sans"/>
                <a:ea typeface="+mn-lt"/>
                <a:cs typeface="+mn-lt"/>
              </a:rPr>
              <a:t>OllyDbg</a:t>
            </a:r>
            <a:r>
              <a:rPr lang="en-US" b="1" dirty="0">
                <a:solidFill>
                  <a:srgbClr val="000000"/>
                </a:solidFill>
                <a:latin typeface="Lucida Sans"/>
                <a:ea typeface="+mn-lt"/>
                <a:cs typeface="+mn-lt"/>
              </a:rPr>
              <a:t> </a:t>
            </a:r>
            <a:endParaRPr lang="en-US" b="1" dirty="0">
              <a:solidFill>
                <a:srgbClr val="000000"/>
              </a:solidFill>
              <a:latin typeface="Lucida Sans"/>
            </a:endParaRPr>
          </a:p>
        </p:txBody>
      </p:sp>
      <p:sp>
        <p:nvSpPr>
          <p:cNvPr id="4" name="TextBox 3">
            <a:extLst>
              <a:ext uri="{FF2B5EF4-FFF2-40B4-BE49-F238E27FC236}">
                <a16:creationId xmlns:a16="http://schemas.microsoft.com/office/drawing/2014/main" id="{662D8737-5E43-FF77-C83D-1EB0BF216530}"/>
              </a:ext>
            </a:extLst>
          </p:cNvPr>
          <p:cNvSpPr txBox="1"/>
          <p:nvPr/>
        </p:nvSpPr>
        <p:spPr>
          <a:xfrm>
            <a:off x="229010" y="814625"/>
            <a:ext cx="6096000" cy="646331"/>
          </a:xfrm>
          <a:prstGeom prst="rect">
            <a:avLst/>
          </a:prstGeom>
          <a:solidFill>
            <a:schemeClr val="accent4">
              <a:lumMod val="40000"/>
              <a:lumOff val="60000"/>
            </a:schemeClr>
          </a:solidFill>
        </p:spPr>
        <p:txBody>
          <a:bodyPr wrap="square">
            <a:spAutoFit/>
          </a:bodyPr>
          <a:lstStyle/>
          <a:p>
            <a:r>
              <a:rPr lang="en-US" b="0" i="0" dirty="0">
                <a:solidFill>
                  <a:srgbClr val="212529"/>
                </a:solidFill>
                <a:effectLst/>
                <a:latin typeface="Open Sans" panose="020B0606030504020204" pitchFamily="34" charset="0"/>
              </a:rPr>
              <a:t>we can identify the first message box occurrence after the 0040115E offset.</a:t>
            </a:r>
            <a:endParaRPr lang="en-US" dirty="0"/>
          </a:p>
        </p:txBody>
      </p:sp>
      <p:sp>
        <p:nvSpPr>
          <p:cNvPr id="6" name="TextBox 5">
            <a:extLst>
              <a:ext uri="{FF2B5EF4-FFF2-40B4-BE49-F238E27FC236}">
                <a16:creationId xmlns:a16="http://schemas.microsoft.com/office/drawing/2014/main" id="{3A610011-EBDB-F5DF-5635-72E78C3E62C0}"/>
              </a:ext>
            </a:extLst>
          </p:cNvPr>
          <p:cNvSpPr txBox="1"/>
          <p:nvPr/>
        </p:nvSpPr>
        <p:spPr>
          <a:xfrm>
            <a:off x="5933440" y="6121542"/>
            <a:ext cx="6258560" cy="646331"/>
          </a:xfrm>
          <a:prstGeom prst="rect">
            <a:avLst/>
          </a:prstGeom>
          <a:solidFill>
            <a:schemeClr val="accent4">
              <a:lumMod val="40000"/>
              <a:lumOff val="60000"/>
            </a:schemeClr>
          </a:solidFill>
        </p:spPr>
        <p:txBody>
          <a:bodyPr wrap="square">
            <a:spAutoFit/>
          </a:bodyPr>
          <a:lstStyle/>
          <a:p>
            <a:r>
              <a:rPr lang="en-US" dirty="0"/>
              <a:t>Executables have some empty space referred or Code Caves where we can place or inject new code.</a:t>
            </a:r>
          </a:p>
        </p:txBody>
      </p:sp>
      <p:graphicFrame>
        <p:nvGraphicFramePr>
          <p:cNvPr id="13" name="Table 12">
            <a:extLst>
              <a:ext uri="{FF2B5EF4-FFF2-40B4-BE49-F238E27FC236}">
                <a16:creationId xmlns:a16="http://schemas.microsoft.com/office/drawing/2014/main" id="{4887660A-2C66-ECF5-AC3D-AF0F06B6D41A}"/>
              </a:ext>
            </a:extLst>
          </p:cNvPr>
          <p:cNvGraphicFramePr>
            <a:graphicFrameLocks noGrp="1"/>
          </p:cNvGraphicFramePr>
          <p:nvPr>
            <p:extLst>
              <p:ext uri="{D42A27DB-BD31-4B8C-83A1-F6EECF244321}">
                <p14:modId xmlns:p14="http://schemas.microsoft.com/office/powerpoint/2010/main" val="375973357"/>
              </p:ext>
            </p:extLst>
          </p:nvPr>
        </p:nvGraphicFramePr>
        <p:xfrm>
          <a:off x="4764968" y="2548431"/>
          <a:ext cx="4511040" cy="308306"/>
        </p:xfrm>
        <a:graphic>
          <a:graphicData uri="http://schemas.openxmlformats.org/drawingml/2006/table">
            <a:tbl>
              <a:tblPr firstRow="1" bandRow="1">
                <a:tableStyleId>{5C22544A-7EE6-4342-B048-85BDC9FD1C3A}</a:tableStyleId>
              </a:tblPr>
              <a:tblGrid>
                <a:gridCol w="947438">
                  <a:extLst>
                    <a:ext uri="{9D8B030D-6E8A-4147-A177-3AD203B41FA5}">
                      <a16:colId xmlns:a16="http://schemas.microsoft.com/office/drawing/2014/main" val="2867823270"/>
                    </a:ext>
                  </a:extLst>
                </a:gridCol>
                <a:gridCol w="1097280">
                  <a:extLst>
                    <a:ext uri="{9D8B030D-6E8A-4147-A177-3AD203B41FA5}">
                      <a16:colId xmlns:a16="http://schemas.microsoft.com/office/drawing/2014/main" val="889298832"/>
                    </a:ext>
                  </a:extLst>
                </a:gridCol>
                <a:gridCol w="2466322">
                  <a:extLst>
                    <a:ext uri="{9D8B030D-6E8A-4147-A177-3AD203B41FA5}">
                      <a16:colId xmlns:a16="http://schemas.microsoft.com/office/drawing/2014/main" val="3389070136"/>
                    </a:ext>
                  </a:extLst>
                </a:gridCol>
              </a:tblGrid>
              <a:tr h="308306">
                <a:tc>
                  <a:txBody>
                    <a:bodyPr/>
                    <a:lstStyle/>
                    <a:p>
                      <a:r>
                        <a:rPr lang="en-US" sz="1400" dirty="0"/>
                        <a:t>Address</a:t>
                      </a:r>
                    </a:p>
                  </a:txBody>
                  <a:tcPr>
                    <a:solidFill>
                      <a:schemeClr val="tx1">
                        <a:lumMod val="65000"/>
                        <a:lumOff val="35000"/>
                      </a:schemeClr>
                    </a:solidFill>
                  </a:tcPr>
                </a:tc>
                <a:tc>
                  <a:txBody>
                    <a:bodyPr/>
                    <a:lstStyle/>
                    <a:p>
                      <a:r>
                        <a:rPr lang="en-US" sz="1400" dirty="0"/>
                        <a:t>Hex</a:t>
                      </a:r>
                    </a:p>
                  </a:txBody>
                  <a:tcPr>
                    <a:solidFill>
                      <a:schemeClr val="tx1">
                        <a:lumMod val="65000"/>
                        <a:lumOff val="35000"/>
                      </a:schemeClr>
                    </a:solidFill>
                  </a:tcPr>
                </a:tc>
                <a:tc>
                  <a:txBody>
                    <a:bodyPr/>
                    <a:lstStyle/>
                    <a:p>
                      <a:r>
                        <a:rPr lang="en-US" sz="1400" dirty="0"/>
                        <a:t>Assembly </a:t>
                      </a:r>
                    </a:p>
                  </a:txBody>
                  <a:tcPr>
                    <a:solidFill>
                      <a:schemeClr val="tx1">
                        <a:lumMod val="65000"/>
                        <a:lumOff val="35000"/>
                      </a:schemeClr>
                    </a:solidFill>
                  </a:tcPr>
                </a:tc>
                <a:extLst>
                  <a:ext uri="{0D108BD9-81ED-4DB2-BD59-A6C34878D82A}">
                    <a16:rowId xmlns:a16="http://schemas.microsoft.com/office/drawing/2014/main" val="3466765066"/>
                  </a:ext>
                </a:extLst>
              </a:tr>
            </a:tbl>
          </a:graphicData>
        </a:graphic>
      </p:graphicFrame>
    </p:spTree>
    <p:extLst>
      <p:ext uri="{BB962C8B-B14F-4D97-AF65-F5344CB8AC3E}">
        <p14:creationId xmlns:p14="http://schemas.microsoft.com/office/powerpoint/2010/main" val="236649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example</a:t>
            </a:r>
            <a:endParaRPr lang="en-US" dirty="0"/>
          </a:p>
        </p:txBody>
      </p:sp>
      <p:pic>
        <p:nvPicPr>
          <p:cNvPr id="2" name="Picture 2" descr="Diagram&#10;&#10;Description automatically generated">
            <a:extLst>
              <a:ext uri="{FF2B5EF4-FFF2-40B4-BE49-F238E27FC236}">
                <a16:creationId xmlns:a16="http://schemas.microsoft.com/office/drawing/2014/main" id="{EB407DA2-9FE2-F0C3-7C6F-7D6A655CBA95}"/>
              </a:ext>
            </a:extLst>
          </p:cNvPr>
          <p:cNvPicPr>
            <a:picLocks noChangeAspect="1"/>
          </p:cNvPicPr>
          <p:nvPr/>
        </p:nvPicPr>
        <p:blipFill>
          <a:blip r:embed="rId3"/>
          <a:stretch>
            <a:fillRect/>
          </a:stretch>
        </p:blipFill>
        <p:spPr>
          <a:xfrm>
            <a:off x="463546" y="1471407"/>
            <a:ext cx="2895600" cy="1799894"/>
          </a:xfrm>
          <a:prstGeom prst="rect">
            <a:avLst/>
          </a:prstGeom>
        </p:spPr>
      </p:pic>
      <p:pic>
        <p:nvPicPr>
          <p:cNvPr id="3" name="Picture 3" descr="Graphical user interface, text, application&#10;&#10;Description automatically generated">
            <a:extLst>
              <a:ext uri="{FF2B5EF4-FFF2-40B4-BE49-F238E27FC236}">
                <a16:creationId xmlns:a16="http://schemas.microsoft.com/office/drawing/2014/main" id="{F21890CA-501F-54B0-A7CE-152D9CE59C57}"/>
              </a:ext>
            </a:extLst>
          </p:cNvPr>
          <p:cNvPicPr>
            <a:picLocks noChangeAspect="1"/>
          </p:cNvPicPr>
          <p:nvPr/>
        </p:nvPicPr>
        <p:blipFill>
          <a:blip r:embed="rId4"/>
          <a:stretch>
            <a:fillRect/>
          </a:stretch>
        </p:blipFill>
        <p:spPr>
          <a:xfrm>
            <a:off x="3744686" y="1489077"/>
            <a:ext cx="3722914" cy="1466957"/>
          </a:xfrm>
          <a:prstGeom prst="rect">
            <a:avLst/>
          </a:prstGeom>
        </p:spPr>
      </p:pic>
      <p:pic>
        <p:nvPicPr>
          <p:cNvPr id="4" name="Picture 4" descr="Table&#10;&#10;Description automatically generated">
            <a:extLst>
              <a:ext uri="{FF2B5EF4-FFF2-40B4-BE49-F238E27FC236}">
                <a16:creationId xmlns:a16="http://schemas.microsoft.com/office/drawing/2014/main" id="{89D86089-E527-36F8-EB6F-87F9983AC598}"/>
              </a:ext>
            </a:extLst>
          </p:cNvPr>
          <p:cNvPicPr>
            <a:picLocks noChangeAspect="1"/>
          </p:cNvPicPr>
          <p:nvPr/>
        </p:nvPicPr>
        <p:blipFill>
          <a:blip r:embed="rId5"/>
          <a:stretch>
            <a:fillRect/>
          </a:stretch>
        </p:blipFill>
        <p:spPr>
          <a:xfrm>
            <a:off x="3744686" y="2957061"/>
            <a:ext cx="3722913" cy="2067443"/>
          </a:xfrm>
          <a:prstGeom prst="rect">
            <a:avLst/>
          </a:prstGeom>
        </p:spPr>
      </p:pic>
      <p:pic>
        <p:nvPicPr>
          <p:cNvPr id="5" name="Picture 5" descr="Table&#10;&#10;Description automatically generated">
            <a:extLst>
              <a:ext uri="{FF2B5EF4-FFF2-40B4-BE49-F238E27FC236}">
                <a16:creationId xmlns:a16="http://schemas.microsoft.com/office/drawing/2014/main" id="{957D2405-2081-D8E0-0760-4C01A56FC627}"/>
              </a:ext>
            </a:extLst>
          </p:cNvPr>
          <p:cNvPicPr>
            <a:picLocks noChangeAspect="1"/>
          </p:cNvPicPr>
          <p:nvPr/>
        </p:nvPicPr>
        <p:blipFill>
          <a:blip r:embed="rId6"/>
          <a:stretch>
            <a:fillRect/>
          </a:stretch>
        </p:blipFill>
        <p:spPr>
          <a:xfrm>
            <a:off x="7472868" y="2220987"/>
            <a:ext cx="3559628" cy="2161319"/>
          </a:xfrm>
          <a:prstGeom prst="rect">
            <a:avLst/>
          </a:prstGeom>
        </p:spPr>
      </p:pic>
      <p:pic>
        <p:nvPicPr>
          <p:cNvPr id="6" name="Picture 9">
            <a:extLst>
              <a:ext uri="{FF2B5EF4-FFF2-40B4-BE49-F238E27FC236}">
                <a16:creationId xmlns:a16="http://schemas.microsoft.com/office/drawing/2014/main" id="{F8A5AA99-3136-FD01-7AD3-4B84D39DE53E}"/>
              </a:ext>
            </a:extLst>
          </p:cNvPr>
          <p:cNvPicPr>
            <a:picLocks noChangeAspect="1"/>
          </p:cNvPicPr>
          <p:nvPr/>
        </p:nvPicPr>
        <p:blipFill>
          <a:blip r:embed="rId7"/>
          <a:stretch>
            <a:fillRect/>
          </a:stretch>
        </p:blipFill>
        <p:spPr>
          <a:xfrm>
            <a:off x="6041572" y="5556685"/>
            <a:ext cx="6030685" cy="904458"/>
          </a:xfrm>
          <a:prstGeom prst="rect">
            <a:avLst/>
          </a:prstGeom>
        </p:spPr>
      </p:pic>
      <p:sp>
        <p:nvSpPr>
          <p:cNvPr id="13" name="Flowchart: Connector 12">
            <a:extLst>
              <a:ext uri="{FF2B5EF4-FFF2-40B4-BE49-F238E27FC236}">
                <a16:creationId xmlns:a16="http://schemas.microsoft.com/office/drawing/2014/main" id="{A3642F1B-56E8-5E41-C681-BEC0472BE0FC}"/>
              </a:ext>
            </a:extLst>
          </p:cNvPr>
          <p:cNvSpPr/>
          <p:nvPr/>
        </p:nvSpPr>
        <p:spPr>
          <a:xfrm>
            <a:off x="6695" y="1248545"/>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1400" b="1" dirty="0">
                <a:latin typeface="Lucida Sans"/>
                <a:cs typeface="Arial"/>
              </a:rPr>
              <a:t>Step 3</a:t>
            </a:r>
          </a:p>
        </p:txBody>
      </p:sp>
      <p:sp>
        <p:nvSpPr>
          <p:cNvPr id="15" name="Flowchart: Connector 14">
            <a:extLst>
              <a:ext uri="{FF2B5EF4-FFF2-40B4-BE49-F238E27FC236}">
                <a16:creationId xmlns:a16="http://schemas.microsoft.com/office/drawing/2014/main" id="{2B6070E2-B396-6940-B986-8505E0774132}"/>
              </a:ext>
            </a:extLst>
          </p:cNvPr>
          <p:cNvSpPr/>
          <p:nvPr/>
        </p:nvSpPr>
        <p:spPr>
          <a:xfrm>
            <a:off x="6810869" y="1181289"/>
            <a:ext cx="1033852" cy="452508"/>
          </a:xfrm>
          <a:prstGeom prst="flowChartConnector">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1400" b="1" dirty="0">
                <a:latin typeface="Lucida Sans"/>
                <a:cs typeface="Arial"/>
              </a:rPr>
              <a:t>Step 4</a:t>
            </a:r>
          </a:p>
        </p:txBody>
      </p:sp>
      <p:sp>
        <p:nvSpPr>
          <p:cNvPr id="17" name="Flowchart: Connector 16">
            <a:extLst>
              <a:ext uri="{FF2B5EF4-FFF2-40B4-BE49-F238E27FC236}">
                <a16:creationId xmlns:a16="http://schemas.microsoft.com/office/drawing/2014/main" id="{D365BF8C-46A5-AD0B-E2CF-B81279E00B55}"/>
              </a:ext>
            </a:extLst>
          </p:cNvPr>
          <p:cNvSpPr/>
          <p:nvPr/>
        </p:nvSpPr>
        <p:spPr>
          <a:xfrm>
            <a:off x="5389129" y="4899274"/>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1400" b="1" dirty="0">
                <a:latin typeface="Lucida Sans"/>
                <a:cs typeface="Arial"/>
              </a:rPr>
              <a:t>Step 5</a:t>
            </a:r>
          </a:p>
        </p:txBody>
      </p:sp>
      <p:sp>
        <p:nvSpPr>
          <p:cNvPr id="8" name="TextBox 7">
            <a:extLst>
              <a:ext uri="{FF2B5EF4-FFF2-40B4-BE49-F238E27FC236}">
                <a16:creationId xmlns:a16="http://schemas.microsoft.com/office/drawing/2014/main" id="{EA874F1A-0A91-6940-4876-9F830DEFE464}"/>
              </a:ext>
            </a:extLst>
          </p:cNvPr>
          <p:cNvSpPr txBox="1"/>
          <p:nvPr/>
        </p:nvSpPr>
        <p:spPr>
          <a:xfrm>
            <a:off x="285394" y="646498"/>
            <a:ext cx="9593666" cy="400110"/>
          </a:xfrm>
          <a:prstGeom prst="rect">
            <a:avLst/>
          </a:prstGeom>
          <a:noFill/>
        </p:spPr>
        <p:txBody>
          <a:bodyPr wrap="square">
            <a:spAutoFit/>
          </a:bodyPr>
          <a:lstStyle/>
          <a:p>
            <a:r>
              <a:rPr lang="en-US" sz="2000" dirty="0"/>
              <a:t>Select a couple code caves instructions and edit</a:t>
            </a:r>
          </a:p>
        </p:txBody>
      </p:sp>
      <p:sp>
        <p:nvSpPr>
          <p:cNvPr id="22" name="TextBox 21">
            <a:extLst>
              <a:ext uri="{FF2B5EF4-FFF2-40B4-BE49-F238E27FC236}">
                <a16:creationId xmlns:a16="http://schemas.microsoft.com/office/drawing/2014/main" id="{271D24B9-EFD2-2C75-4253-B7D56ECD4ABF}"/>
              </a:ext>
            </a:extLst>
          </p:cNvPr>
          <p:cNvSpPr txBox="1"/>
          <p:nvPr/>
        </p:nvSpPr>
        <p:spPr>
          <a:xfrm>
            <a:off x="791581" y="5718857"/>
            <a:ext cx="5104252" cy="707886"/>
          </a:xfrm>
          <a:prstGeom prst="rect">
            <a:avLst/>
          </a:prstGeom>
          <a:noFill/>
        </p:spPr>
        <p:txBody>
          <a:bodyPr wrap="square">
            <a:spAutoFit/>
          </a:bodyPr>
          <a:lstStyle/>
          <a:p>
            <a:pPr marL="285750" lvl="0" indent="-285750" algn="l" rtl="0">
              <a:spcBef>
                <a:spcPts val="0"/>
              </a:spcBef>
              <a:spcAft>
                <a:spcPts val="0"/>
              </a:spcAft>
              <a:buFont typeface="Arial" panose="020B0604020202020204" pitchFamily="34" charset="0"/>
              <a:buChar char="•"/>
            </a:pPr>
            <a:r>
              <a:rPr lang="en-US" sz="2000" dirty="0"/>
              <a:t>We also have to add code to push the starting address of the malicious code</a:t>
            </a:r>
          </a:p>
        </p:txBody>
      </p:sp>
      <p:graphicFrame>
        <p:nvGraphicFramePr>
          <p:cNvPr id="25" name="Table 24">
            <a:extLst>
              <a:ext uri="{FF2B5EF4-FFF2-40B4-BE49-F238E27FC236}">
                <a16:creationId xmlns:a16="http://schemas.microsoft.com/office/drawing/2014/main" id="{33C8CAFC-1006-465F-7A3C-9D3E6A5398B6}"/>
              </a:ext>
            </a:extLst>
          </p:cNvPr>
          <p:cNvGraphicFramePr>
            <a:graphicFrameLocks noGrp="1"/>
          </p:cNvGraphicFramePr>
          <p:nvPr>
            <p:extLst>
              <p:ext uri="{D42A27DB-BD31-4B8C-83A1-F6EECF244321}">
                <p14:modId xmlns:p14="http://schemas.microsoft.com/office/powerpoint/2010/main" val="1056944718"/>
              </p:ext>
            </p:extLst>
          </p:nvPr>
        </p:nvGraphicFramePr>
        <p:xfrm>
          <a:off x="7467599" y="1955173"/>
          <a:ext cx="3559627" cy="274320"/>
        </p:xfrm>
        <a:graphic>
          <a:graphicData uri="http://schemas.openxmlformats.org/drawingml/2006/table">
            <a:tbl>
              <a:tblPr firstRow="1" bandRow="1">
                <a:tableStyleId>{5C22544A-7EE6-4342-B048-85BDC9FD1C3A}</a:tableStyleId>
              </a:tblPr>
              <a:tblGrid>
                <a:gridCol w="822961">
                  <a:extLst>
                    <a:ext uri="{9D8B030D-6E8A-4147-A177-3AD203B41FA5}">
                      <a16:colId xmlns:a16="http://schemas.microsoft.com/office/drawing/2014/main" val="2867823270"/>
                    </a:ext>
                  </a:extLst>
                </a:gridCol>
                <a:gridCol w="790510">
                  <a:extLst>
                    <a:ext uri="{9D8B030D-6E8A-4147-A177-3AD203B41FA5}">
                      <a16:colId xmlns:a16="http://schemas.microsoft.com/office/drawing/2014/main" val="889298832"/>
                    </a:ext>
                  </a:extLst>
                </a:gridCol>
                <a:gridCol w="1946156">
                  <a:extLst>
                    <a:ext uri="{9D8B030D-6E8A-4147-A177-3AD203B41FA5}">
                      <a16:colId xmlns:a16="http://schemas.microsoft.com/office/drawing/2014/main" val="3389070136"/>
                    </a:ext>
                  </a:extLst>
                </a:gridCol>
              </a:tblGrid>
              <a:tr h="0">
                <a:tc>
                  <a:txBody>
                    <a:bodyPr/>
                    <a:lstStyle/>
                    <a:p>
                      <a:r>
                        <a:rPr lang="en-US" sz="1200" dirty="0"/>
                        <a:t>Address</a:t>
                      </a:r>
                    </a:p>
                  </a:txBody>
                  <a:tcPr>
                    <a:solidFill>
                      <a:schemeClr val="tx1">
                        <a:lumMod val="65000"/>
                        <a:lumOff val="35000"/>
                      </a:schemeClr>
                    </a:solidFill>
                  </a:tcPr>
                </a:tc>
                <a:tc>
                  <a:txBody>
                    <a:bodyPr/>
                    <a:lstStyle/>
                    <a:p>
                      <a:r>
                        <a:rPr lang="en-US" sz="1200" dirty="0"/>
                        <a:t>Hex</a:t>
                      </a:r>
                    </a:p>
                  </a:txBody>
                  <a:tcPr>
                    <a:solidFill>
                      <a:schemeClr val="tx1">
                        <a:lumMod val="65000"/>
                        <a:lumOff val="35000"/>
                      </a:schemeClr>
                    </a:solidFill>
                  </a:tcPr>
                </a:tc>
                <a:tc>
                  <a:txBody>
                    <a:bodyPr/>
                    <a:lstStyle/>
                    <a:p>
                      <a:r>
                        <a:rPr lang="en-US" sz="1200" dirty="0"/>
                        <a:t>Assembly </a:t>
                      </a:r>
                    </a:p>
                  </a:txBody>
                  <a:tcPr>
                    <a:solidFill>
                      <a:schemeClr val="tx1">
                        <a:lumMod val="65000"/>
                        <a:lumOff val="35000"/>
                      </a:schemeClr>
                    </a:solidFill>
                  </a:tcPr>
                </a:tc>
                <a:extLst>
                  <a:ext uri="{0D108BD9-81ED-4DB2-BD59-A6C34878D82A}">
                    <a16:rowId xmlns:a16="http://schemas.microsoft.com/office/drawing/2014/main" val="3466765066"/>
                  </a:ext>
                </a:extLst>
              </a:tr>
            </a:tbl>
          </a:graphicData>
        </a:graphic>
      </p:graphicFrame>
      <p:sp>
        <p:nvSpPr>
          <p:cNvPr id="27" name="TextBox 26">
            <a:extLst>
              <a:ext uri="{FF2B5EF4-FFF2-40B4-BE49-F238E27FC236}">
                <a16:creationId xmlns:a16="http://schemas.microsoft.com/office/drawing/2014/main" id="{A65943E3-8C53-9224-7959-1D7FD973BA3B}"/>
              </a:ext>
            </a:extLst>
          </p:cNvPr>
          <p:cNvSpPr txBox="1"/>
          <p:nvPr/>
        </p:nvSpPr>
        <p:spPr>
          <a:xfrm>
            <a:off x="-32365" y="3645398"/>
            <a:ext cx="3722913" cy="1077218"/>
          </a:xfrm>
          <a:prstGeom prst="rect">
            <a:avLst/>
          </a:prstGeom>
          <a:solidFill>
            <a:schemeClr val="accent4">
              <a:lumMod val="40000"/>
              <a:lumOff val="60000"/>
            </a:schemeClr>
          </a:solidFill>
        </p:spPr>
        <p:txBody>
          <a:bodyPr wrap="square">
            <a:spAutoFit/>
          </a:bodyPr>
          <a:lstStyle/>
          <a:p>
            <a:r>
              <a:rPr lang="en-US" sz="1600" b="0" i="0" dirty="0">
                <a:solidFill>
                  <a:srgbClr val="212529"/>
                </a:solidFill>
                <a:effectLst/>
                <a:latin typeface="Open Sans" panose="020B0606030504020204" pitchFamily="34" charset="0"/>
              </a:rPr>
              <a:t> label the spyware program executable as </a:t>
            </a:r>
            <a:r>
              <a:rPr lang="en-US" sz="1600" b="1" i="1" dirty="0">
                <a:solidFill>
                  <a:srgbClr val="212529"/>
                </a:solidFill>
                <a:effectLst/>
                <a:latin typeface="Open Sans" panose="020B0606030504020204" pitchFamily="34" charset="0"/>
              </a:rPr>
              <a:t>spyware.exe</a:t>
            </a:r>
            <a:r>
              <a:rPr lang="en-US" sz="1600" b="0" i="0" dirty="0">
                <a:solidFill>
                  <a:srgbClr val="212529"/>
                </a:solidFill>
                <a:effectLst/>
                <a:latin typeface="Open Sans" panose="020B0606030504020204" pitchFamily="34" charset="0"/>
              </a:rPr>
              <a:t> in the ASCII box while editing address 0040518A</a:t>
            </a:r>
            <a:endParaRPr lang="en-US" sz="1600" dirty="0"/>
          </a:p>
        </p:txBody>
      </p:sp>
      <p:sp>
        <p:nvSpPr>
          <p:cNvPr id="28" name="TextBox 27">
            <a:extLst>
              <a:ext uri="{FF2B5EF4-FFF2-40B4-BE49-F238E27FC236}">
                <a16:creationId xmlns:a16="http://schemas.microsoft.com/office/drawing/2014/main" id="{92654B4D-E4C5-B63A-8FD1-36F54E34589F}"/>
              </a:ext>
            </a:extLst>
          </p:cNvPr>
          <p:cNvSpPr txBox="1"/>
          <p:nvPr/>
        </p:nvSpPr>
        <p:spPr>
          <a:xfrm>
            <a:off x="7521737" y="3626187"/>
            <a:ext cx="3722913" cy="923330"/>
          </a:xfrm>
          <a:prstGeom prst="rect">
            <a:avLst/>
          </a:prstGeom>
          <a:solidFill>
            <a:schemeClr val="accent4">
              <a:lumMod val="40000"/>
              <a:lumOff val="60000"/>
            </a:schemeClr>
          </a:solidFill>
        </p:spPr>
        <p:txBody>
          <a:bodyPr wrap="square">
            <a:spAutoFit/>
          </a:bodyPr>
          <a:lstStyle/>
          <a:p>
            <a:r>
              <a:rPr lang="en-US" dirty="0"/>
              <a:t>Corresponding hex code is automatically generated and placed at the 0040518A offset.</a:t>
            </a:r>
            <a:endParaRPr lang="en-US" sz="1600" dirty="0"/>
          </a:p>
        </p:txBody>
      </p:sp>
    </p:spTree>
    <p:extLst>
      <p:ext uri="{BB962C8B-B14F-4D97-AF65-F5344CB8AC3E}">
        <p14:creationId xmlns:p14="http://schemas.microsoft.com/office/powerpoint/2010/main" val="72539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0"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 presetClass="entr" presetSubtype="0" fill="hold" nodeType="with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example</a:t>
            </a:r>
            <a:endParaRPr lang="en-US" dirty="0"/>
          </a:p>
        </p:txBody>
      </p:sp>
      <p:pic>
        <p:nvPicPr>
          <p:cNvPr id="7" name="Picture 7" descr="A picture containing text&#10;&#10;Description automatically generated">
            <a:extLst>
              <a:ext uri="{FF2B5EF4-FFF2-40B4-BE49-F238E27FC236}">
                <a16:creationId xmlns:a16="http://schemas.microsoft.com/office/drawing/2014/main" id="{B0906867-8591-0452-BAD1-3B87D2900135}"/>
              </a:ext>
            </a:extLst>
          </p:cNvPr>
          <p:cNvPicPr>
            <a:picLocks noChangeAspect="1"/>
          </p:cNvPicPr>
          <p:nvPr/>
        </p:nvPicPr>
        <p:blipFill>
          <a:blip r:embed="rId3"/>
          <a:stretch>
            <a:fillRect/>
          </a:stretch>
        </p:blipFill>
        <p:spPr>
          <a:xfrm>
            <a:off x="4013952" y="924754"/>
            <a:ext cx="7260771" cy="987972"/>
          </a:xfrm>
          <a:prstGeom prst="rect">
            <a:avLst/>
          </a:prstGeom>
        </p:spPr>
      </p:pic>
      <p:pic>
        <p:nvPicPr>
          <p:cNvPr id="13" name="Picture 13">
            <a:extLst>
              <a:ext uri="{FF2B5EF4-FFF2-40B4-BE49-F238E27FC236}">
                <a16:creationId xmlns:a16="http://schemas.microsoft.com/office/drawing/2014/main" id="{C39A3830-8263-10CD-6480-0727BAF0A8F8}"/>
              </a:ext>
            </a:extLst>
          </p:cNvPr>
          <p:cNvPicPr>
            <a:picLocks noChangeAspect="1"/>
          </p:cNvPicPr>
          <p:nvPr/>
        </p:nvPicPr>
        <p:blipFill>
          <a:blip r:embed="rId4"/>
          <a:stretch>
            <a:fillRect/>
          </a:stretch>
        </p:blipFill>
        <p:spPr>
          <a:xfrm>
            <a:off x="3883323" y="3429000"/>
            <a:ext cx="7391399" cy="3158959"/>
          </a:xfrm>
          <a:prstGeom prst="rect">
            <a:avLst/>
          </a:prstGeom>
        </p:spPr>
      </p:pic>
      <p:sp>
        <p:nvSpPr>
          <p:cNvPr id="19" name="Flowchart: Connector 18">
            <a:extLst>
              <a:ext uri="{FF2B5EF4-FFF2-40B4-BE49-F238E27FC236}">
                <a16:creationId xmlns:a16="http://schemas.microsoft.com/office/drawing/2014/main" id="{1207EFA6-98AD-AEF4-E2F3-BB1904F508EC}"/>
              </a:ext>
            </a:extLst>
          </p:cNvPr>
          <p:cNvSpPr/>
          <p:nvPr/>
        </p:nvSpPr>
        <p:spPr>
          <a:xfrm>
            <a:off x="10824545" y="312259"/>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1400" b="1" dirty="0">
                <a:latin typeface="Lucida Sans"/>
                <a:cs typeface="Arial"/>
              </a:rPr>
              <a:t>Step 6</a:t>
            </a:r>
          </a:p>
        </p:txBody>
      </p:sp>
      <p:sp>
        <p:nvSpPr>
          <p:cNvPr id="23" name="Flowchart: Connector 22">
            <a:extLst>
              <a:ext uri="{FF2B5EF4-FFF2-40B4-BE49-F238E27FC236}">
                <a16:creationId xmlns:a16="http://schemas.microsoft.com/office/drawing/2014/main" id="{AE89D88C-D173-C834-B425-EF050E2A1068}"/>
              </a:ext>
            </a:extLst>
          </p:cNvPr>
          <p:cNvSpPr/>
          <p:nvPr/>
        </p:nvSpPr>
        <p:spPr>
          <a:xfrm>
            <a:off x="11003280" y="3364035"/>
            <a:ext cx="903513" cy="751113"/>
          </a:xfrm>
          <a:prstGeom prst="flowChartConnector">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a:r>
              <a:rPr lang="en-US" sz="1400" b="1" dirty="0">
                <a:latin typeface="Lucida Sans"/>
                <a:cs typeface="Arial"/>
              </a:rPr>
              <a:t>Step 7</a:t>
            </a:r>
          </a:p>
        </p:txBody>
      </p:sp>
      <p:sp>
        <p:nvSpPr>
          <p:cNvPr id="3" name="TextBox 2">
            <a:extLst>
              <a:ext uri="{FF2B5EF4-FFF2-40B4-BE49-F238E27FC236}">
                <a16:creationId xmlns:a16="http://schemas.microsoft.com/office/drawing/2014/main" id="{4C69BE07-6DCD-AD63-9073-88BDCF4B44B6}"/>
              </a:ext>
            </a:extLst>
          </p:cNvPr>
          <p:cNvSpPr txBox="1"/>
          <p:nvPr/>
        </p:nvSpPr>
        <p:spPr>
          <a:xfrm>
            <a:off x="162560" y="926736"/>
            <a:ext cx="3881120" cy="923330"/>
          </a:xfrm>
          <a:prstGeom prst="rect">
            <a:avLst/>
          </a:prstGeom>
          <a:solidFill>
            <a:schemeClr val="accent4">
              <a:lumMod val="40000"/>
              <a:lumOff val="60000"/>
            </a:schemeClr>
          </a:solidFill>
        </p:spPr>
        <p:txBody>
          <a:bodyPr wrap="square">
            <a:spAutoFit/>
          </a:bodyPr>
          <a:lstStyle/>
          <a:p>
            <a:r>
              <a:rPr lang="en-US" dirty="0"/>
              <a:t>Our spyware program is having an *.exe format. To run it, we have to use  CALL </a:t>
            </a:r>
            <a:r>
              <a:rPr lang="en-US" dirty="0" err="1"/>
              <a:t>WinExec</a:t>
            </a:r>
            <a:r>
              <a:rPr lang="en-US" dirty="0"/>
              <a:t> instruction</a:t>
            </a:r>
          </a:p>
        </p:txBody>
      </p:sp>
      <p:sp>
        <p:nvSpPr>
          <p:cNvPr id="4" name="TextBox 3">
            <a:extLst>
              <a:ext uri="{FF2B5EF4-FFF2-40B4-BE49-F238E27FC236}">
                <a16:creationId xmlns:a16="http://schemas.microsoft.com/office/drawing/2014/main" id="{7A456599-5037-F1F5-B90F-3DD1500987C0}"/>
              </a:ext>
            </a:extLst>
          </p:cNvPr>
          <p:cNvSpPr txBox="1"/>
          <p:nvPr/>
        </p:nvSpPr>
        <p:spPr>
          <a:xfrm>
            <a:off x="2740742" y="6422092"/>
            <a:ext cx="9451258"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dirty="0">
                <a:ea typeface="+mn-lt"/>
                <a:cs typeface="+mn-lt"/>
                <a:hlinkClick r:id="rId5"/>
              </a:rPr>
              <a:t>Source : </a:t>
            </a:r>
            <a:r>
              <a:rPr lang="en-US" sz="900" dirty="0">
                <a:ea typeface="+mn-lt"/>
                <a:cs typeface="+mn-lt"/>
                <a:hlinkClick r:id="rId5"/>
              </a:rPr>
              <a:t>Injecting spyware in an EXE (code injection) |Infosec Resources (infosecinstitute.com)</a:t>
            </a:r>
            <a:endParaRPr lang="en-US" sz="900" dirty="0">
              <a:cs typeface="Arial"/>
            </a:endParaRPr>
          </a:p>
        </p:txBody>
      </p:sp>
      <p:pic>
        <p:nvPicPr>
          <p:cNvPr id="6" name="Picture 7" descr="Table&#10;&#10;Description automatically generated">
            <a:extLst>
              <a:ext uri="{FF2B5EF4-FFF2-40B4-BE49-F238E27FC236}">
                <a16:creationId xmlns:a16="http://schemas.microsoft.com/office/drawing/2014/main" id="{1B1439C9-10BA-9CA2-F1F9-452DFE1A083C}"/>
              </a:ext>
            </a:extLst>
          </p:cNvPr>
          <p:cNvPicPr>
            <a:picLocks noChangeAspect="1"/>
          </p:cNvPicPr>
          <p:nvPr/>
        </p:nvPicPr>
        <p:blipFill>
          <a:blip r:embed="rId6"/>
          <a:stretch>
            <a:fillRect/>
          </a:stretch>
        </p:blipFill>
        <p:spPr>
          <a:xfrm>
            <a:off x="285954" y="5143547"/>
            <a:ext cx="4463814" cy="893150"/>
          </a:xfrm>
          <a:prstGeom prst="rect">
            <a:avLst/>
          </a:prstGeom>
          <a:ln>
            <a:solidFill>
              <a:schemeClr val="tx1"/>
            </a:solidFill>
          </a:ln>
        </p:spPr>
      </p:pic>
      <p:sp>
        <p:nvSpPr>
          <p:cNvPr id="8" name="TextBox 7">
            <a:extLst>
              <a:ext uri="{FF2B5EF4-FFF2-40B4-BE49-F238E27FC236}">
                <a16:creationId xmlns:a16="http://schemas.microsoft.com/office/drawing/2014/main" id="{3D4F5EE2-BF48-1DD9-2176-7BA32843F1EC}"/>
              </a:ext>
            </a:extLst>
          </p:cNvPr>
          <p:cNvSpPr txBox="1"/>
          <p:nvPr/>
        </p:nvSpPr>
        <p:spPr>
          <a:xfrm>
            <a:off x="917278" y="4685918"/>
            <a:ext cx="1487323" cy="369332"/>
          </a:xfrm>
          <a:prstGeom prst="rect">
            <a:avLst/>
          </a:prstGeom>
          <a:solidFill>
            <a:schemeClr val="accent4">
              <a:lumMod val="40000"/>
              <a:lumOff val="60000"/>
            </a:schemeClr>
          </a:solidFill>
        </p:spPr>
        <p:txBody>
          <a:bodyPr wrap="square">
            <a:spAutoFit/>
          </a:bodyPr>
          <a:lstStyle/>
          <a:p>
            <a:r>
              <a:rPr lang="en-US" dirty="0"/>
              <a:t>Before edit</a:t>
            </a:r>
          </a:p>
        </p:txBody>
      </p:sp>
      <p:sp>
        <p:nvSpPr>
          <p:cNvPr id="9" name="TextBox 8">
            <a:extLst>
              <a:ext uri="{FF2B5EF4-FFF2-40B4-BE49-F238E27FC236}">
                <a16:creationId xmlns:a16="http://schemas.microsoft.com/office/drawing/2014/main" id="{0FEBEE27-4D34-968B-1468-9688E025C4F5}"/>
              </a:ext>
            </a:extLst>
          </p:cNvPr>
          <p:cNvSpPr txBox="1"/>
          <p:nvPr/>
        </p:nvSpPr>
        <p:spPr>
          <a:xfrm>
            <a:off x="8735398" y="5143547"/>
            <a:ext cx="1487323" cy="369332"/>
          </a:xfrm>
          <a:prstGeom prst="rect">
            <a:avLst/>
          </a:prstGeom>
          <a:solidFill>
            <a:schemeClr val="accent4">
              <a:lumMod val="40000"/>
              <a:lumOff val="60000"/>
            </a:schemeClr>
          </a:solidFill>
        </p:spPr>
        <p:txBody>
          <a:bodyPr wrap="square">
            <a:spAutoFit/>
          </a:bodyPr>
          <a:lstStyle/>
          <a:p>
            <a:r>
              <a:rPr lang="en-US" dirty="0"/>
              <a:t>After edit</a:t>
            </a:r>
          </a:p>
        </p:txBody>
      </p:sp>
    </p:spTree>
    <p:extLst>
      <p:ext uri="{BB962C8B-B14F-4D97-AF65-F5344CB8AC3E}">
        <p14:creationId xmlns:p14="http://schemas.microsoft.com/office/powerpoint/2010/main" val="307281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3"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err="1">
                <a:latin typeface="Lucida Sans"/>
              </a:rPr>
              <a:t>REv.</a:t>
            </a:r>
            <a:r>
              <a:rPr lang="en" dirty="0">
                <a:latin typeface="Lucida Sans"/>
              </a:rPr>
              <a:t> Eng. In Embedded Devices</a:t>
            </a:r>
            <a:endParaRPr lang="en" dirty="0">
              <a:latin typeface="Lucida Sans" panose="020B0602030504020204" pitchFamily="34" charset="0"/>
            </a:endParaRPr>
          </a:p>
        </p:txBody>
      </p:sp>
      <p:sp>
        <p:nvSpPr>
          <p:cNvPr id="68" name="Google Shape;68;p14"/>
          <p:cNvSpPr txBox="1">
            <a:spLocks noGrp="1"/>
          </p:cNvSpPr>
          <p:nvPr>
            <p:ph type="body" idx="1"/>
          </p:nvPr>
        </p:nvSpPr>
        <p:spPr>
          <a:xfrm>
            <a:off x="415600" y="767600"/>
            <a:ext cx="7148600" cy="5726748"/>
          </a:xfrm>
          <a:prstGeom prst="rect">
            <a:avLst/>
          </a:prstGeom>
        </p:spPr>
        <p:txBody>
          <a:bodyPr spcFirstLastPara="1" vert="horz" wrap="square" lIns="121900" tIns="121900" rIns="121900" bIns="121900" rtlCol="0" anchor="t" anchorCtr="0">
            <a:noAutofit/>
          </a:bodyPr>
          <a:lstStyle/>
          <a:p>
            <a:pPr marL="608965" indent="-456565">
              <a:spcBef>
                <a:spcPts val="640"/>
              </a:spcBef>
            </a:pPr>
            <a:r>
              <a:rPr lang="en" sz="2400" dirty="0">
                <a:latin typeface="Lucida Sans"/>
                <a:cs typeface="Times New Roman"/>
              </a:rPr>
              <a:t>Loading a program onto an embedded device required following steps:</a:t>
            </a:r>
            <a:endParaRPr lang="en" sz="2400">
              <a:latin typeface="Lucida Sans" panose="020B0602030504020204" pitchFamily="34" charset="0"/>
              <a:cs typeface="Times New Roman" panose="02020603050405020304" pitchFamily="18" charset="0"/>
            </a:endParaRPr>
          </a:p>
          <a:p>
            <a:pPr marL="1218565" lvl="1" indent="-422910">
              <a:spcBef>
                <a:spcPts val="640"/>
              </a:spcBef>
              <a:buClr>
                <a:srgbClr val="262626"/>
              </a:buClr>
              <a:buSzPts val="1800"/>
            </a:pPr>
            <a:r>
              <a:rPr lang="en" sz="2400" dirty="0">
                <a:latin typeface="Lucida Sans"/>
                <a:cs typeface="Times New Roman"/>
              </a:rPr>
              <a:t>Writing the program in behavior level i.e. C or C++</a:t>
            </a:r>
            <a:endParaRPr lang="en" sz="2400">
              <a:latin typeface="Lucida Sans" panose="020B0602030504020204" pitchFamily="34" charset="0"/>
              <a:cs typeface="Times New Roman" panose="02020603050405020304" pitchFamily="18" charset="0"/>
            </a:endParaRPr>
          </a:p>
          <a:p>
            <a:pPr marL="1218565" lvl="1" indent="-422910">
              <a:spcBef>
                <a:spcPts val="640"/>
              </a:spcBef>
              <a:buClr>
                <a:srgbClr val="262626"/>
              </a:buClr>
            </a:pPr>
            <a:r>
              <a:rPr lang="en" sz="2400" dirty="0">
                <a:latin typeface="Lucida Sans"/>
                <a:cs typeface="Times New Roman"/>
              </a:rPr>
              <a:t>Compile the code into a machine readable format</a:t>
            </a:r>
            <a:endParaRPr lang="en" sz="2400">
              <a:latin typeface="Lucida Sans" panose="020B0602030504020204" pitchFamily="34" charset="0"/>
              <a:cs typeface="Times New Roman" panose="02020603050405020304" pitchFamily="18" charset="0"/>
            </a:endParaRPr>
          </a:p>
          <a:p>
            <a:pPr marL="1218565" lvl="1" indent="-422910">
              <a:spcBef>
                <a:spcPts val="640"/>
              </a:spcBef>
              <a:buClr>
                <a:srgbClr val="262626"/>
              </a:buClr>
            </a:pPr>
            <a:r>
              <a:rPr lang="en" sz="2400" dirty="0">
                <a:latin typeface="Lucida Sans"/>
                <a:cs typeface="Times New Roman"/>
              </a:rPr>
              <a:t>Load the binary/executable image in device memory</a:t>
            </a:r>
            <a:endParaRPr lang="en" sz="2400">
              <a:latin typeface="Lucida Sans" panose="020B0602030504020204" pitchFamily="34" charset="0"/>
              <a:cs typeface="Times New Roman" panose="02020603050405020304" pitchFamily="18" charset="0"/>
            </a:endParaRPr>
          </a:p>
          <a:p>
            <a:pPr marL="608965" indent="-456565">
              <a:spcBef>
                <a:spcPts val="640"/>
              </a:spcBef>
              <a:buClr>
                <a:srgbClr val="262626"/>
              </a:buClr>
            </a:pPr>
            <a:r>
              <a:rPr lang="en" sz="2400" dirty="0">
                <a:latin typeface="Lucida Sans"/>
                <a:ea typeface="+mn-lt"/>
                <a:cs typeface="Times New Roman"/>
              </a:rPr>
              <a:t>Can an attacker with physical access to the device steal the binary image?</a:t>
            </a:r>
            <a:endParaRPr lang="en" sz="2400" dirty="0">
              <a:latin typeface="Lucida Sans" panose="020B0602030504020204" pitchFamily="34" charset="0"/>
              <a:ea typeface="+mn-lt"/>
              <a:cs typeface="Times New Roman" panose="02020603050405020304" pitchFamily="18" charset="0"/>
            </a:endParaRPr>
          </a:p>
          <a:p>
            <a:pPr marL="608965" indent="-456565">
              <a:spcBef>
                <a:spcPts val="640"/>
              </a:spcBef>
              <a:buClr>
                <a:srgbClr val="262626"/>
              </a:buClr>
            </a:pPr>
            <a:r>
              <a:rPr lang="en" sz="2400" dirty="0">
                <a:latin typeface="Lucida Sans"/>
                <a:ea typeface="+mn-lt"/>
                <a:cs typeface="Times New Roman"/>
              </a:rPr>
              <a:t>Yes!  It is possible to extract the binary from its memory using tools such as JTAG debugger, logic analyzer, or firmware extraction tool.</a:t>
            </a:r>
            <a:endParaRPr lang="en" sz="2400">
              <a:latin typeface="Lucida Sans" panose="020B0602030504020204" pitchFamily="34" charset="0"/>
              <a:cs typeface="Times New Roman" panose="02020603050405020304" pitchFamily="18" charset="0"/>
            </a:endParaRPr>
          </a:p>
          <a:p>
            <a:pPr marL="457200" indent="-457200">
              <a:spcAft>
                <a:spcPts val="2133"/>
              </a:spcAft>
              <a:buClr>
                <a:prstClr val="black">
                  <a:lumMod val="85000"/>
                  <a:lumOff val="15000"/>
                </a:prstClr>
              </a:buClr>
            </a:pPr>
            <a:endParaRPr lang="en-US" sz="2400" dirty="0">
              <a:latin typeface="Lucida Sans" panose="020B0602030504020204" pitchFamily="34" charset="0"/>
              <a:cs typeface="Times New Roman" panose="02020603050405020304" pitchFamily="18" charset="0"/>
            </a:endParaRPr>
          </a:p>
        </p:txBody>
      </p:sp>
      <p:pic>
        <p:nvPicPr>
          <p:cNvPr id="2" name="Picture 2">
            <a:extLst>
              <a:ext uri="{FF2B5EF4-FFF2-40B4-BE49-F238E27FC236}">
                <a16:creationId xmlns:a16="http://schemas.microsoft.com/office/drawing/2014/main" id="{5FE1BFB0-E4C7-F868-65B5-F4BC68C4A7C3}"/>
              </a:ext>
            </a:extLst>
          </p:cNvPr>
          <p:cNvPicPr>
            <a:picLocks noChangeAspect="1"/>
          </p:cNvPicPr>
          <p:nvPr/>
        </p:nvPicPr>
        <p:blipFill>
          <a:blip r:embed="rId3"/>
          <a:stretch>
            <a:fillRect/>
          </a:stretch>
        </p:blipFill>
        <p:spPr>
          <a:xfrm>
            <a:off x="7809271" y="1044409"/>
            <a:ext cx="4021393" cy="3097697"/>
          </a:xfrm>
          <a:prstGeom prst="rect">
            <a:avLst/>
          </a:prstGeom>
        </p:spPr>
      </p:pic>
      <p:sp>
        <p:nvSpPr>
          <p:cNvPr id="3" name="TextBox 2">
            <a:extLst>
              <a:ext uri="{FF2B5EF4-FFF2-40B4-BE49-F238E27FC236}">
                <a16:creationId xmlns:a16="http://schemas.microsoft.com/office/drawing/2014/main" id="{66FD5612-F385-518A-660C-C53D0818A23E}"/>
              </a:ext>
            </a:extLst>
          </p:cNvPr>
          <p:cNvSpPr txBox="1"/>
          <p:nvPr/>
        </p:nvSpPr>
        <p:spPr>
          <a:xfrm>
            <a:off x="8418870" y="4535129"/>
            <a:ext cx="309961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Lucida Sans"/>
                <a:cs typeface="Arial"/>
              </a:rPr>
              <a:t>Note: Using SPI (Serial Peripheral Interface) bus, MCU communicate with flash memory.</a:t>
            </a:r>
            <a:endParaRPr lang="en-US" sz="1600" b="1">
              <a:latin typeface="Lucida Sans"/>
            </a:endParaRPr>
          </a:p>
        </p:txBody>
      </p:sp>
    </p:spTree>
    <p:extLst>
      <p:ext uri="{BB962C8B-B14F-4D97-AF65-F5344CB8AC3E}">
        <p14:creationId xmlns:p14="http://schemas.microsoft.com/office/powerpoint/2010/main" val="153145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Intro to 8051 MCU:</a:t>
            </a:r>
            <a:endParaRPr lang="en" dirty="0">
              <a:latin typeface="Lucida Sans" panose="020B0602030504020204" pitchFamily="34" charset="0"/>
            </a:endParaRPr>
          </a:p>
        </p:txBody>
      </p:sp>
      <p:sp>
        <p:nvSpPr>
          <p:cNvPr id="68" name="Google Shape;68;p14"/>
          <p:cNvSpPr txBox="1">
            <a:spLocks noGrp="1"/>
          </p:cNvSpPr>
          <p:nvPr>
            <p:ph type="body" idx="1"/>
          </p:nvPr>
        </p:nvSpPr>
        <p:spPr>
          <a:xfrm>
            <a:off x="415600" y="767600"/>
            <a:ext cx="7406696" cy="5419490"/>
          </a:xfrm>
          <a:prstGeom prst="rect">
            <a:avLst/>
          </a:prstGeom>
        </p:spPr>
        <p:txBody>
          <a:bodyPr spcFirstLastPara="1" vert="horz" wrap="square" lIns="121900" tIns="121900" rIns="121900" bIns="121900" rtlCol="0" anchor="t" anchorCtr="0">
            <a:noAutofit/>
          </a:bodyPr>
          <a:lstStyle/>
          <a:p>
            <a:pPr marL="608965" indent="-456565">
              <a:spcBef>
                <a:spcPts val="640"/>
              </a:spcBef>
            </a:pPr>
            <a:r>
              <a:rPr lang="en" sz="2400" dirty="0">
                <a:latin typeface="Lucida Sans"/>
                <a:cs typeface="Times New Roman"/>
              </a:rPr>
              <a:t>8-bit architecture introduced by intel in 1980s.</a:t>
            </a:r>
          </a:p>
          <a:p>
            <a:pPr marL="608965" indent="-456565">
              <a:spcBef>
                <a:spcPts val="640"/>
              </a:spcBef>
              <a:buClr>
                <a:srgbClr val="262626"/>
              </a:buClr>
            </a:pPr>
            <a:r>
              <a:rPr lang="en" sz="2400" dirty="0">
                <a:latin typeface="Lucida Sans"/>
                <a:cs typeface="Times New Roman"/>
              </a:rPr>
              <a:t>8-bit CPU, 4 KB of ROM, 128 bytes of RAM and 32 I/O pins</a:t>
            </a:r>
          </a:p>
          <a:p>
            <a:pPr marL="608965" indent="-456565">
              <a:spcBef>
                <a:spcPts val="640"/>
              </a:spcBef>
              <a:buClr>
                <a:srgbClr val="262626"/>
              </a:buClr>
            </a:pPr>
            <a:r>
              <a:rPr lang="en" sz="2400">
                <a:latin typeface="Lucida Sans"/>
                <a:cs typeface="Times New Roman"/>
              </a:rPr>
              <a:t>Simple instruction set </a:t>
            </a:r>
            <a:r>
              <a:rPr lang="en" sz="2400" dirty="0">
                <a:latin typeface="Lucida Sans"/>
                <a:cs typeface="Times New Roman"/>
              </a:rPr>
              <a:t>and can execute one instruction per cycle</a:t>
            </a:r>
          </a:p>
          <a:p>
            <a:pPr marL="608965" indent="-456565">
              <a:spcBef>
                <a:spcPts val="640"/>
              </a:spcBef>
              <a:buClr>
                <a:srgbClr val="262626"/>
              </a:buClr>
            </a:pPr>
            <a:r>
              <a:rPr lang="en" sz="2400" dirty="0">
                <a:latin typeface="Lucida Sans"/>
                <a:cs typeface="Times New Roman"/>
              </a:rPr>
              <a:t>Can be programmed in assembly language or high-level languages such as C</a:t>
            </a:r>
          </a:p>
          <a:p>
            <a:pPr marL="608965" indent="-456565">
              <a:spcBef>
                <a:spcPts val="640"/>
              </a:spcBef>
              <a:buClr>
                <a:srgbClr val="262626"/>
              </a:buClr>
            </a:pPr>
            <a:r>
              <a:rPr lang="en" sz="2400" dirty="0">
                <a:latin typeface="Lucida Sans"/>
                <a:cs typeface="Times New Roman"/>
              </a:rPr>
              <a:t>Still used today for embedded applications that require low power consumption, small size and most important for its simplicity.</a:t>
            </a:r>
          </a:p>
          <a:p>
            <a:pPr marL="457200" indent="-457200">
              <a:spcAft>
                <a:spcPts val="2133"/>
              </a:spcAft>
            </a:pPr>
            <a:endParaRPr lang="en-US" sz="2400" dirty="0">
              <a:latin typeface="Lucida Sans" panose="020B0602030504020204" pitchFamily="34" charset="0"/>
              <a:cs typeface="Times New Roman" panose="02020603050405020304" pitchFamily="18" charset="0"/>
            </a:endParaRPr>
          </a:p>
        </p:txBody>
      </p:sp>
      <p:pic>
        <p:nvPicPr>
          <p:cNvPr id="2" name="Picture 2" descr="A picture containing electronics, circuit&#10;&#10;Description automatically generated">
            <a:extLst>
              <a:ext uri="{FF2B5EF4-FFF2-40B4-BE49-F238E27FC236}">
                <a16:creationId xmlns:a16="http://schemas.microsoft.com/office/drawing/2014/main" id="{2F13CCAB-AED3-8E79-5AF7-B47C72B6576A}"/>
              </a:ext>
            </a:extLst>
          </p:cNvPr>
          <p:cNvPicPr>
            <a:picLocks noChangeAspect="1"/>
          </p:cNvPicPr>
          <p:nvPr/>
        </p:nvPicPr>
        <p:blipFill>
          <a:blip r:embed="rId3"/>
          <a:stretch>
            <a:fillRect/>
          </a:stretch>
        </p:blipFill>
        <p:spPr>
          <a:xfrm>
            <a:off x="7969045" y="772822"/>
            <a:ext cx="4107425" cy="2510162"/>
          </a:xfrm>
          <a:prstGeom prst="rect">
            <a:avLst/>
          </a:prstGeom>
          <a:ln>
            <a:solidFill>
              <a:schemeClr val="tx1"/>
            </a:solidFill>
          </a:ln>
        </p:spPr>
      </p:pic>
      <p:sp>
        <p:nvSpPr>
          <p:cNvPr id="3" name="TextBox 2">
            <a:extLst>
              <a:ext uri="{FF2B5EF4-FFF2-40B4-BE49-F238E27FC236}">
                <a16:creationId xmlns:a16="http://schemas.microsoft.com/office/drawing/2014/main" id="{40D40372-6420-953A-9DC4-0E9DC83D66EE}"/>
              </a:ext>
            </a:extLst>
          </p:cNvPr>
          <p:cNvSpPr txBox="1"/>
          <p:nvPr/>
        </p:nvSpPr>
        <p:spPr>
          <a:xfrm>
            <a:off x="8971935" y="3515031"/>
            <a:ext cx="201807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cs typeface="Arial"/>
              </a:rPr>
              <a:t>Source: </a:t>
            </a:r>
            <a:r>
              <a:rPr lang="en-US" sz="1000" dirty="0">
                <a:ea typeface="+mn-lt"/>
                <a:cs typeface="+mn-lt"/>
                <a:hlinkClick r:id="rId4"/>
              </a:rPr>
              <a:t>Intel 8051 - Wikipedia</a:t>
            </a:r>
            <a:endParaRPr lang="en-US" sz="1000" dirty="0">
              <a:cs typeface="Arial"/>
            </a:endParaRPr>
          </a:p>
        </p:txBody>
      </p:sp>
    </p:spTree>
    <p:extLst>
      <p:ext uri="{BB962C8B-B14F-4D97-AF65-F5344CB8AC3E}">
        <p14:creationId xmlns:p14="http://schemas.microsoft.com/office/powerpoint/2010/main" val="2930705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Intro to 8051 MCU ISA:</a:t>
            </a:r>
            <a:endParaRPr lang="en-US" dirty="0">
              <a:latin typeface="Lucida Sans"/>
            </a:endParaRPr>
          </a:p>
        </p:txBody>
      </p:sp>
      <p:graphicFrame>
        <p:nvGraphicFramePr>
          <p:cNvPr id="5" name="Table 4">
            <a:extLst>
              <a:ext uri="{FF2B5EF4-FFF2-40B4-BE49-F238E27FC236}">
                <a16:creationId xmlns:a16="http://schemas.microsoft.com/office/drawing/2014/main" id="{BAFC962A-28BE-1143-C810-DBEFA47EE844}"/>
              </a:ext>
            </a:extLst>
          </p:cNvPr>
          <p:cNvGraphicFramePr>
            <a:graphicFrameLocks noGrp="1"/>
          </p:cNvGraphicFramePr>
          <p:nvPr>
            <p:extLst>
              <p:ext uri="{D42A27DB-BD31-4B8C-83A1-F6EECF244321}">
                <p14:modId xmlns:p14="http://schemas.microsoft.com/office/powerpoint/2010/main" val="3592943120"/>
              </p:ext>
            </p:extLst>
          </p:nvPr>
        </p:nvGraphicFramePr>
        <p:xfrm>
          <a:off x="0" y="970935"/>
          <a:ext cx="12191992" cy="5421670"/>
        </p:xfrm>
        <a:graphic>
          <a:graphicData uri="http://schemas.openxmlformats.org/drawingml/2006/table">
            <a:tbl>
              <a:tblPr firstRow="1" bandRow="1">
                <a:tableStyleId>{5C22544A-7EE6-4342-B048-85BDC9FD1C3A}</a:tableStyleId>
              </a:tblPr>
              <a:tblGrid>
                <a:gridCol w="1801089">
                  <a:extLst>
                    <a:ext uri="{9D8B030D-6E8A-4147-A177-3AD203B41FA5}">
                      <a16:colId xmlns:a16="http://schemas.microsoft.com/office/drawing/2014/main" val="1137205693"/>
                    </a:ext>
                  </a:extLst>
                </a:gridCol>
                <a:gridCol w="4285013">
                  <a:extLst>
                    <a:ext uri="{9D8B030D-6E8A-4147-A177-3AD203B41FA5}">
                      <a16:colId xmlns:a16="http://schemas.microsoft.com/office/drawing/2014/main" val="3941941740"/>
                    </a:ext>
                  </a:extLst>
                </a:gridCol>
                <a:gridCol w="6105890">
                  <a:extLst>
                    <a:ext uri="{9D8B030D-6E8A-4147-A177-3AD203B41FA5}">
                      <a16:colId xmlns:a16="http://schemas.microsoft.com/office/drawing/2014/main" val="171119310"/>
                    </a:ext>
                  </a:extLst>
                </a:gridCol>
              </a:tblGrid>
              <a:tr h="417870">
                <a:tc>
                  <a:txBody>
                    <a:bodyPr/>
                    <a:lstStyle/>
                    <a:p>
                      <a:pPr algn="ctr" rtl="0" fontAlgn="t">
                        <a:spcBef>
                          <a:spcPts val="0"/>
                        </a:spcBef>
                        <a:spcAft>
                          <a:spcPts val="0"/>
                        </a:spcAft>
                      </a:pPr>
                      <a:r>
                        <a:rPr lang="en-US" sz="1800" dirty="0">
                          <a:effectLst/>
                          <a:latin typeface="Lucida Sans"/>
                        </a:rPr>
                        <a:t>OPCODE</a:t>
                      </a:r>
                    </a:p>
                  </a:txBody>
                  <a:tcPr marL="63500" marR="63500" marT="63500" marB="63500"/>
                </a:tc>
                <a:tc>
                  <a:txBody>
                    <a:bodyPr/>
                    <a:lstStyle/>
                    <a:p>
                      <a:pPr algn="ctr" rtl="0" fontAlgn="t">
                        <a:spcBef>
                          <a:spcPts val="0"/>
                        </a:spcBef>
                        <a:spcAft>
                          <a:spcPts val="0"/>
                        </a:spcAft>
                      </a:pPr>
                      <a:r>
                        <a:rPr lang="en-US" sz="1800" dirty="0">
                          <a:effectLst/>
                          <a:latin typeface="Lucida Sans"/>
                        </a:rPr>
                        <a:t>USAGES</a:t>
                      </a:r>
                    </a:p>
                  </a:txBody>
                  <a:tcPr marL="63500" marR="63500" marT="63500" marB="63500"/>
                </a:tc>
                <a:tc>
                  <a:txBody>
                    <a:bodyPr/>
                    <a:lstStyle/>
                    <a:p>
                      <a:pPr algn="ctr" rtl="0" fontAlgn="t">
                        <a:spcBef>
                          <a:spcPts val="0"/>
                        </a:spcBef>
                        <a:spcAft>
                          <a:spcPts val="0"/>
                        </a:spcAft>
                      </a:pPr>
                      <a:r>
                        <a:rPr lang="en-US" sz="1800" dirty="0">
                          <a:effectLst/>
                          <a:latin typeface="Lucida Sans"/>
                        </a:rPr>
                        <a:t>Details</a:t>
                      </a:r>
                    </a:p>
                  </a:txBody>
                  <a:tcPr marL="63500" marR="63500" marT="63500" marB="63500"/>
                </a:tc>
                <a:extLst>
                  <a:ext uri="{0D108BD9-81ED-4DB2-BD59-A6C34878D82A}">
                    <a16:rowId xmlns:a16="http://schemas.microsoft.com/office/drawing/2014/main" val="50060405"/>
                  </a:ext>
                </a:extLst>
              </a:tr>
              <a:tr h="0">
                <a:tc>
                  <a:txBody>
                    <a:bodyPr/>
                    <a:lstStyle/>
                    <a:p>
                      <a:pPr algn="ctr" rtl="0" fontAlgn="t">
                        <a:spcBef>
                          <a:spcPts val="0"/>
                        </a:spcBef>
                        <a:spcAft>
                          <a:spcPts val="0"/>
                        </a:spcAft>
                      </a:pPr>
                      <a:r>
                        <a:rPr lang="en-US" sz="1800" dirty="0">
                          <a:effectLst/>
                          <a:latin typeface="Lucida Sans"/>
                        </a:rPr>
                        <a:t>MOV</a:t>
                      </a:r>
                    </a:p>
                  </a:txBody>
                  <a:tcPr marL="63500" marR="63500" marT="63500" marB="63500"/>
                </a:tc>
                <a:tc>
                  <a:txBody>
                    <a:bodyPr/>
                    <a:lstStyle/>
                    <a:p>
                      <a:pPr rtl="0" fontAlgn="t">
                        <a:spcBef>
                          <a:spcPts val="0"/>
                        </a:spcBef>
                        <a:spcAft>
                          <a:spcPts val="0"/>
                        </a:spcAft>
                      </a:pPr>
                      <a:r>
                        <a:rPr lang="en-US" sz="1800" dirty="0">
                          <a:effectLst/>
                          <a:latin typeface="Lucida Sans"/>
                        </a:rPr>
                        <a:t>Data Memory ⇔ Registers</a:t>
                      </a:r>
                    </a:p>
                  </a:txBody>
                  <a:tcPr marL="63500" marR="63500" marT="63500" marB="63500"/>
                </a:tc>
                <a:tc>
                  <a:txBody>
                    <a:bodyPr/>
                    <a:lstStyle/>
                    <a:p>
                      <a:pPr fontAlgn="t"/>
                      <a:br>
                        <a:rPr lang="en-US" dirty="0">
                          <a:effectLst/>
                        </a:rPr>
                      </a:br>
                      <a:r>
                        <a:rPr lang="en-US" sz="1800" dirty="0">
                          <a:effectLst/>
                          <a:latin typeface="Lucida Sans"/>
                        </a:rPr>
                        <a:t>Any data from internal 256 bytes of RAM</a:t>
                      </a:r>
                    </a:p>
                  </a:txBody>
                  <a:tcPr marL="63500" marR="63500" marT="63500" marB="63500"/>
                </a:tc>
                <a:extLst>
                  <a:ext uri="{0D108BD9-81ED-4DB2-BD59-A6C34878D82A}">
                    <a16:rowId xmlns:a16="http://schemas.microsoft.com/office/drawing/2014/main" val="1439263801"/>
                  </a:ext>
                </a:extLst>
              </a:tr>
              <a:tr h="0">
                <a:tc>
                  <a:txBody>
                    <a:bodyPr/>
                    <a:lstStyle/>
                    <a:p>
                      <a:pPr algn="ctr" rtl="0" fontAlgn="t">
                        <a:spcBef>
                          <a:spcPts val="0"/>
                        </a:spcBef>
                        <a:spcAft>
                          <a:spcPts val="0"/>
                        </a:spcAft>
                      </a:pPr>
                      <a:r>
                        <a:rPr lang="en-US" sz="1800" dirty="0">
                          <a:effectLst/>
                          <a:latin typeface="Lucida Sans"/>
                        </a:rPr>
                        <a:t>MOVC</a:t>
                      </a:r>
                    </a:p>
                  </a:txBody>
                  <a:tcPr marL="63500" marR="63500" marT="63500" marB="63500"/>
                </a:tc>
                <a:tc>
                  <a:txBody>
                    <a:bodyPr/>
                    <a:lstStyle/>
                    <a:p>
                      <a:pPr rtl="0" fontAlgn="t">
                        <a:spcBef>
                          <a:spcPts val="0"/>
                        </a:spcBef>
                        <a:spcAft>
                          <a:spcPts val="0"/>
                        </a:spcAft>
                      </a:pPr>
                      <a:r>
                        <a:rPr lang="en-US" sz="1800" dirty="0">
                          <a:effectLst/>
                          <a:latin typeface="Lucida Sans"/>
                        </a:rPr>
                        <a:t>Code Memory ⇔ Registers</a:t>
                      </a:r>
                    </a:p>
                  </a:txBody>
                  <a:tcPr marL="63500" marR="63500" marT="63500" marB="63500"/>
                </a:tc>
                <a:tc>
                  <a:txBody>
                    <a:bodyPr/>
                    <a:lstStyle/>
                    <a:p>
                      <a:pPr rtl="0" fontAlgn="t">
                        <a:spcBef>
                          <a:spcPts val="0"/>
                        </a:spcBef>
                        <a:spcAft>
                          <a:spcPts val="0"/>
                        </a:spcAft>
                      </a:pPr>
                      <a:r>
                        <a:rPr lang="en-US" sz="1800" dirty="0">
                          <a:effectLst/>
                          <a:latin typeface="Lucida Sans"/>
                        </a:rPr>
                        <a:t>Used for constants or an array of data</a:t>
                      </a:r>
                    </a:p>
                  </a:txBody>
                  <a:tcPr marL="63500" marR="63500" marT="63500" marB="63500"/>
                </a:tc>
                <a:extLst>
                  <a:ext uri="{0D108BD9-81ED-4DB2-BD59-A6C34878D82A}">
                    <a16:rowId xmlns:a16="http://schemas.microsoft.com/office/drawing/2014/main" val="141325723"/>
                  </a:ext>
                </a:extLst>
              </a:tr>
              <a:tr h="0">
                <a:tc>
                  <a:txBody>
                    <a:bodyPr/>
                    <a:lstStyle/>
                    <a:p>
                      <a:pPr algn="ctr" rtl="0" fontAlgn="t">
                        <a:spcBef>
                          <a:spcPts val="0"/>
                        </a:spcBef>
                        <a:spcAft>
                          <a:spcPts val="0"/>
                        </a:spcAft>
                      </a:pPr>
                      <a:r>
                        <a:rPr lang="en-US" sz="1800" dirty="0">
                          <a:effectLst/>
                          <a:latin typeface="Lucida Sans"/>
                        </a:rPr>
                        <a:t>MOVX</a:t>
                      </a:r>
                    </a:p>
                  </a:txBody>
                  <a:tcPr marL="63500" marR="63500" marT="63500" marB="63500"/>
                </a:tc>
                <a:tc>
                  <a:txBody>
                    <a:bodyPr/>
                    <a:lstStyle/>
                    <a:p>
                      <a:pPr rtl="0" fontAlgn="t">
                        <a:spcBef>
                          <a:spcPts val="0"/>
                        </a:spcBef>
                        <a:spcAft>
                          <a:spcPts val="0"/>
                        </a:spcAft>
                      </a:pPr>
                      <a:r>
                        <a:rPr lang="en-US" sz="1800" dirty="0">
                          <a:effectLst/>
                          <a:latin typeface="Lucida Sans"/>
                        </a:rPr>
                        <a:t>Registers ⇔ External Memory</a:t>
                      </a:r>
                    </a:p>
                  </a:txBody>
                  <a:tcPr marL="63500" marR="63500" marT="63500" marB="63500"/>
                </a:tc>
                <a:tc>
                  <a:txBody>
                    <a:bodyPr/>
                    <a:lstStyle/>
                    <a:p>
                      <a:pPr rtl="0" fontAlgn="t">
                        <a:spcBef>
                          <a:spcPts val="0"/>
                        </a:spcBef>
                        <a:spcAft>
                          <a:spcPts val="0"/>
                        </a:spcAft>
                      </a:pPr>
                      <a:r>
                        <a:rPr lang="en-US" sz="1800" dirty="0">
                          <a:effectLst/>
                          <a:latin typeface="Lucida Sans"/>
                        </a:rPr>
                        <a:t>Same as MOV, but instead of internal data memory, it is used for external data memory</a:t>
                      </a:r>
                    </a:p>
                  </a:txBody>
                  <a:tcPr marL="63500" marR="63500" marT="63500" marB="63500"/>
                </a:tc>
                <a:extLst>
                  <a:ext uri="{0D108BD9-81ED-4DB2-BD59-A6C34878D82A}">
                    <a16:rowId xmlns:a16="http://schemas.microsoft.com/office/drawing/2014/main" val="3776506782"/>
                  </a:ext>
                </a:extLst>
              </a:tr>
              <a:tr h="0">
                <a:tc>
                  <a:txBody>
                    <a:bodyPr/>
                    <a:lstStyle/>
                    <a:p>
                      <a:pPr algn="ctr" rtl="0" fontAlgn="t">
                        <a:spcBef>
                          <a:spcPts val="0"/>
                        </a:spcBef>
                        <a:spcAft>
                          <a:spcPts val="0"/>
                        </a:spcAft>
                      </a:pPr>
                      <a:r>
                        <a:rPr lang="en-US" sz="1800" dirty="0">
                          <a:effectLst/>
                          <a:latin typeface="Lucida Sans"/>
                        </a:rPr>
                        <a:t>ADD</a:t>
                      </a:r>
                    </a:p>
                  </a:txBody>
                  <a:tcPr marL="63500" marR="63500" marT="63500" marB="63500"/>
                </a:tc>
                <a:tc>
                  <a:txBody>
                    <a:bodyPr/>
                    <a:lstStyle/>
                    <a:p>
                      <a:pPr rtl="0" fontAlgn="t">
                        <a:spcBef>
                          <a:spcPts val="0"/>
                        </a:spcBef>
                        <a:spcAft>
                          <a:spcPts val="0"/>
                        </a:spcAft>
                      </a:pPr>
                      <a:r>
                        <a:rPr lang="en-US" sz="1800" dirty="0">
                          <a:effectLst/>
                          <a:latin typeface="Lucida Sans"/>
                        </a:rPr>
                        <a:t>ADD op1, op2</a:t>
                      </a:r>
                    </a:p>
                    <a:p>
                      <a:pPr rtl="0" fontAlgn="t">
                        <a:spcBef>
                          <a:spcPts val="0"/>
                        </a:spcBef>
                        <a:spcAft>
                          <a:spcPts val="0"/>
                        </a:spcAft>
                      </a:pPr>
                      <a:r>
                        <a:rPr lang="en-US" sz="1800" dirty="0">
                          <a:effectLst/>
                          <a:latin typeface="Lucida Sans"/>
                        </a:rPr>
                        <a:t>ADD A, R1 ⇔ result in A(acc)</a:t>
                      </a:r>
                    </a:p>
                    <a:p>
                      <a:pPr rtl="0" fontAlgn="t">
                        <a:spcBef>
                          <a:spcPts val="0"/>
                        </a:spcBef>
                        <a:spcAft>
                          <a:spcPts val="0"/>
                        </a:spcAft>
                      </a:pPr>
                      <a:r>
                        <a:rPr lang="en-US" sz="1800" dirty="0">
                          <a:effectLst/>
                          <a:latin typeface="Lucida Sans"/>
                        </a:rPr>
                        <a:t>ADD R1, R2 ⇔ </a:t>
                      </a:r>
                      <a:r>
                        <a:rPr lang="en-US" sz="1800" dirty="0">
                          <a:solidFill>
                            <a:srgbClr val="FF0000"/>
                          </a:solidFill>
                          <a:effectLst/>
                          <a:latin typeface="Lucida Sans"/>
                        </a:rPr>
                        <a:t>ERROR!</a:t>
                      </a:r>
                    </a:p>
                  </a:txBody>
                  <a:tcPr marL="63500" marR="63500" marT="63500" marB="63500"/>
                </a:tc>
                <a:tc>
                  <a:txBody>
                    <a:bodyPr/>
                    <a:lstStyle/>
                    <a:p>
                      <a:pPr rtl="0" fontAlgn="t">
                        <a:spcBef>
                          <a:spcPts val="0"/>
                        </a:spcBef>
                        <a:spcAft>
                          <a:spcPts val="0"/>
                        </a:spcAft>
                      </a:pPr>
                      <a:r>
                        <a:rPr lang="en-US" sz="1800" dirty="0">
                          <a:effectLst/>
                          <a:latin typeface="Lucida Sans"/>
                        </a:rPr>
                        <a:t>One can be immediate, and the other must be some memory locations(register, accumulator(A), data memory). </a:t>
                      </a:r>
                    </a:p>
                  </a:txBody>
                  <a:tcPr marL="63500" marR="63500" marT="63500" marB="63500"/>
                </a:tc>
                <a:extLst>
                  <a:ext uri="{0D108BD9-81ED-4DB2-BD59-A6C34878D82A}">
                    <a16:rowId xmlns:a16="http://schemas.microsoft.com/office/drawing/2014/main" val="408464636"/>
                  </a:ext>
                </a:extLst>
              </a:tr>
              <a:tr h="0">
                <a:tc>
                  <a:txBody>
                    <a:bodyPr/>
                    <a:lstStyle/>
                    <a:p>
                      <a:pPr algn="ctr" rtl="0" fontAlgn="t">
                        <a:spcBef>
                          <a:spcPts val="0"/>
                        </a:spcBef>
                        <a:spcAft>
                          <a:spcPts val="0"/>
                        </a:spcAft>
                      </a:pPr>
                      <a:r>
                        <a:rPr lang="en-US" sz="1800" dirty="0">
                          <a:effectLst/>
                          <a:latin typeface="Lucida Sans"/>
                        </a:rPr>
                        <a:t>SUBB</a:t>
                      </a:r>
                    </a:p>
                  </a:txBody>
                  <a:tcPr marL="63500" marR="63500" marT="63500" marB="63500"/>
                </a:tc>
                <a:tc>
                  <a:txBody>
                    <a:bodyPr/>
                    <a:lstStyle/>
                    <a:p>
                      <a:pPr rtl="0" fontAlgn="t">
                        <a:spcBef>
                          <a:spcPts val="0"/>
                        </a:spcBef>
                        <a:spcAft>
                          <a:spcPts val="0"/>
                        </a:spcAft>
                      </a:pPr>
                      <a:r>
                        <a:rPr lang="en-US" sz="1800" dirty="0">
                          <a:effectLst/>
                          <a:latin typeface="Lucida Sans"/>
                        </a:rPr>
                        <a:t>SUBB A, R1 ⇔ A - R1 result in A(acc)</a:t>
                      </a:r>
                    </a:p>
                    <a:p>
                      <a:pPr rtl="0" fontAlgn="t">
                        <a:spcBef>
                          <a:spcPts val="0"/>
                        </a:spcBef>
                        <a:spcAft>
                          <a:spcPts val="0"/>
                        </a:spcAft>
                      </a:pPr>
                      <a:r>
                        <a:rPr lang="en-US" sz="1800" dirty="0">
                          <a:effectLst/>
                          <a:latin typeface="Lucida Sans"/>
                        </a:rPr>
                        <a:t>SUBB R1, R2 ⇔ </a:t>
                      </a:r>
                      <a:r>
                        <a:rPr lang="en-US" sz="1800" dirty="0">
                          <a:solidFill>
                            <a:srgbClr val="FF0000"/>
                          </a:solidFill>
                          <a:effectLst/>
                          <a:latin typeface="Lucida Sans"/>
                        </a:rPr>
                        <a:t>ERROR!</a:t>
                      </a:r>
                    </a:p>
                  </a:txBody>
                  <a:tcPr marL="63500" marR="63500" marT="63500" marB="63500"/>
                </a:tc>
                <a:tc>
                  <a:txBody>
                    <a:bodyPr/>
                    <a:lstStyle/>
                    <a:p>
                      <a:pPr rtl="0" fontAlgn="t">
                        <a:spcBef>
                          <a:spcPts val="0"/>
                        </a:spcBef>
                        <a:spcAft>
                          <a:spcPts val="0"/>
                        </a:spcAft>
                      </a:pPr>
                      <a:r>
                        <a:rPr lang="en-US" sz="1800" dirty="0">
                          <a:effectLst/>
                          <a:latin typeface="Lucida Sans"/>
                        </a:rPr>
                        <a:t>Subtract with borrow.</a:t>
                      </a:r>
                    </a:p>
                    <a:p>
                      <a:pPr rtl="0" fontAlgn="t">
                        <a:spcBef>
                          <a:spcPts val="0"/>
                        </a:spcBef>
                        <a:spcAft>
                          <a:spcPts val="0"/>
                        </a:spcAft>
                      </a:pPr>
                      <a:r>
                        <a:rPr lang="en-US" sz="1800" dirty="0">
                          <a:effectLst/>
                          <a:latin typeface="Lucida Sans"/>
                        </a:rPr>
                        <a:t>If A &gt; R1 = no issues!</a:t>
                      </a:r>
                    </a:p>
                    <a:p>
                      <a:pPr rtl="0" fontAlgn="t">
                        <a:spcBef>
                          <a:spcPts val="0"/>
                        </a:spcBef>
                        <a:spcAft>
                          <a:spcPts val="0"/>
                        </a:spcAft>
                      </a:pPr>
                      <a:r>
                        <a:rPr lang="en-US" sz="1800" dirty="0">
                          <a:effectLst/>
                          <a:latin typeface="Lucida Sans"/>
                        </a:rPr>
                        <a:t>If A &lt; R1 = Borrow stores automatically!</a:t>
                      </a:r>
                    </a:p>
                  </a:txBody>
                  <a:tcPr marL="63500" marR="63500" marT="63500" marB="63500"/>
                </a:tc>
                <a:extLst>
                  <a:ext uri="{0D108BD9-81ED-4DB2-BD59-A6C34878D82A}">
                    <a16:rowId xmlns:a16="http://schemas.microsoft.com/office/drawing/2014/main" val="3396244191"/>
                  </a:ext>
                </a:extLst>
              </a:tr>
              <a:tr h="0">
                <a:tc>
                  <a:txBody>
                    <a:bodyPr/>
                    <a:lstStyle/>
                    <a:p>
                      <a:pPr algn="ctr" rtl="0" fontAlgn="t">
                        <a:spcBef>
                          <a:spcPts val="0"/>
                        </a:spcBef>
                        <a:spcAft>
                          <a:spcPts val="0"/>
                        </a:spcAft>
                      </a:pPr>
                      <a:r>
                        <a:rPr lang="en-US" sz="1800" dirty="0">
                          <a:effectLst/>
                          <a:latin typeface="Lucida Sans"/>
                        </a:rPr>
                        <a:t>DIV</a:t>
                      </a:r>
                    </a:p>
                  </a:txBody>
                  <a:tcPr marL="63500" marR="63500" marT="63500" marB="63500"/>
                </a:tc>
                <a:tc>
                  <a:txBody>
                    <a:bodyPr/>
                    <a:lstStyle/>
                    <a:p>
                      <a:pPr rtl="0" fontAlgn="t">
                        <a:spcBef>
                          <a:spcPts val="0"/>
                        </a:spcBef>
                        <a:spcAft>
                          <a:spcPts val="0"/>
                        </a:spcAft>
                      </a:pPr>
                      <a:r>
                        <a:rPr lang="en-US" sz="1800" dirty="0">
                          <a:effectLst/>
                          <a:latin typeface="Lucida Sans"/>
                        </a:rPr>
                        <a:t>DIV A, B ⇔ CORRECT!</a:t>
                      </a:r>
                    </a:p>
                    <a:p>
                      <a:pPr rtl="0" fontAlgn="t">
                        <a:spcBef>
                          <a:spcPts val="0"/>
                        </a:spcBef>
                        <a:spcAft>
                          <a:spcPts val="0"/>
                        </a:spcAft>
                      </a:pPr>
                      <a:r>
                        <a:rPr lang="en-US" sz="1800" dirty="0">
                          <a:effectLst/>
                          <a:latin typeface="Lucida Sans"/>
                        </a:rPr>
                        <a:t>DIV A, R1 ⇔ </a:t>
                      </a:r>
                      <a:r>
                        <a:rPr lang="en-US" sz="1800" dirty="0">
                          <a:solidFill>
                            <a:srgbClr val="FF0000"/>
                          </a:solidFill>
                          <a:effectLst/>
                          <a:latin typeface="Lucida Sans"/>
                        </a:rPr>
                        <a:t>ERROR!</a:t>
                      </a:r>
                    </a:p>
                  </a:txBody>
                  <a:tcPr marL="63500" marR="63500" marT="63500" marB="63500"/>
                </a:tc>
                <a:tc>
                  <a:txBody>
                    <a:bodyPr/>
                    <a:lstStyle/>
                    <a:p>
                      <a:pPr rtl="0" fontAlgn="t">
                        <a:spcBef>
                          <a:spcPts val="0"/>
                        </a:spcBef>
                        <a:spcAft>
                          <a:spcPts val="0"/>
                        </a:spcAft>
                      </a:pPr>
                      <a:r>
                        <a:rPr lang="en-US" sz="1800" dirty="0">
                          <a:effectLst/>
                          <a:latin typeface="Lucida Sans"/>
                        </a:rPr>
                        <a:t>A &amp; B register can only be used! Result stored in A</a:t>
                      </a:r>
                    </a:p>
                  </a:txBody>
                  <a:tcPr marL="63500" marR="63500" marT="63500" marB="63500"/>
                </a:tc>
                <a:extLst>
                  <a:ext uri="{0D108BD9-81ED-4DB2-BD59-A6C34878D82A}">
                    <a16:rowId xmlns:a16="http://schemas.microsoft.com/office/drawing/2014/main" val="1822304324"/>
                  </a:ext>
                </a:extLst>
              </a:tr>
              <a:tr h="0">
                <a:tc>
                  <a:txBody>
                    <a:bodyPr/>
                    <a:lstStyle/>
                    <a:p>
                      <a:pPr algn="ctr" rtl="0" fontAlgn="t">
                        <a:spcBef>
                          <a:spcPts val="0"/>
                        </a:spcBef>
                        <a:spcAft>
                          <a:spcPts val="0"/>
                        </a:spcAft>
                      </a:pPr>
                      <a:r>
                        <a:rPr lang="en-US" sz="1800" dirty="0">
                          <a:effectLst/>
                          <a:latin typeface="Lucida Sans"/>
                        </a:rPr>
                        <a:t>MUL</a:t>
                      </a:r>
                    </a:p>
                  </a:txBody>
                  <a:tcPr marL="63500" marR="63500" marT="63500" marB="63500"/>
                </a:tc>
                <a:tc>
                  <a:txBody>
                    <a:bodyPr/>
                    <a:lstStyle/>
                    <a:p>
                      <a:pPr rtl="0" fontAlgn="t">
                        <a:spcBef>
                          <a:spcPts val="0"/>
                        </a:spcBef>
                        <a:spcAft>
                          <a:spcPts val="0"/>
                        </a:spcAft>
                      </a:pPr>
                      <a:r>
                        <a:rPr lang="en-US" sz="1800" dirty="0">
                          <a:effectLst/>
                          <a:latin typeface="Lucida Sans"/>
                        </a:rPr>
                        <a:t>MUL A, B ⇔ CORRECT!</a:t>
                      </a:r>
                    </a:p>
                    <a:p>
                      <a:pPr rtl="0" fontAlgn="t">
                        <a:spcBef>
                          <a:spcPts val="0"/>
                        </a:spcBef>
                        <a:spcAft>
                          <a:spcPts val="0"/>
                        </a:spcAft>
                      </a:pPr>
                      <a:r>
                        <a:rPr lang="en-US" sz="1800" dirty="0">
                          <a:effectLst/>
                          <a:latin typeface="Lucida Sans"/>
                        </a:rPr>
                        <a:t>MUL A, R1 ⇔ </a:t>
                      </a:r>
                      <a:r>
                        <a:rPr lang="en-US" sz="1800" dirty="0">
                          <a:solidFill>
                            <a:srgbClr val="FF0000"/>
                          </a:solidFill>
                          <a:effectLst/>
                          <a:latin typeface="Lucida Sans"/>
                        </a:rPr>
                        <a:t>ERROR!</a:t>
                      </a:r>
                    </a:p>
                  </a:txBody>
                  <a:tcPr marL="63500" marR="63500" marT="63500" marB="63500"/>
                </a:tc>
                <a:tc>
                  <a:txBody>
                    <a:bodyPr/>
                    <a:lstStyle/>
                    <a:p>
                      <a:pPr rtl="0" fontAlgn="t">
                        <a:spcBef>
                          <a:spcPts val="0"/>
                        </a:spcBef>
                        <a:spcAft>
                          <a:spcPts val="0"/>
                        </a:spcAft>
                      </a:pPr>
                      <a:r>
                        <a:rPr lang="en-US" sz="1800" dirty="0">
                          <a:effectLst/>
                          <a:latin typeface="Lucida Sans"/>
                        </a:rPr>
                        <a:t>A &amp; B register can only be used!</a:t>
                      </a:r>
                    </a:p>
                  </a:txBody>
                  <a:tcPr marL="63500" marR="63500" marT="63500" marB="63500"/>
                </a:tc>
                <a:extLst>
                  <a:ext uri="{0D108BD9-81ED-4DB2-BD59-A6C34878D82A}">
                    <a16:rowId xmlns:a16="http://schemas.microsoft.com/office/drawing/2014/main" val="3824607468"/>
                  </a:ext>
                </a:extLst>
              </a:tr>
            </a:tbl>
          </a:graphicData>
        </a:graphic>
      </p:graphicFrame>
    </p:spTree>
    <p:extLst>
      <p:ext uri="{BB962C8B-B14F-4D97-AF65-F5344CB8AC3E}">
        <p14:creationId xmlns:p14="http://schemas.microsoft.com/office/powerpoint/2010/main" val="1983086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8051 Registers:</a:t>
            </a:r>
            <a:endParaRPr lang="en-US" dirty="0">
              <a:latin typeface="Lucida Sans"/>
            </a:endParaRPr>
          </a:p>
        </p:txBody>
      </p:sp>
      <p:graphicFrame>
        <p:nvGraphicFramePr>
          <p:cNvPr id="3" name="Table 2">
            <a:extLst>
              <a:ext uri="{FF2B5EF4-FFF2-40B4-BE49-F238E27FC236}">
                <a16:creationId xmlns:a16="http://schemas.microsoft.com/office/drawing/2014/main" id="{DE85B755-4F8E-564C-4A96-24C67A68D2AC}"/>
              </a:ext>
            </a:extLst>
          </p:cNvPr>
          <p:cNvGraphicFramePr>
            <a:graphicFrameLocks noGrp="1"/>
          </p:cNvGraphicFramePr>
          <p:nvPr>
            <p:extLst>
              <p:ext uri="{D42A27DB-BD31-4B8C-83A1-F6EECF244321}">
                <p14:modId xmlns:p14="http://schemas.microsoft.com/office/powerpoint/2010/main" val="2058743698"/>
              </p:ext>
            </p:extLst>
          </p:nvPr>
        </p:nvGraphicFramePr>
        <p:xfrm>
          <a:off x="0" y="1290894"/>
          <a:ext cx="12191998" cy="3906520"/>
        </p:xfrm>
        <a:graphic>
          <a:graphicData uri="http://schemas.openxmlformats.org/drawingml/2006/table">
            <a:tbl>
              <a:tblPr firstRow="1" bandRow="1">
                <a:tableStyleId>{5C22544A-7EE6-4342-B048-85BDC9FD1C3A}</a:tableStyleId>
              </a:tblPr>
              <a:tblGrid>
                <a:gridCol w="4018935">
                  <a:extLst>
                    <a:ext uri="{9D8B030D-6E8A-4147-A177-3AD203B41FA5}">
                      <a16:colId xmlns:a16="http://schemas.microsoft.com/office/drawing/2014/main" val="3139523491"/>
                    </a:ext>
                  </a:extLst>
                </a:gridCol>
                <a:gridCol w="8173063">
                  <a:extLst>
                    <a:ext uri="{9D8B030D-6E8A-4147-A177-3AD203B41FA5}">
                      <a16:colId xmlns:a16="http://schemas.microsoft.com/office/drawing/2014/main" val="3226561440"/>
                    </a:ext>
                  </a:extLst>
                </a:gridCol>
              </a:tblGrid>
              <a:tr h="0">
                <a:tc>
                  <a:txBody>
                    <a:bodyPr/>
                    <a:lstStyle/>
                    <a:p>
                      <a:pPr algn="ctr" rtl="0" fontAlgn="t">
                        <a:spcBef>
                          <a:spcPts val="0"/>
                        </a:spcBef>
                        <a:spcAft>
                          <a:spcPts val="0"/>
                        </a:spcAft>
                      </a:pPr>
                      <a:r>
                        <a:rPr lang="en-US" sz="1800" dirty="0">
                          <a:effectLst/>
                          <a:latin typeface="Lucida Sans"/>
                        </a:rPr>
                        <a:t>CPU Registers</a:t>
                      </a:r>
                    </a:p>
                  </a:txBody>
                  <a:tcPr marL="63500" marR="63500" marT="63500" marB="63500"/>
                </a:tc>
                <a:tc>
                  <a:txBody>
                    <a:bodyPr/>
                    <a:lstStyle/>
                    <a:p>
                      <a:pPr algn="ctr" rtl="0" fontAlgn="t">
                        <a:spcBef>
                          <a:spcPts val="0"/>
                        </a:spcBef>
                        <a:spcAft>
                          <a:spcPts val="0"/>
                        </a:spcAft>
                      </a:pPr>
                      <a:r>
                        <a:rPr lang="en-US" sz="1800" dirty="0">
                          <a:effectLst/>
                          <a:latin typeface="Lucida Sans"/>
                        </a:rPr>
                        <a:t>Details</a:t>
                      </a:r>
                    </a:p>
                  </a:txBody>
                  <a:tcPr marL="63500" marR="63500" marT="63500" marB="63500"/>
                </a:tc>
                <a:extLst>
                  <a:ext uri="{0D108BD9-81ED-4DB2-BD59-A6C34878D82A}">
                    <a16:rowId xmlns:a16="http://schemas.microsoft.com/office/drawing/2014/main" val="710314943"/>
                  </a:ext>
                </a:extLst>
              </a:tr>
              <a:tr h="0">
                <a:tc>
                  <a:txBody>
                    <a:bodyPr/>
                    <a:lstStyle/>
                    <a:p>
                      <a:pPr rtl="0" fontAlgn="t">
                        <a:spcBef>
                          <a:spcPts val="0"/>
                        </a:spcBef>
                        <a:spcAft>
                          <a:spcPts val="0"/>
                        </a:spcAft>
                      </a:pPr>
                      <a:r>
                        <a:rPr lang="en-US" sz="1800" b="1" dirty="0">
                          <a:effectLst/>
                          <a:latin typeface="Lucida Sans"/>
                        </a:rPr>
                        <a:t>Program Counter</a:t>
                      </a:r>
                    </a:p>
                  </a:txBody>
                  <a:tcPr marL="63500" marR="63500" marT="63500" marB="63500"/>
                </a:tc>
                <a:tc>
                  <a:txBody>
                    <a:bodyPr/>
                    <a:lstStyle/>
                    <a:p>
                      <a:pPr rtl="0" fontAlgn="t">
                        <a:spcBef>
                          <a:spcPts val="0"/>
                        </a:spcBef>
                        <a:spcAft>
                          <a:spcPts val="0"/>
                        </a:spcAft>
                      </a:pPr>
                      <a:r>
                        <a:rPr lang="en-US" sz="1800" dirty="0">
                          <a:effectLst/>
                          <a:latin typeface="Lucida Sans"/>
                        </a:rPr>
                        <a:t>Keeps track of where the processor is in its execution of a program.</a:t>
                      </a:r>
                    </a:p>
                  </a:txBody>
                  <a:tcPr marL="63500" marR="63500" marT="63500" marB="63500"/>
                </a:tc>
                <a:extLst>
                  <a:ext uri="{0D108BD9-81ED-4DB2-BD59-A6C34878D82A}">
                    <a16:rowId xmlns:a16="http://schemas.microsoft.com/office/drawing/2014/main" val="415677677"/>
                  </a:ext>
                </a:extLst>
              </a:tr>
              <a:tr h="0">
                <a:tc>
                  <a:txBody>
                    <a:bodyPr/>
                    <a:lstStyle/>
                    <a:p>
                      <a:pPr rtl="0" fontAlgn="t">
                        <a:spcBef>
                          <a:spcPts val="0"/>
                        </a:spcBef>
                        <a:spcAft>
                          <a:spcPts val="0"/>
                        </a:spcAft>
                      </a:pPr>
                      <a:r>
                        <a:rPr lang="en-US" sz="1800" b="1" dirty="0">
                          <a:effectLst/>
                          <a:latin typeface="Lucida Sans"/>
                        </a:rPr>
                        <a:t>Accumulator</a:t>
                      </a:r>
                    </a:p>
                  </a:txBody>
                  <a:tcPr marL="63500" marR="63500" marT="63500" marB="63500"/>
                </a:tc>
                <a:tc>
                  <a:txBody>
                    <a:bodyPr/>
                    <a:lstStyle/>
                    <a:p>
                      <a:pPr rtl="0" fontAlgn="t">
                        <a:spcBef>
                          <a:spcPts val="0"/>
                        </a:spcBef>
                        <a:spcAft>
                          <a:spcPts val="0"/>
                        </a:spcAft>
                      </a:pPr>
                      <a:r>
                        <a:rPr lang="en-US" sz="1800" dirty="0">
                          <a:effectLst/>
                          <a:latin typeface="Lucida Sans"/>
                        </a:rPr>
                        <a:t>Special purpose register. The accumulator is typically a processor register that is optimized for fast access and is used in conjunction with arithmetic and logic operations.</a:t>
                      </a:r>
                    </a:p>
                  </a:txBody>
                  <a:tcPr marL="63500" marR="63500" marT="63500" marB="63500"/>
                </a:tc>
                <a:extLst>
                  <a:ext uri="{0D108BD9-81ED-4DB2-BD59-A6C34878D82A}">
                    <a16:rowId xmlns:a16="http://schemas.microsoft.com/office/drawing/2014/main" val="411683874"/>
                  </a:ext>
                </a:extLst>
              </a:tr>
              <a:tr h="0">
                <a:tc>
                  <a:txBody>
                    <a:bodyPr/>
                    <a:lstStyle/>
                    <a:p>
                      <a:pPr rtl="0" fontAlgn="t">
                        <a:spcBef>
                          <a:spcPts val="0"/>
                        </a:spcBef>
                        <a:spcAft>
                          <a:spcPts val="0"/>
                        </a:spcAft>
                      </a:pPr>
                      <a:r>
                        <a:rPr lang="en-US" sz="1800" b="1" dirty="0">
                          <a:effectLst/>
                          <a:latin typeface="Lucida Sans"/>
                        </a:rPr>
                        <a:t>Stack Pointer</a:t>
                      </a:r>
                    </a:p>
                  </a:txBody>
                  <a:tcPr marL="63500" marR="63500" marT="63500" marB="63500"/>
                </a:tc>
                <a:tc>
                  <a:txBody>
                    <a:bodyPr/>
                    <a:lstStyle/>
                    <a:p>
                      <a:pPr rtl="0" fontAlgn="t">
                        <a:spcBef>
                          <a:spcPts val="0"/>
                        </a:spcBef>
                        <a:spcAft>
                          <a:spcPts val="0"/>
                        </a:spcAft>
                      </a:pPr>
                      <a:r>
                        <a:rPr lang="en-US" sz="1800" dirty="0">
                          <a:effectLst/>
                          <a:latin typeface="Lucida Sans"/>
                        </a:rPr>
                        <a:t>Holds the memory address of the top of the stack</a:t>
                      </a:r>
                    </a:p>
                  </a:txBody>
                  <a:tcPr marL="63500" marR="63500" marT="63500" marB="63500"/>
                </a:tc>
                <a:extLst>
                  <a:ext uri="{0D108BD9-81ED-4DB2-BD59-A6C34878D82A}">
                    <a16:rowId xmlns:a16="http://schemas.microsoft.com/office/drawing/2014/main" val="1818853347"/>
                  </a:ext>
                </a:extLst>
              </a:tr>
              <a:tr h="0">
                <a:tc>
                  <a:txBody>
                    <a:bodyPr/>
                    <a:lstStyle/>
                    <a:p>
                      <a:pPr rtl="0" fontAlgn="t">
                        <a:spcBef>
                          <a:spcPts val="0"/>
                        </a:spcBef>
                        <a:spcAft>
                          <a:spcPts val="0"/>
                        </a:spcAft>
                      </a:pPr>
                      <a:r>
                        <a:rPr lang="en-US" sz="1800" b="1" dirty="0">
                          <a:effectLst/>
                          <a:latin typeface="Lucida Sans"/>
                        </a:rPr>
                        <a:t>Instruction Register</a:t>
                      </a:r>
                    </a:p>
                  </a:txBody>
                  <a:tcPr marL="63500" marR="63500" marT="63500" marB="63500"/>
                </a:tc>
                <a:tc>
                  <a:txBody>
                    <a:bodyPr/>
                    <a:lstStyle/>
                    <a:p>
                      <a:pPr rtl="0" fontAlgn="t">
                        <a:spcBef>
                          <a:spcPts val="0"/>
                        </a:spcBef>
                        <a:spcAft>
                          <a:spcPts val="0"/>
                        </a:spcAft>
                      </a:pPr>
                      <a:r>
                        <a:rPr lang="en-US" sz="1800" dirty="0">
                          <a:effectLst/>
                          <a:latin typeface="Lucida Sans"/>
                        </a:rPr>
                        <a:t>Holds the current instruction that the processor is executing</a:t>
                      </a:r>
                    </a:p>
                  </a:txBody>
                  <a:tcPr marL="63500" marR="63500" marT="63500" marB="63500"/>
                </a:tc>
                <a:extLst>
                  <a:ext uri="{0D108BD9-81ED-4DB2-BD59-A6C34878D82A}">
                    <a16:rowId xmlns:a16="http://schemas.microsoft.com/office/drawing/2014/main" val="1250624374"/>
                  </a:ext>
                </a:extLst>
              </a:tr>
              <a:tr h="0">
                <a:tc>
                  <a:txBody>
                    <a:bodyPr/>
                    <a:lstStyle/>
                    <a:p>
                      <a:pPr rtl="0" fontAlgn="t">
                        <a:spcBef>
                          <a:spcPts val="0"/>
                        </a:spcBef>
                        <a:spcAft>
                          <a:spcPts val="0"/>
                        </a:spcAft>
                      </a:pPr>
                      <a:r>
                        <a:rPr lang="en-US" sz="1800" b="1" dirty="0">
                          <a:effectLst/>
                          <a:latin typeface="Lucida Sans"/>
                        </a:rPr>
                        <a:t>Address Register</a:t>
                      </a:r>
                    </a:p>
                  </a:txBody>
                  <a:tcPr marL="63500" marR="63500" marT="63500" marB="63500"/>
                </a:tc>
                <a:tc>
                  <a:txBody>
                    <a:bodyPr/>
                    <a:lstStyle/>
                    <a:p>
                      <a:pPr rtl="0" fontAlgn="t">
                        <a:spcBef>
                          <a:spcPts val="0"/>
                        </a:spcBef>
                        <a:spcAft>
                          <a:spcPts val="0"/>
                        </a:spcAft>
                      </a:pPr>
                      <a:r>
                        <a:rPr lang="en-US" sz="1800" dirty="0">
                          <a:effectLst/>
                          <a:latin typeface="Lucida Sans"/>
                        </a:rPr>
                        <a:t>Holds the address of the next instruction to be executed</a:t>
                      </a:r>
                    </a:p>
                  </a:txBody>
                  <a:tcPr marL="63500" marR="63500" marT="63500" marB="63500"/>
                </a:tc>
                <a:extLst>
                  <a:ext uri="{0D108BD9-81ED-4DB2-BD59-A6C34878D82A}">
                    <a16:rowId xmlns:a16="http://schemas.microsoft.com/office/drawing/2014/main" val="2815652556"/>
                  </a:ext>
                </a:extLst>
              </a:tr>
              <a:tr h="0">
                <a:tc>
                  <a:txBody>
                    <a:bodyPr/>
                    <a:lstStyle/>
                    <a:p>
                      <a:pPr rtl="0" fontAlgn="t">
                        <a:spcBef>
                          <a:spcPts val="0"/>
                        </a:spcBef>
                        <a:spcAft>
                          <a:spcPts val="0"/>
                        </a:spcAft>
                      </a:pPr>
                      <a:r>
                        <a:rPr lang="en-US" sz="1800" b="1" dirty="0">
                          <a:effectLst/>
                          <a:latin typeface="Lucida Sans"/>
                        </a:rPr>
                        <a:t>Index Register</a:t>
                      </a:r>
                    </a:p>
                  </a:txBody>
                  <a:tcPr marL="63500" marR="63500" marT="63500" marB="63500"/>
                </a:tc>
                <a:tc>
                  <a:txBody>
                    <a:bodyPr/>
                    <a:lstStyle/>
                    <a:p>
                      <a:pPr rtl="0" fontAlgn="t">
                        <a:spcBef>
                          <a:spcPts val="0"/>
                        </a:spcBef>
                        <a:spcAft>
                          <a:spcPts val="0"/>
                        </a:spcAft>
                      </a:pPr>
                      <a:r>
                        <a:rPr lang="en-US" sz="1800" dirty="0">
                          <a:effectLst/>
                          <a:latin typeface="Lucida Sans"/>
                        </a:rPr>
                        <a:t>Holds a memory address offset or an index value for data access operations. The index register is typically used to access data structures, such as arrays or tables, efficiently.</a:t>
                      </a:r>
                    </a:p>
                  </a:txBody>
                  <a:tcPr marL="63500" marR="63500" marT="63500" marB="63500"/>
                </a:tc>
                <a:extLst>
                  <a:ext uri="{0D108BD9-81ED-4DB2-BD59-A6C34878D82A}">
                    <a16:rowId xmlns:a16="http://schemas.microsoft.com/office/drawing/2014/main" val="1784365470"/>
                  </a:ext>
                </a:extLst>
              </a:tr>
            </a:tbl>
          </a:graphicData>
        </a:graphic>
      </p:graphicFrame>
    </p:spTree>
    <p:extLst>
      <p:ext uri="{BB962C8B-B14F-4D97-AF65-F5344CB8AC3E}">
        <p14:creationId xmlns:p14="http://schemas.microsoft.com/office/powerpoint/2010/main" val="3175087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PROGRAMMING IN KEIL:</a:t>
            </a:r>
          </a:p>
        </p:txBody>
      </p:sp>
      <p:sp>
        <p:nvSpPr>
          <p:cNvPr id="68" name="Google Shape;68;p14"/>
          <p:cNvSpPr txBox="1">
            <a:spLocks noGrp="1"/>
          </p:cNvSpPr>
          <p:nvPr>
            <p:ph type="body" idx="1"/>
          </p:nvPr>
        </p:nvSpPr>
        <p:spPr>
          <a:xfrm>
            <a:off x="34600" y="767600"/>
            <a:ext cx="6927374" cy="5825070"/>
          </a:xfrm>
          <a:prstGeom prst="rect">
            <a:avLst/>
          </a:prstGeom>
        </p:spPr>
        <p:txBody>
          <a:bodyPr spcFirstLastPara="1" vert="horz" wrap="square" lIns="121900" tIns="121900" rIns="121900" bIns="121900" rtlCol="0" anchor="t" anchorCtr="0">
            <a:noAutofit/>
          </a:bodyPr>
          <a:lstStyle/>
          <a:p>
            <a:pPr marL="608965" indent="-456565"/>
            <a:r>
              <a:rPr lang="en" sz="2400" dirty="0">
                <a:latin typeface="Lucida Sans"/>
                <a:ea typeface="+mn-lt"/>
                <a:cs typeface="+mn-lt"/>
              </a:rPr>
              <a:t>KEIL C51 is a cross-compiler for the 8051 microcontroller family.</a:t>
            </a:r>
            <a:endParaRPr lang="en" sz="2400">
              <a:latin typeface="Lucida Sans"/>
              <a:cs typeface="Times New Roman" panose="02020603050405020304" pitchFamily="18" charset="0"/>
            </a:endParaRPr>
          </a:p>
          <a:p>
            <a:pPr marL="608965" indent="-456565">
              <a:buClr>
                <a:srgbClr val="262626"/>
              </a:buClr>
            </a:pPr>
            <a:r>
              <a:rPr lang="en" sz="2400" dirty="0">
                <a:latin typeface="Lucida Sans"/>
                <a:ea typeface="+mn-lt"/>
                <a:cs typeface="+mn-lt"/>
              </a:rPr>
              <a:t>It supports a wide range of 8051 variants and extensions, such as code banking, memory models, and bit-addressable data types.</a:t>
            </a:r>
            <a:endParaRPr lang="en" sz="2400">
              <a:latin typeface="Lucida Sans"/>
            </a:endParaRPr>
          </a:p>
          <a:p>
            <a:pPr marL="608965" indent="-456565">
              <a:buClr>
                <a:srgbClr val="262626"/>
              </a:buClr>
            </a:pPr>
            <a:r>
              <a:rPr lang="en" sz="2400" dirty="0">
                <a:latin typeface="Lucida Sans"/>
                <a:ea typeface="+mn-lt"/>
                <a:cs typeface="+mn-lt"/>
              </a:rPr>
              <a:t>IDE with a project manager, editor, debugger, and simulator.</a:t>
            </a:r>
            <a:endParaRPr lang="en" sz="2400">
              <a:latin typeface="Lucida Sans"/>
            </a:endParaRPr>
          </a:p>
          <a:p>
            <a:pPr marL="608965" indent="-456565">
              <a:buClr>
                <a:srgbClr val="262626"/>
              </a:buClr>
            </a:pPr>
            <a:r>
              <a:rPr lang="en" sz="2400" dirty="0">
                <a:latin typeface="Lucida Sans"/>
                <a:ea typeface="+mn-lt"/>
                <a:cs typeface="+mn-lt"/>
              </a:rPr>
              <a:t>It includes a library of standard and vendor-specific header files, startup code, and runtime routines.</a:t>
            </a:r>
            <a:endParaRPr lang="en" sz="2400">
              <a:latin typeface="Lucida Sans"/>
            </a:endParaRPr>
          </a:p>
          <a:p>
            <a:pPr marL="608965" indent="-456565">
              <a:spcBef>
                <a:spcPts val="640"/>
              </a:spcBef>
              <a:buClr>
                <a:srgbClr val="262626"/>
              </a:buClr>
            </a:pPr>
            <a:r>
              <a:rPr lang="en" sz="2400" dirty="0">
                <a:latin typeface="Lucida Sans"/>
                <a:ea typeface="+mn-lt"/>
                <a:cs typeface="+mn-lt"/>
              </a:rPr>
              <a:t>It generates compact and efficient code that can be optimized for speed or size using various directives and options.</a:t>
            </a:r>
            <a:endParaRPr lang="en" sz="2400">
              <a:latin typeface="Lucida Sans"/>
            </a:endParaRPr>
          </a:p>
          <a:p>
            <a:pPr marL="457200" indent="-457200">
              <a:spcAft>
                <a:spcPts val="2133"/>
              </a:spcAft>
            </a:pPr>
            <a:endParaRPr lang="en-US" sz="2400" dirty="0">
              <a:latin typeface="Lucida Sans" panose="020B0602030504020204" pitchFamily="34" charset="0"/>
              <a:cs typeface="Times New Roman" panose="02020603050405020304" pitchFamily="18" charset="0"/>
            </a:endParaRPr>
          </a:p>
        </p:txBody>
      </p:sp>
      <p:pic>
        <p:nvPicPr>
          <p:cNvPr id="2" name="Picture 2" descr="Graphical user interface, text&#10;&#10;Description automatically generated">
            <a:extLst>
              <a:ext uri="{FF2B5EF4-FFF2-40B4-BE49-F238E27FC236}">
                <a16:creationId xmlns:a16="http://schemas.microsoft.com/office/drawing/2014/main" id="{CBA7AA6F-9A5F-072B-A998-04D5735E0890}"/>
              </a:ext>
            </a:extLst>
          </p:cNvPr>
          <p:cNvPicPr>
            <a:picLocks noChangeAspect="1"/>
          </p:cNvPicPr>
          <p:nvPr/>
        </p:nvPicPr>
        <p:blipFill>
          <a:blip r:embed="rId3"/>
          <a:stretch>
            <a:fillRect/>
          </a:stretch>
        </p:blipFill>
        <p:spPr>
          <a:xfrm>
            <a:off x="7010401" y="764152"/>
            <a:ext cx="4943167" cy="2207952"/>
          </a:xfrm>
          <a:prstGeom prst="rect">
            <a:avLst/>
          </a:prstGeom>
          <a:ln>
            <a:solidFill>
              <a:schemeClr val="tx1"/>
            </a:solidFill>
          </a:ln>
        </p:spPr>
      </p:pic>
      <p:sp>
        <p:nvSpPr>
          <p:cNvPr id="3" name="TextBox 2">
            <a:extLst>
              <a:ext uri="{FF2B5EF4-FFF2-40B4-BE49-F238E27FC236}">
                <a16:creationId xmlns:a16="http://schemas.microsoft.com/office/drawing/2014/main" id="{187B0730-68E9-D358-1EBE-BFC55235FCA6}"/>
              </a:ext>
            </a:extLst>
          </p:cNvPr>
          <p:cNvSpPr txBox="1"/>
          <p:nvPr/>
        </p:nvSpPr>
        <p:spPr>
          <a:xfrm>
            <a:off x="7177548" y="3183193"/>
            <a:ext cx="4623618"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Lucida Sans"/>
                <a:cs typeface="Arial"/>
              </a:rPr>
              <a:t>Download Link: </a:t>
            </a:r>
            <a:r>
              <a:rPr lang="en-US" dirty="0">
                <a:latin typeface="Lucida Sans"/>
                <a:ea typeface="+mn-lt"/>
                <a:cs typeface="+mn-lt"/>
                <a:hlinkClick r:id="rId4"/>
              </a:rPr>
              <a:t>Keil Product Downloads</a:t>
            </a:r>
            <a:endParaRPr lang="en-US">
              <a:latin typeface="Lucida Sans"/>
            </a:endParaRPr>
          </a:p>
        </p:txBody>
      </p:sp>
      <p:sp>
        <p:nvSpPr>
          <p:cNvPr id="4" name="TextBox 3">
            <a:extLst>
              <a:ext uri="{FF2B5EF4-FFF2-40B4-BE49-F238E27FC236}">
                <a16:creationId xmlns:a16="http://schemas.microsoft.com/office/drawing/2014/main" id="{BFF4AF9B-91E2-25AC-74E9-2A0A2732677C}"/>
              </a:ext>
            </a:extLst>
          </p:cNvPr>
          <p:cNvSpPr txBox="1"/>
          <p:nvPr/>
        </p:nvSpPr>
        <p:spPr>
          <a:xfrm>
            <a:off x="7177547" y="3773128"/>
            <a:ext cx="4623618" cy="120032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Lucida Sans"/>
                <a:cs typeface="Arial"/>
              </a:rPr>
              <a:t>How to Install: </a:t>
            </a:r>
            <a:r>
              <a:rPr lang="en-US" dirty="0">
                <a:latin typeface="Lucida Sans"/>
                <a:cs typeface="Arial"/>
                <a:hlinkClick r:id="rId5"/>
              </a:rPr>
              <a:t>https://youtu.be/MG595VN4r70</a:t>
            </a:r>
            <a:endParaRPr lang="en-US" dirty="0">
              <a:latin typeface="Lucida Sans"/>
              <a:cs typeface="Arial"/>
            </a:endParaRPr>
          </a:p>
          <a:p>
            <a:r>
              <a:rPr lang="en-US" b="1" dirty="0">
                <a:latin typeface="Lucida Sans"/>
                <a:cs typeface="Arial"/>
              </a:rPr>
              <a:t>Note:</a:t>
            </a:r>
            <a:r>
              <a:rPr lang="en-US" dirty="0">
                <a:latin typeface="Lucida Sans"/>
                <a:cs typeface="Arial"/>
              </a:rPr>
              <a:t> Run as administrator after installing the tool.</a:t>
            </a:r>
          </a:p>
        </p:txBody>
      </p:sp>
      <p:sp>
        <p:nvSpPr>
          <p:cNvPr id="6" name="TextBox 5">
            <a:extLst>
              <a:ext uri="{FF2B5EF4-FFF2-40B4-BE49-F238E27FC236}">
                <a16:creationId xmlns:a16="http://schemas.microsoft.com/office/drawing/2014/main" id="{01E2E57C-4AC9-29D9-13EA-8F0BBA3FB25F}"/>
              </a:ext>
            </a:extLst>
          </p:cNvPr>
          <p:cNvSpPr txBox="1"/>
          <p:nvPr/>
        </p:nvSpPr>
        <p:spPr>
          <a:xfrm>
            <a:off x="7177546" y="5198805"/>
            <a:ext cx="4623618" cy="120032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Lucida Sans"/>
                <a:cs typeface="Arial"/>
              </a:rPr>
              <a:t>Keil doesn't support on MAC :(</a:t>
            </a:r>
          </a:p>
          <a:p>
            <a:r>
              <a:rPr lang="en-US" dirty="0">
                <a:latin typeface="Lucida Sans"/>
                <a:cs typeface="Arial"/>
              </a:rPr>
              <a:t>Statement: </a:t>
            </a:r>
            <a:r>
              <a:rPr lang="en-US" dirty="0">
                <a:ea typeface="+mn-lt"/>
                <a:cs typeface="+mn-lt"/>
                <a:hlinkClick r:id="rId6"/>
              </a:rPr>
              <a:t>GENERAL: Keil MDK 5 on a Mac (arm.com)</a:t>
            </a:r>
          </a:p>
          <a:p>
            <a:r>
              <a:rPr lang="en-US" dirty="0">
                <a:latin typeface="Arial"/>
                <a:cs typeface="Arial"/>
              </a:rPr>
              <a:t>Solution: Virtual box / Cycle server</a:t>
            </a:r>
          </a:p>
        </p:txBody>
      </p:sp>
    </p:spTree>
    <p:extLst>
      <p:ext uri="{BB962C8B-B14F-4D97-AF65-F5344CB8AC3E}">
        <p14:creationId xmlns:p14="http://schemas.microsoft.com/office/powerpoint/2010/main" val="454137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pic>
        <p:nvPicPr>
          <p:cNvPr id="4" name="Picture 4" descr="Graphical user interface, application&#10;&#10;Description automatically generated">
            <a:extLst>
              <a:ext uri="{FF2B5EF4-FFF2-40B4-BE49-F238E27FC236}">
                <a16:creationId xmlns:a16="http://schemas.microsoft.com/office/drawing/2014/main" id="{927D3C30-964C-CECA-A543-54A4C1ABA147}"/>
              </a:ext>
            </a:extLst>
          </p:cNvPr>
          <p:cNvPicPr>
            <a:picLocks noChangeAspect="1"/>
          </p:cNvPicPr>
          <p:nvPr/>
        </p:nvPicPr>
        <p:blipFill>
          <a:blip r:embed="rId3"/>
          <a:stretch>
            <a:fillRect/>
          </a:stretch>
        </p:blipFill>
        <p:spPr>
          <a:xfrm>
            <a:off x="336755" y="774164"/>
            <a:ext cx="5385619" cy="5297381"/>
          </a:xfrm>
          <a:prstGeom prst="rect">
            <a:avLst/>
          </a:prstGeom>
        </p:spPr>
      </p:pic>
      <p:pic>
        <p:nvPicPr>
          <p:cNvPr id="6" name="Picture 6" descr="Graphical user interface, text, application, email&#10;&#10;Description automatically generated">
            <a:extLst>
              <a:ext uri="{FF2B5EF4-FFF2-40B4-BE49-F238E27FC236}">
                <a16:creationId xmlns:a16="http://schemas.microsoft.com/office/drawing/2014/main" id="{606129A0-9AA1-EF91-EEC1-C779AB4DC592}"/>
              </a:ext>
            </a:extLst>
          </p:cNvPr>
          <p:cNvPicPr>
            <a:picLocks noChangeAspect="1"/>
          </p:cNvPicPr>
          <p:nvPr/>
        </p:nvPicPr>
        <p:blipFill>
          <a:blip r:embed="rId4"/>
          <a:stretch>
            <a:fillRect/>
          </a:stretch>
        </p:blipFill>
        <p:spPr>
          <a:xfrm>
            <a:off x="6039464" y="1380663"/>
            <a:ext cx="5201264" cy="4084383"/>
          </a:xfrm>
          <a:prstGeom prst="rect">
            <a:avLst/>
          </a:prstGeom>
        </p:spPr>
      </p:pic>
      <p:sp>
        <p:nvSpPr>
          <p:cNvPr id="7" name="TextBox 6">
            <a:extLst>
              <a:ext uri="{FF2B5EF4-FFF2-40B4-BE49-F238E27FC236}">
                <a16:creationId xmlns:a16="http://schemas.microsoft.com/office/drawing/2014/main" id="{9A42EC8F-8F6B-6911-2F3C-B5B488749B63}"/>
              </a:ext>
            </a:extLst>
          </p:cNvPr>
          <p:cNvSpPr txBox="1"/>
          <p:nvPr/>
        </p:nvSpPr>
        <p:spPr>
          <a:xfrm>
            <a:off x="7423354" y="5702709"/>
            <a:ext cx="3738716"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Project &gt; New </a:t>
            </a:r>
            <a:r>
              <a:rPr lang="en-US" dirty="0" err="1">
                <a:latin typeface="Lucida Sans"/>
                <a:cs typeface="Arial"/>
              </a:rPr>
              <a:t>uVision</a:t>
            </a:r>
            <a:r>
              <a:rPr lang="en-US" dirty="0">
                <a:latin typeface="Lucida Sans"/>
                <a:cs typeface="Arial"/>
              </a:rPr>
              <a:t> Project</a:t>
            </a:r>
            <a:endParaRPr lang="en-US">
              <a:latin typeface="Lucida Sans"/>
            </a:endParaRPr>
          </a:p>
        </p:txBody>
      </p:sp>
      <p:sp>
        <p:nvSpPr>
          <p:cNvPr id="8" name="Heptagon 7">
            <a:extLst>
              <a:ext uri="{FF2B5EF4-FFF2-40B4-BE49-F238E27FC236}">
                <a16:creationId xmlns:a16="http://schemas.microsoft.com/office/drawing/2014/main" id="{509CF7AE-2658-8EDD-B03F-82C59330107E}"/>
              </a:ext>
            </a:extLst>
          </p:cNvPr>
          <p:cNvSpPr/>
          <p:nvPr/>
        </p:nvSpPr>
        <p:spPr>
          <a:xfrm>
            <a:off x="11085871" y="1204451"/>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00"/>
                </a:solidFill>
                <a:cs typeface="Arial"/>
              </a:rPr>
              <a:t>1</a:t>
            </a:r>
            <a:endParaRPr lang="en-US" b="1" dirty="0">
              <a:solidFill>
                <a:srgbClr val="000000"/>
              </a:solidFill>
            </a:endParaRPr>
          </a:p>
        </p:txBody>
      </p:sp>
    </p:spTree>
    <p:extLst>
      <p:ext uri="{BB962C8B-B14F-4D97-AF65-F5344CB8AC3E}">
        <p14:creationId xmlns:p14="http://schemas.microsoft.com/office/powerpoint/2010/main" val="760854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7" name="TextBox 6">
            <a:extLst>
              <a:ext uri="{FF2B5EF4-FFF2-40B4-BE49-F238E27FC236}">
                <a16:creationId xmlns:a16="http://schemas.microsoft.com/office/drawing/2014/main" id="{9A42EC8F-8F6B-6911-2F3C-B5B488749B63}"/>
              </a:ext>
            </a:extLst>
          </p:cNvPr>
          <p:cNvSpPr txBox="1"/>
          <p:nvPr/>
        </p:nvSpPr>
        <p:spPr>
          <a:xfrm>
            <a:off x="6403257" y="4694902"/>
            <a:ext cx="544707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Same name as folder &gt; click "Save"</a:t>
            </a:r>
          </a:p>
        </p:txBody>
      </p:sp>
      <p:pic>
        <p:nvPicPr>
          <p:cNvPr id="2" name="Picture 2" descr="Graphical user interface, application&#10;&#10;Description automatically generated">
            <a:extLst>
              <a:ext uri="{FF2B5EF4-FFF2-40B4-BE49-F238E27FC236}">
                <a16:creationId xmlns:a16="http://schemas.microsoft.com/office/drawing/2014/main" id="{5076C667-60ED-F05C-3DE4-B2ECC684DD35}"/>
              </a:ext>
            </a:extLst>
          </p:cNvPr>
          <p:cNvPicPr>
            <a:picLocks noChangeAspect="1"/>
          </p:cNvPicPr>
          <p:nvPr/>
        </p:nvPicPr>
        <p:blipFill>
          <a:blip r:embed="rId3"/>
          <a:stretch>
            <a:fillRect/>
          </a:stretch>
        </p:blipFill>
        <p:spPr>
          <a:xfrm>
            <a:off x="152400" y="945697"/>
            <a:ext cx="6184491" cy="3491768"/>
          </a:xfrm>
          <a:prstGeom prst="rect">
            <a:avLst/>
          </a:prstGeom>
          <a:ln>
            <a:solidFill>
              <a:schemeClr val="tx1"/>
            </a:solidFill>
          </a:ln>
        </p:spPr>
      </p:pic>
      <p:sp>
        <p:nvSpPr>
          <p:cNvPr id="5" name="TextBox 4">
            <a:extLst>
              <a:ext uri="{FF2B5EF4-FFF2-40B4-BE49-F238E27FC236}">
                <a16:creationId xmlns:a16="http://schemas.microsoft.com/office/drawing/2014/main" id="{EBFF8C9E-6F7D-B5E9-E7C7-C87A61C19D94}"/>
              </a:ext>
            </a:extLst>
          </p:cNvPr>
          <p:cNvSpPr txBox="1"/>
          <p:nvPr/>
        </p:nvSpPr>
        <p:spPr>
          <a:xfrm>
            <a:off x="147482" y="4694902"/>
            <a:ext cx="619678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"New folder" &gt; give a name &gt; click "Open"</a:t>
            </a:r>
          </a:p>
        </p:txBody>
      </p:sp>
      <p:pic>
        <p:nvPicPr>
          <p:cNvPr id="8" name="Picture 8" descr="Graphical user interface, text, application, email&#10;&#10;Description automatically generated">
            <a:extLst>
              <a:ext uri="{FF2B5EF4-FFF2-40B4-BE49-F238E27FC236}">
                <a16:creationId xmlns:a16="http://schemas.microsoft.com/office/drawing/2014/main" id="{5479FE1E-03BB-3CC4-D5BC-0C738D223D40}"/>
              </a:ext>
            </a:extLst>
          </p:cNvPr>
          <p:cNvPicPr>
            <a:picLocks noChangeAspect="1"/>
          </p:cNvPicPr>
          <p:nvPr/>
        </p:nvPicPr>
        <p:blipFill>
          <a:blip r:embed="rId4"/>
          <a:stretch>
            <a:fillRect/>
          </a:stretch>
        </p:blipFill>
        <p:spPr>
          <a:xfrm>
            <a:off x="6408174" y="944573"/>
            <a:ext cx="5496232" cy="3494015"/>
          </a:xfrm>
          <a:prstGeom prst="rect">
            <a:avLst/>
          </a:prstGeom>
          <a:ln>
            <a:solidFill>
              <a:schemeClr val="tx1"/>
            </a:solidFill>
          </a:ln>
        </p:spPr>
      </p:pic>
      <p:sp>
        <p:nvSpPr>
          <p:cNvPr id="12" name="Heptagon 11">
            <a:extLst>
              <a:ext uri="{FF2B5EF4-FFF2-40B4-BE49-F238E27FC236}">
                <a16:creationId xmlns:a16="http://schemas.microsoft.com/office/drawing/2014/main" id="{22529E6F-5C7A-7C02-C4C7-1211B48DB8B0}"/>
              </a:ext>
            </a:extLst>
          </p:cNvPr>
          <p:cNvSpPr/>
          <p:nvPr/>
        </p:nvSpPr>
        <p:spPr>
          <a:xfrm>
            <a:off x="147484" y="4387645"/>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2</a:t>
            </a:r>
          </a:p>
        </p:txBody>
      </p:sp>
      <p:sp>
        <p:nvSpPr>
          <p:cNvPr id="14" name="Heptagon 13">
            <a:extLst>
              <a:ext uri="{FF2B5EF4-FFF2-40B4-BE49-F238E27FC236}">
                <a16:creationId xmlns:a16="http://schemas.microsoft.com/office/drawing/2014/main" id="{D468C175-17F5-4C2D-FC0D-A064008EE7F6}"/>
              </a:ext>
            </a:extLst>
          </p:cNvPr>
          <p:cNvSpPr/>
          <p:nvPr/>
        </p:nvSpPr>
        <p:spPr>
          <a:xfrm>
            <a:off x="6464710" y="4387645"/>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3</a:t>
            </a:r>
            <a:endParaRPr lang="en-US" b="1" dirty="0">
              <a:solidFill>
                <a:srgbClr val="000000"/>
              </a:solidFill>
            </a:endParaRPr>
          </a:p>
        </p:txBody>
      </p:sp>
    </p:spTree>
    <p:extLst>
      <p:ext uri="{BB962C8B-B14F-4D97-AF65-F5344CB8AC3E}">
        <p14:creationId xmlns:p14="http://schemas.microsoft.com/office/powerpoint/2010/main" val="2081363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7" name="TextBox 6">
            <a:extLst>
              <a:ext uri="{FF2B5EF4-FFF2-40B4-BE49-F238E27FC236}">
                <a16:creationId xmlns:a16="http://schemas.microsoft.com/office/drawing/2014/main" id="{9A42EC8F-8F6B-6911-2F3C-B5B488749B63}"/>
              </a:ext>
            </a:extLst>
          </p:cNvPr>
          <p:cNvSpPr txBox="1"/>
          <p:nvPr/>
        </p:nvSpPr>
        <p:spPr>
          <a:xfrm>
            <a:off x="4866967" y="5690418"/>
            <a:ext cx="3800167"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"New" or "</a:t>
            </a:r>
            <a:r>
              <a:rPr lang="en-US" dirty="0" err="1">
                <a:latin typeface="Lucida Sans"/>
                <a:cs typeface="Arial"/>
              </a:rPr>
              <a:t>Ctrl+N</a:t>
            </a:r>
            <a:r>
              <a:rPr lang="en-US" dirty="0">
                <a:latin typeface="Lucida Sans"/>
                <a:cs typeface="Arial"/>
              </a:rPr>
              <a:t>"</a:t>
            </a:r>
          </a:p>
        </p:txBody>
      </p:sp>
      <p:sp>
        <p:nvSpPr>
          <p:cNvPr id="5" name="TextBox 4">
            <a:extLst>
              <a:ext uri="{FF2B5EF4-FFF2-40B4-BE49-F238E27FC236}">
                <a16:creationId xmlns:a16="http://schemas.microsoft.com/office/drawing/2014/main" id="{EBFF8C9E-6F7D-B5E9-E7C7-C87A61C19D94}"/>
              </a:ext>
            </a:extLst>
          </p:cNvPr>
          <p:cNvSpPr txBox="1"/>
          <p:nvPr/>
        </p:nvSpPr>
        <p:spPr>
          <a:xfrm>
            <a:off x="147482" y="4694902"/>
            <a:ext cx="4672781"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Search "AT89C51" &gt; Select from "Microchip" &gt; click "OK"</a:t>
            </a:r>
          </a:p>
        </p:txBody>
      </p:sp>
      <p:pic>
        <p:nvPicPr>
          <p:cNvPr id="3" name="Picture 3" descr="Graphical user interface, text, application&#10;&#10;Description automatically generated">
            <a:extLst>
              <a:ext uri="{FF2B5EF4-FFF2-40B4-BE49-F238E27FC236}">
                <a16:creationId xmlns:a16="http://schemas.microsoft.com/office/drawing/2014/main" id="{39D857E6-7ADE-A656-5476-C9B91253B741}"/>
              </a:ext>
            </a:extLst>
          </p:cNvPr>
          <p:cNvPicPr>
            <a:picLocks noChangeAspect="1"/>
          </p:cNvPicPr>
          <p:nvPr/>
        </p:nvPicPr>
        <p:blipFill>
          <a:blip r:embed="rId3"/>
          <a:stretch>
            <a:fillRect/>
          </a:stretch>
        </p:blipFill>
        <p:spPr>
          <a:xfrm>
            <a:off x="152400" y="1015924"/>
            <a:ext cx="4660490" cy="3474217"/>
          </a:xfrm>
          <a:prstGeom prst="rect">
            <a:avLst/>
          </a:prstGeom>
          <a:ln>
            <a:solidFill>
              <a:schemeClr val="tx1"/>
            </a:solidFill>
          </a:ln>
        </p:spPr>
      </p:pic>
      <p:pic>
        <p:nvPicPr>
          <p:cNvPr id="4" name="Picture 5" descr="Graphical user interface, text, application&#10;&#10;Description automatically generated">
            <a:extLst>
              <a:ext uri="{FF2B5EF4-FFF2-40B4-BE49-F238E27FC236}">
                <a16:creationId xmlns:a16="http://schemas.microsoft.com/office/drawing/2014/main" id="{4BB256EE-8934-6546-DCFA-04A224418409}"/>
              </a:ext>
            </a:extLst>
          </p:cNvPr>
          <p:cNvPicPr>
            <a:picLocks noChangeAspect="1"/>
          </p:cNvPicPr>
          <p:nvPr/>
        </p:nvPicPr>
        <p:blipFill>
          <a:blip r:embed="rId4"/>
          <a:stretch>
            <a:fillRect/>
          </a:stretch>
        </p:blipFill>
        <p:spPr>
          <a:xfrm>
            <a:off x="4871883" y="1011328"/>
            <a:ext cx="3787877" cy="1418635"/>
          </a:xfrm>
          <a:prstGeom prst="rect">
            <a:avLst/>
          </a:prstGeom>
          <a:ln>
            <a:solidFill>
              <a:schemeClr val="tx1"/>
            </a:solidFill>
          </a:ln>
        </p:spPr>
      </p:pic>
      <p:sp>
        <p:nvSpPr>
          <p:cNvPr id="9" name="TextBox 8">
            <a:extLst>
              <a:ext uri="{FF2B5EF4-FFF2-40B4-BE49-F238E27FC236}">
                <a16:creationId xmlns:a16="http://schemas.microsoft.com/office/drawing/2014/main" id="{4976C802-DB90-DDE3-9AC1-293494563B1D}"/>
              </a:ext>
            </a:extLst>
          </p:cNvPr>
          <p:cNvSpPr txBox="1"/>
          <p:nvPr/>
        </p:nvSpPr>
        <p:spPr>
          <a:xfrm>
            <a:off x="4866966" y="2507223"/>
            <a:ext cx="3800167"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"No"</a:t>
            </a:r>
          </a:p>
        </p:txBody>
      </p:sp>
      <p:pic>
        <p:nvPicPr>
          <p:cNvPr id="10" name="Picture 10" descr="Graphical user interface, text, application&#10;&#10;Description automatically generated">
            <a:extLst>
              <a:ext uri="{FF2B5EF4-FFF2-40B4-BE49-F238E27FC236}">
                <a16:creationId xmlns:a16="http://schemas.microsoft.com/office/drawing/2014/main" id="{09E19E4F-292F-B1CB-273A-DF18CC8DDC38}"/>
              </a:ext>
            </a:extLst>
          </p:cNvPr>
          <p:cNvPicPr>
            <a:picLocks noChangeAspect="1"/>
          </p:cNvPicPr>
          <p:nvPr/>
        </p:nvPicPr>
        <p:blipFill>
          <a:blip r:embed="rId5"/>
          <a:stretch>
            <a:fillRect/>
          </a:stretch>
        </p:blipFill>
        <p:spPr>
          <a:xfrm>
            <a:off x="4871884" y="2992933"/>
            <a:ext cx="3787877" cy="2543617"/>
          </a:xfrm>
          <a:prstGeom prst="rect">
            <a:avLst/>
          </a:prstGeom>
          <a:ln>
            <a:solidFill>
              <a:schemeClr val="tx1"/>
            </a:solidFill>
          </a:ln>
        </p:spPr>
      </p:pic>
      <p:pic>
        <p:nvPicPr>
          <p:cNvPr id="11" name="Picture 11" descr="Graphical user interface, application, Word&#10;&#10;Description automatically generated">
            <a:extLst>
              <a:ext uri="{FF2B5EF4-FFF2-40B4-BE49-F238E27FC236}">
                <a16:creationId xmlns:a16="http://schemas.microsoft.com/office/drawing/2014/main" id="{4656EC83-1559-8581-294A-E3620DD4F19A}"/>
              </a:ext>
            </a:extLst>
          </p:cNvPr>
          <p:cNvPicPr>
            <a:picLocks noChangeAspect="1"/>
          </p:cNvPicPr>
          <p:nvPr/>
        </p:nvPicPr>
        <p:blipFill>
          <a:blip r:embed="rId6"/>
          <a:stretch>
            <a:fillRect/>
          </a:stretch>
        </p:blipFill>
        <p:spPr>
          <a:xfrm>
            <a:off x="8796625" y="1015181"/>
            <a:ext cx="2464556" cy="4114800"/>
          </a:xfrm>
          <a:prstGeom prst="rect">
            <a:avLst/>
          </a:prstGeom>
          <a:ln>
            <a:solidFill>
              <a:schemeClr val="tx1"/>
            </a:solidFill>
          </a:ln>
        </p:spPr>
      </p:pic>
      <p:sp>
        <p:nvSpPr>
          <p:cNvPr id="12" name="TextBox 11">
            <a:extLst>
              <a:ext uri="{FF2B5EF4-FFF2-40B4-BE49-F238E27FC236}">
                <a16:creationId xmlns:a16="http://schemas.microsoft.com/office/drawing/2014/main" id="{3F48CE20-2E3B-3510-2362-FAE199263706}"/>
              </a:ext>
            </a:extLst>
          </p:cNvPr>
          <p:cNvSpPr txBox="1"/>
          <p:nvPr/>
        </p:nvSpPr>
        <p:spPr>
          <a:xfrm>
            <a:off x="8799869" y="5198804"/>
            <a:ext cx="2460522"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A new text window will appear...</a:t>
            </a:r>
          </a:p>
        </p:txBody>
      </p:sp>
      <p:sp>
        <p:nvSpPr>
          <p:cNvPr id="14" name="Heptagon 13">
            <a:extLst>
              <a:ext uri="{FF2B5EF4-FFF2-40B4-BE49-F238E27FC236}">
                <a16:creationId xmlns:a16="http://schemas.microsoft.com/office/drawing/2014/main" id="{AC91F3BA-9657-82E2-C7B4-3715703AD222}"/>
              </a:ext>
            </a:extLst>
          </p:cNvPr>
          <p:cNvSpPr/>
          <p:nvPr/>
        </p:nvSpPr>
        <p:spPr>
          <a:xfrm>
            <a:off x="147484" y="4412225"/>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4</a:t>
            </a:r>
            <a:endParaRPr lang="en-US" b="1" dirty="0">
              <a:solidFill>
                <a:srgbClr val="000000"/>
              </a:solidFill>
            </a:endParaRPr>
          </a:p>
        </p:txBody>
      </p:sp>
      <p:sp>
        <p:nvSpPr>
          <p:cNvPr id="16" name="Heptagon 15">
            <a:extLst>
              <a:ext uri="{FF2B5EF4-FFF2-40B4-BE49-F238E27FC236}">
                <a16:creationId xmlns:a16="http://schemas.microsoft.com/office/drawing/2014/main" id="{A159F172-46CD-30C7-1395-48B08FB8A827}"/>
              </a:ext>
            </a:extLst>
          </p:cNvPr>
          <p:cNvSpPr/>
          <p:nvPr/>
        </p:nvSpPr>
        <p:spPr>
          <a:xfrm>
            <a:off x="4866968" y="2249128"/>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5</a:t>
            </a:r>
            <a:endParaRPr lang="en-US" b="1" dirty="0">
              <a:solidFill>
                <a:srgbClr val="000000"/>
              </a:solidFill>
            </a:endParaRPr>
          </a:p>
        </p:txBody>
      </p:sp>
      <p:sp>
        <p:nvSpPr>
          <p:cNvPr id="18" name="Heptagon 17">
            <a:extLst>
              <a:ext uri="{FF2B5EF4-FFF2-40B4-BE49-F238E27FC236}">
                <a16:creationId xmlns:a16="http://schemas.microsoft.com/office/drawing/2014/main" id="{99A871D8-8D54-CB1D-69CE-E68C1EDF41B2}"/>
              </a:ext>
            </a:extLst>
          </p:cNvPr>
          <p:cNvSpPr/>
          <p:nvPr/>
        </p:nvSpPr>
        <p:spPr>
          <a:xfrm>
            <a:off x="4817806" y="5493774"/>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6</a:t>
            </a:r>
            <a:endParaRPr lang="en-US" b="1" dirty="0">
              <a:solidFill>
                <a:srgbClr val="000000"/>
              </a:solidFill>
            </a:endParaRPr>
          </a:p>
        </p:txBody>
      </p:sp>
      <p:sp>
        <p:nvSpPr>
          <p:cNvPr id="20" name="Heptagon 19">
            <a:extLst>
              <a:ext uri="{FF2B5EF4-FFF2-40B4-BE49-F238E27FC236}">
                <a16:creationId xmlns:a16="http://schemas.microsoft.com/office/drawing/2014/main" id="{53BB2C12-B96F-C3D7-237F-DB865037ACBD}"/>
              </a:ext>
            </a:extLst>
          </p:cNvPr>
          <p:cNvSpPr/>
          <p:nvPr/>
        </p:nvSpPr>
        <p:spPr>
          <a:xfrm>
            <a:off x="8726129" y="4891548"/>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7</a:t>
            </a:r>
            <a:endParaRPr lang="en-US" b="1" dirty="0">
              <a:solidFill>
                <a:srgbClr val="000000"/>
              </a:solidFill>
            </a:endParaRPr>
          </a:p>
        </p:txBody>
      </p:sp>
    </p:spTree>
    <p:extLst>
      <p:ext uri="{BB962C8B-B14F-4D97-AF65-F5344CB8AC3E}">
        <p14:creationId xmlns:p14="http://schemas.microsoft.com/office/powerpoint/2010/main" val="993472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5" name="TextBox 4">
            <a:extLst>
              <a:ext uri="{FF2B5EF4-FFF2-40B4-BE49-F238E27FC236}">
                <a16:creationId xmlns:a16="http://schemas.microsoft.com/office/drawing/2014/main" id="{EBFF8C9E-6F7D-B5E9-E7C7-C87A61C19D94}"/>
              </a:ext>
            </a:extLst>
          </p:cNvPr>
          <p:cNvSpPr txBox="1"/>
          <p:nvPr/>
        </p:nvSpPr>
        <p:spPr>
          <a:xfrm>
            <a:off x="86030" y="3293805"/>
            <a:ext cx="4132007"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"Save"</a:t>
            </a:r>
          </a:p>
        </p:txBody>
      </p:sp>
      <p:sp>
        <p:nvSpPr>
          <p:cNvPr id="9" name="TextBox 8">
            <a:extLst>
              <a:ext uri="{FF2B5EF4-FFF2-40B4-BE49-F238E27FC236}">
                <a16:creationId xmlns:a16="http://schemas.microsoft.com/office/drawing/2014/main" id="{4976C802-DB90-DDE3-9AC1-293494563B1D}"/>
              </a:ext>
            </a:extLst>
          </p:cNvPr>
          <p:cNvSpPr txBox="1"/>
          <p:nvPr/>
        </p:nvSpPr>
        <p:spPr>
          <a:xfrm>
            <a:off x="4387643" y="4313900"/>
            <a:ext cx="5643715"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Same name as folder with extension .</a:t>
            </a:r>
            <a:r>
              <a:rPr lang="en-US" dirty="0" err="1">
                <a:latin typeface="Lucida Sans"/>
                <a:cs typeface="Arial"/>
              </a:rPr>
              <a:t>asm</a:t>
            </a:r>
            <a:r>
              <a:rPr lang="en-US" dirty="0">
                <a:latin typeface="Lucida Sans"/>
                <a:cs typeface="Arial"/>
              </a:rPr>
              <a:t> &gt; click "Save"</a:t>
            </a:r>
            <a:endParaRPr lang="en-US" dirty="0"/>
          </a:p>
        </p:txBody>
      </p:sp>
      <p:pic>
        <p:nvPicPr>
          <p:cNvPr id="2" name="Picture 5" descr="Graphical user interface, text, application&#10;&#10;Description automatically generated">
            <a:extLst>
              <a:ext uri="{FF2B5EF4-FFF2-40B4-BE49-F238E27FC236}">
                <a16:creationId xmlns:a16="http://schemas.microsoft.com/office/drawing/2014/main" id="{D7BFFE6B-B446-C17D-DE4A-0D4F170335F6}"/>
              </a:ext>
            </a:extLst>
          </p:cNvPr>
          <p:cNvPicPr>
            <a:picLocks noChangeAspect="1"/>
          </p:cNvPicPr>
          <p:nvPr/>
        </p:nvPicPr>
        <p:blipFill>
          <a:blip r:embed="rId3"/>
          <a:stretch>
            <a:fillRect/>
          </a:stretch>
        </p:blipFill>
        <p:spPr>
          <a:xfrm>
            <a:off x="90948" y="1005303"/>
            <a:ext cx="4119716" cy="2192684"/>
          </a:xfrm>
          <a:prstGeom prst="rect">
            <a:avLst/>
          </a:prstGeom>
          <a:ln>
            <a:solidFill>
              <a:schemeClr val="tx1"/>
            </a:solidFill>
          </a:ln>
        </p:spPr>
      </p:pic>
      <p:pic>
        <p:nvPicPr>
          <p:cNvPr id="6" name="Picture 7" descr="Graphical user interface, text, application, email&#10;&#10;Description automatically generated">
            <a:extLst>
              <a:ext uri="{FF2B5EF4-FFF2-40B4-BE49-F238E27FC236}">
                <a16:creationId xmlns:a16="http://schemas.microsoft.com/office/drawing/2014/main" id="{34FA4F4D-7B94-9A3F-4BFF-959EA3047BF2}"/>
              </a:ext>
            </a:extLst>
          </p:cNvPr>
          <p:cNvPicPr>
            <a:picLocks noChangeAspect="1"/>
          </p:cNvPicPr>
          <p:nvPr/>
        </p:nvPicPr>
        <p:blipFill>
          <a:blip r:embed="rId4"/>
          <a:stretch>
            <a:fillRect/>
          </a:stretch>
        </p:blipFill>
        <p:spPr>
          <a:xfrm>
            <a:off x="4392561" y="1008014"/>
            <a:ext cx="5582263" cy="3145907"/>
          </a:xfrm>
          <a:prstGeom prst="rect">
            <a:avLst/>
          </a:prstGeom>
          <a:ln>
            <a:solidFill>
              <a:schemeClr val="tx1"/>
            </a:solidFill>
          </a:ln>
        </p:spPr>
      </p:pic>
      <p:sp>
        <p:nvSpPr>
          <p:cNvPr id="13" name="Heptagon 12">
            <a:extLst>
              <a:ext uri="{FF2B5EF4-FFF2-40B4-BE49-F238E27FC236}">
                <a16:creationId xmlns:a16="http://schemas.microsoft.com/office/drawing/2014/main" id="{A00D9CD9-35DE-BED9-D26E-071920678706}"/>
              </a:ext>
            </a:extLst>
          </p:cNvPr>
          <p:cNvSpPr/>
          <p:nvPr/>
        </p:nvSpPr>
        <p:spPr>
          <a:xfrm>
            <a:off x="86032" y="3047999"/>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8</a:t>
            </a:r>
            <a:endParaRPr lang="en-US" b="1" dirty="0">
              <a:solidFill>
                <a:srgbClr val="000000"/>
              </a:solidFill>
            </a:endParaRPr>
          </a:p>
        </p:txBody>
      </p:sp>
      <p:sp>
        <p:nvSpPr>
          <p:cNvPr id="15" name="Heptagon 14">
            <a:extLst>
              <a:ext uri="{FF2B5EF4-FFF2-40B4-BE49-F238E27FC236}">
                <a16:creationId xmlns:a16="http://schemas.microsoft.com/office/drawing/2014/main" id="{7EE6CDFA-2453-960F-F5D1-80455D77504B}"/>
              </a:ext>
            </a:extLst>
          </p:cNvPr>
          <p:cNvSpPr/>
          <p:nvPr/>
        </p:nvSpPr>
        <p:spPr>
          <a:xfrm>
            <a:off x="4301613" y="4006645"/>
            <a:ext cx="442452" cy="381000"/>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9</a:t>
            </a:r>
            <a:endParaRPr lang="en-US" b="1" dirty="0">
              <a:solidFill>
                <a:srgbClr val="000000"/>
              </a:solidFill>
            </a:endParaRPr>
          </a:p>
        </p:txBody>
      </p:sp>
    </p:spTree>
    <p:extLst>
      <p:ext uri="{BB962C8B-B14F-4D97-AF65-F5344CB8AC3E}">
        <p14:creationId xmlns:p14="http://schemas.microsoft.com/office/powerpoint/2010/main" val="2902663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7" name="TextBox 6">
            <a:extLst>
              <a:ext uri="{FF2B5EF4-FFF2-40B4-BE49-F238E27FC236}">
                <a16:creationId xmlns:a16="http://schemas.microsoft.com/office/drawing/2014/main" id="{9A42EC8F-8F6B-6911-2F3C-B5B488749B63}"/>
              </a:ext>
            </a:extLst>
          </p:cNvPr>
          <p:cNvSpPr txBox="1"/>
          <p:nvPr/>
        </p:nvSpPr>
        <p:spPr>
          <a:xfrm>
            <a:off x="5272547" y="4756354"/>
            <a:ext cx="4721941" cy="92333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Change "Files of type" to "</a:t>
            </a:r>
            <a:r>
              <a:rPr lang="en-US" dirty="0" err="1">
                <a:latin typeface="Lucida Sans"/>
                <a:cs typeface="Arial"/>
              </a:rPr>
              <a:t>Asm</a:t>
            </a:r>
            <a:r>
              <a:rPr lang="en-US" dirty="0">
                <a:latin typeface="Lucida Sans"/>
                <a:cs typeface="Arial"/>
              </a:rPr>
              <a:t> Source file" &gt; click *.</a:t>
            </a:r>
            <a:r>
              <a:rPr lang="en-US" dirty="0" err="1">
                <a:latin typeface="Lucida Sans"/>
                <a:cs typeface="Arial"/>
              </a:rPr>
              <a:t>asm</a:t>
            </a:r>
            <a:r>
              <a:rPr lang="en-US" dirty="0">
                <a:latin typeface="Lucida Sans"/>
                <a:cs typeface="Arial"/>
              </a:rPr>
              <a:t> file &gt; click "Add" &gt; click "close"</a:t>
            </a:r>
          </a:p>
        </p:txBody>
      </p:sp>
      <p:sp>
        <p:nvSpPr>
          <p:cNvPr id="5" name="TextBox 4">
            <a:extLst>
              <a:ext uri="{FF2B5EF4-FFF2-40B4-BE49-F238E27FC236}">
                <a16:creationId xmlns:a16="http://schemas.microsoft.com/office/drawing/2014/main" id="{EBFF8C9E-6F7D-B5E9-E7C7-C87A61C19D94}"/>
              </a:ext>
            </a:extLst>
          </p:cNvPr>
          <p:cNvSpPr txBox="1"/>
          <p:nvPr/>
        </p:nvSpPr>
        <p:spPr>
          <a:xfrm>
            <a:off x="147482" y="4694902"/>
            <a:ext cx="5016909"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Right Click "Source Group 1" &gt; Click "Add Existing Files to Group 'Source Group 1' ..."</a:t>
            </a:r>
          </a:p>
        </p:txBody>
      </p:sp>
      <p:pic>
        <p:nvPicPr>
          <p:cNvPr id="2" name="Picture 2" descr="Graphical user interface, text, application&#10;&#10;Description automatically generated">
            <a:extLst>
              <a:ext uri="{FF2B5EF4-FFF2-40B4-BE49-F238E27FC236}">
                <a16:creationId xmlns:a16="http://schemas.microsoft.com/office/drawing/2014/main" id="{3AB0F81A-DFF1-C1BF-0C5C-F67C076D772A}"/>
              </a:ext>
            </a:extLst>
          </p:cNvPr>
          <p:cNvPicPr>
            <a:picLocks noChangeAspect="1"/>
          </p:cNvPicPr>
          <p:nvPr/>
        </p:nvPicPr>
        <p:blipFill>
          <a:blip r:embed="rId3"/>
          <a:stretch>
            <a:fillRect/>
          </a:stretch>
        </p:blipFill>
        <p:spPr>
          <a:xfrm>
            <a:off x="152400" y="907378"/>
            <a:ext cx="5004618" cy="3728180"/>
          </a:xfrm>
          <a:prstGeom prst="rect">
            <a:avLst/>
          </a:prstGeom>
          <a:ln>
            <a:solidFill>
              <a:schemeClr val="tx1"/>
            </a:solidFill>
          </a:ln>
        </p:spPr>
      </p:pic>
      <p:pic>
        <p:nvPicPr>
          <p:cNvPr id="3" name="Picture 3" descr="Graphical user interface, text, application&#10;&#10;Description automatically generated">
            <a:extLst>
              <a:ext uri="{FF2B5EF4-FFF2-40B4-BE49-F238E27FC236}">
                <a16:creationId xmlns:a16="http://schemas.microsoft.com/office/drawing/2014/main" id="{96A0AB08-EB5F-BFAF-65D7-353DFFF0760C}"/>
              </a:ext>
            </a:extLst>
          </p:cNvPr>
          <p:cNvPicPr>
            <a:picLocks noChangeAspect="1"/>
          </p:cNvPicPr>
          <p:nvPr/>
        </p:nvPicPr>
        <p:blipFill>
          <a:blip r:embed="rId4"/>
          <a:stretch>
            <a:fillRect/>
          </a:stretch>
        </p:blipFill>
        <p:spPr>
          <a:xfrm>
            <a:off x="5277465" y="902538"/>
            <a:ext cx="4709651" cy="3713278"/>
          </a:xfrm>
          <a:prstGeom prst="rect">
            <a:avLst/>
          </a:prstGeom>
          <a:ln>
            <a:solidFill>
              <a:schemeClr val="tx1"/>
            </a:solidFill>
          </a:ln>
        </p:spPr>
      </p:pic>
      <p:sp>
        <p:nvSpPr>
          <p:cNvPr id="12" name="Heptagon 11">
            <a:extLst>
              <a:ext uri="{FF2B5EF4-FFF2-40B4-BE49-F238E27FC236}">
                <a16:creationId xmlns:a16="http://schemas.microsoft.com/office/drawing/2014/main" id="{0653C21B-691B-C18B-0A0F-A4B7D85294C5}"/>
              </a:ext>
            </a:extLst>
          </p:cNvPr>
          <p:cNvSpPr/>
          <p:nvPr/>
        </p:nvSpPr>
        <p:spPr>
          <a:xfrm>
            <a:off x="-1" y="4399935"/>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10</a:t>
            </a:r>
            <a:endParaRPr lang="en-US" b="1" dirty="0">
              <a:solidFill>
                <a:srgbClr val="000000"/>
              </a:solidFill>
            </a:endParaRPr>
          </a:p>
        </p:txBody>
      </p:sp>
      <p:sp>
        <p:nvSpPr>
          <p:cNvPr id="13" name="Heptagon 12">
            <a:extLst>
              <a:ext uri="{FF2B5EF4-FFF2-40B4-BE49-F238E27FC236}">
                <a16:creationId xmlns:a16="http://schemas.microsoft.com/office/drawing/2014/main" id="{1E27AE95-169F-D008-E708-4A632A568499}"/>
              </a:ext>
            </a:extLst>
          </p:cNvPr>
          <p:cNvSpPr/>
          <p:nvPr/>
        </p:nvSpPr>
        <p:spPr>
          <a:xfrm>
            <a:off x="5161935" y="4399935"/>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cs typeface="Arial"/>
              </a:rPr>
              <a:t>11</a:t>
            </a:r>
            <a:endParaRPr lang="en-US" b="1" dirty="0">
              <a:solidFill>
                <a:srgbClr val="000000"/>
              </a:solidFill>
            </a:endParaRPr>
          </a:p>
        </p:txBody>
      </p:sp>
    </p:spTree>
    <p:extLst>
      <p:ext uri="{BB962C8B-B14F-4D97-AF65-F5344CB8AC3E}">
        <p14:creationId xmlns:p14="http://schemas.microsoft.com/office/powerpoint/2010/main" val="221861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5" name="TextBox 4">
            <a:extLst>
              <a:ext uri="{FF2B5EF4-FFF2-40B4-BE49-F238E27FC236}">
                <a16:creationId xmlns:a16="http://schemas.microsoft.com/office/drawing/2014/main" id="{EBFF8C9E-6F7D-B5E9-E7C7-C87A61C19D94}"/>
              </a:ext>
            </a:extLst>
          </p:cNvPr>
          <p:cNvSpPr txBox="1"/>
          <p:nvPr/>
        </p:nvSpPr>
        <p:spPr>
          <a:xfrm>
            <a:off x="147482" y="3515031"/>
            <a:ext cx="4611329" cy="147732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Our assembly file is added with the project. Let’s write our first 8051 program which is to find factorial of a number :'). For 1st exercise we will write an </a:t>
            </a:r>
            <a:r>
              <a:rPr lang="en-US">
                <a:latin typeface="Lucida Sans"/>
                <a:cs typeface="Arial"/>
              </a:rPr>
              <a:t>assembly code</a:t>
            </a:r>
            <a:endParaRPr lang="en-US" dirty="0">
              <a:latin typeface="Lucida Sans"/>
              <a:cs typeface="Arial"/>
            </a:endParaRPr>
          </a:p>
        </p:txBody>
      </p:sp>
      <p:pic>
        <p:nvPicPr>
          <p:cNvPr id="4" name="Picture 5" descr="Graphical user interface, text, application&#10;&#10;Description automatically generated">
            <a:extLst>
              <a:ext uri="{FF2B5EF4-FFF2-40B4-BE49-F238E27FC236}">
                <a16:creationId xmlns:a16="http://schemas.microsoft.com/office/drawing/2014/main" id="{5870DC7C-299A-B2FB-BB44-DE858E248343}"/>
              </a:ext>
            </a:extLst>
          </p:cNvPr>
          <p:cNvPicPr>
            <a:picLocks noChangeAspect="1"/>
          </p:cNvPicPr>
          <p:nvPr/>
        </p:nvPicPr>
        <p:blipFill>
          <a:blip r:embed="rId3"/>
          <a:stretch>
            <a:fillRect/>
          </a:stretch>
        </p:blipFill>
        <p:spPr>
          <a:xfrm>
            <a:off x="152400" y="978073"/>
            <a:ext cx="4599038" cy="2456078"/>
          </a:xfrm>
          <a:prstGeom prst="rect">
            <a:avLst/>
          </a:prstGeom>
          <a:ln>
            <a:solidFill>
              <a:schemeClr val="tx1"/>
            </a:solidFill>
          </a:ln>
        </p:spPr>
      </p:pic>
      <p:pic>
        <p:nvPicPr>
          <p:cNvPr id="11" name="Picture 11" descr="Graphical user interface, application, Word&#10;&#10;Description automatically generated">
            <a:extLst>
              <a:ext uri="{FF2B5EF4-FFF2-40B4-BE49-F238E27FC236}">
                <a16:creationId xmlns:a16="http://schemas.microsoft.com/office/drawing/2014/main" id="{53547061-ADA0-BEC9-54D2-C181CD7F105B}"/>
              </a:ext>
            </a:extLst>
          </p:cNvPr>
          <p:cNvPicPr>
            <a:picLocks noChangeAspect="1"/>
          </p:cNvPicPr>
          <p:nvPr/>
        </p:nvPicPr>
        <p:blipFill>
          <a:blip r:embed="rId4"/>
          <a:stretch>
            <a:fillRect/>
          </a:stretch>
        </p:blipFill>
        <p:spPr>
          <a:xfrm>
            <a:off x="4933335" y="978220"/>
            <a:ext cx="4181167" cy="2455786"/>
          </a:xfrm>
          <a:prstGeom prst="rect">
            <a:avLst/>
          </a:prstGeom>
          <a:ln>
            <a:solidFill>
              <a:schemeClr val="tx1"/>
            </a:solidFill>
          </a:ln>
        </p:spPr>
      </p:pic>
      <p:sp>
        <p:nvSpPr>
          <p:cNvPr id="13" name="TextBox 12">
            <a:extLst>
              <a:ext uri="{FF2B5EF4-FFF2-40B4-BE49-F238E27FC236}">
                <a16:creationId xmlns:a16="http://schemas.microsoft.com/office/drawing/2014/main" id="{2CBACC40-68BB-EADB-560F-B978DB0EAE92}"/>
              </a:ext>
            </a:extLst>
          </p:cNvPr>
          <p:cNvSpPr txBox="1"/>
          <p:nvPr/>
        </p:nvSpPr>
        <p:spPr>
          <a:xfrm>
            <a:off x="4940707" y="3490450"/>
            <a:ext cx="4132007"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Right click "Target 1" &gt; click "Options for Target 'Target 1'..." </a:t>
            </a:r>
          </a:p>
        </p:txBody>
      </p:sp>
      <p:pic>
        <p:nvPicPr>
          <p:cNvPr id="14" name="Picture 14" descr="Graphical user interface, text, application, email&#10;&#10;Description automatically generated">
            <a:extLst>
              <a:ext uri="{FF2B5EF4-FFF2-40B4-BE49-F238E27FC236}">
                <a16:creationId xmlns:a16="http://schemas.microsoft.com/office/drawing/2014/main" id="{A08C14C8-8200-2FF2-3C99-FD147D69A162}"/>
              </a:ext>
            </a:extLst>
          </p:cNvPr>
          <p:cNvPicPr>
            <a:picLocks noChangeAspect="1"/>
          </p:cNvPicPr>
          <p:nvPr/>
        </p:nvPicPr>
        <p:blipFill>
          <a:blip r:embed="rId5"/>
          <a:stretch>
            <a:fillRect/>
          </a:stretch>
        </p:blipFill>
        <p:spPr>
          <a:xfrm>
            <a:off x="4933335" y="4204876"/>
            <a:ext cx="4181167" cy="1791214"/>
          </a:xfrm>
          <a:prstGeom prst="rect">
            <a:avLst/>
          </a:prstGeom>
          <a:ln>
            <a:solidFill>
              <a:schemeClr val="tx1"/>
            </a:solidFill>
          </a:ln>
        </p:spPr>
      </p:pic>
      <p:sp>
        <p:nvSpPr>
          <p:cNvPr id="15" name="TextBox 14">
            <a:extLst>
              <a:ext uri="{FF2B5EF4-FFF2-40B4-BE49-F238E27FC236}">
                <a16:creationId xmlns:a16="http://schemas.microsoft.com/office/drawing/2014/main" id="{4A95FE69-3652-B009-672C-6041FD41D84E}"/>
              </a:ext>
            </a:extLst>
          </p:cNvPr>
          <p:cNvSpPr txBox="1"/>
          <p:nvPr/>
        </p:nvSpPr>
        <p:spPr>
          <a:xfrm>
            <a:off x="4928416" y="6034546"/>
            <a:ext cx="4193458"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"Output" &gt; check "Create HEX File"</a:t>
            </a:r>
          </a:p>
        </p:txBody>
      </p:sp>
      <p:sp>
        <p:nvSpPr>
          <p:cNvPr id="16" name="Heptagon 15">
            <a:extLst>
              <a:ext uri="{FF2B5EF4-FFF2-40B4-BE49-F238E27FC236}">
                <a16:creationId xmlns:a16="http://schemas.microsoft.com/office/drawing/2014/main" id="{2E79E6E6-DBC6-B0F0-CF0F-CEF3F8FC7DF7}"/>
              </a:ext>
            </a:extLst>
          </p:cNvPr>
          <p:cNvSpPr/>
          <p:nvPr/>
        </p:nvSpPr>
        <p:spPr>
          <a:xfrm>
            <a:off x="4547419" y="5801033"/>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14</a:t>
            </a:r>
            <a:endParaRPr lang="en-US" b="1" dirty="0">
              <a:solidFill>
                <a:srgbClr val="000000"/>
              </a:solidFill>
            </a:endParaRPr>
          </a:p>
        </p:txBody>
      </p:sp>
      <p:sp>
        <p:nvSpPr>
          <p:cNvPr id="17" name="Heptagon 16">
            <a:extLst>
              <a:ext uri="{FF2B5EF4-FFF2-40B4-BE49-F238E27FC236}">
                <a16:creationId xmlns:a16="http://schemas.microsoft.com/office/drawing/2014/main" id="{32928643-2D5D-FC24-4D04-3DF924CB12A9}"/>
              </a:ext>
            </a:extLst>
          </p:cNvPr>
          <p:cNvSpPr/>
          <p:nvPr/>
        </p:nvSpPr>
        <p:spPr>
          <a:xfrm>
            <a:off x="49160" y="3195483"/>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12</a:t>
            </a:r>
            <a:endParaRPr lang="en-US" b="1" dirty="0">
              <a:solidFill>
                <a:srgbClr val="000000"/>
              </a:solidFill>
            </a:endParaRPr>
          </a:p>
        </p:txBody>
      </p:sp>
      <p:sp>
        <p:nvSpPr>
          <p:cNvPr id="18" name="Heptagon 17">
            <a:extLst>
              <a:ext uri="{FF2B5EF4-FFF2-40B4-BE49-F238E27FC236}">
                <a16:creationId xmlns:a16="http://schemas.microsoft.com/office/drawing/2014/main" id="{2822C399-247A-BA55-F6A9-1C80696DA5FC}"/>
              </a:ext>
            </a:extLst>
          </p:cNvPr>
          <p:cNvSpPr/>
          <p:nvPr/>
        </p:nvSpPr>
        <p:spPr>
          <a:xfrm>
            <a:off x="4842386" y="3195484"/>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13</a:t>
            </a:r>
            <a:endParaRPr lang="en-US" b="1" dirty="0">
              <a:solidFill>
                <a:srgbClr val="000000"/>
              </a:solidFill>
            </a:endParaRPr>
          </a:p>
        </p:txBody>
      </p:sp>
    </p:spTree>
    <p:extLst>
      <p:ext uri="{BB962C8B-B14F-4D97-AF65-F5344CB8AC3E}">
        <p14:creationId xmlns:p14="http://schemas.microsoft.com/office/powerpoint/2010/main" val="2899712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7" name="TextBox 6">
            <a:extLst>
              <a:ext uri="{FF2B5EF4-FFF2-40B4-BE49-F238E27FC236}">
                <a16:creationId xmlns:a16="http://schemas.microsoft.com/office/drawing/2014/main" id="{9A42EC8F-8F6B-6911-2F3C-B5B488749B63}"/>
              </a:ext>
            </a:extLst>
          </p:cNvPr>
          <p:cNvSpPr txBox="1"/>
          <p:nvPr/>
        </p:nvSpPr>
        <p:spPr>
          <a:xfrm>
            <a:off x="4854677" y="4805514"/>
            <a:ext cx="5766618"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"Save" &gt; click "Translate" &gt; click "Build" </a:t>
            </a:r>
          </a:p>
        </p:txBody>
      </p:sp>
      <p:pic>
        <p:nvPicPr>
          <p:cNvPr id="8" name="Picture 8" descr="Graphical user interface, text, application&#10;&#10;Description automatically generated">
            <a:extLst>
              <a:ext uri="{FF2B5EF4-FFF2-40B4-BE49-F238E27FC236}">
                <a16:creationId xmlns:a16="http://schemas.microsoft.com/office/drawing/2014/main" id="{C18F534E-C563-41F8-F450-C161C04B2F24}"/>
              </a:ext>
            </a:extLst>
          </p:cNvPr>
          <p:cNvPicPr>
            <a:picLocks noChangeAspect="1"/>
          </p:cNvPicPr>
          <p:nvPr/>
        </p:nvPicPr>
        <p:blipFill>
          <a:blip r:embed="rId3"/>
          <a:stretch>
            <a:fillRect/>
          </a:stretch>
        </p:blipFill>
        <p:spPr>
          <a:xfrm>
            <a:off x="4859594" y="977170"/>
            <a:ext cx="5754327" cy="3772947"/>
          </a:xfrm>
          <a:prstGeom prst="rect">
            <a:avLst/>
          </a:prstGeom>
          <a:ln>
            <a:solidFill>
              <a:schemeClr val="tx1"/>
            </a:solidFill>
          </a:ln>
        </p:spPr>
      </p:pic>
      <p:pic>
        <p:nvPicPr>
          <p:cNvPr id="9" name="Picture 9" descr="Text&#10;&#10;Description automatically generated">
            <a:extLst>
              <a:ext uri="{FF2B5EF4-FFF2-40B4-BE49-F238E27FC236}">
                <a16:creationId xmlns:a16="http://schemas.microsoft.com/office/drawing/2014/main" id="{473F98AD-1CB2-5D49-2D2A-F56DF9712CE3}"/>
              </a:ext>
            </a:extLst>
          </p:cNvPr>
          <p:cNvPicPr>
            <a:picLocks noChangeAspect="1"/>
          </p:cNvPicPr>
          <p:nvPr/>
        </p:nvPicPr>
        <p:blipFill>
          <a:blip r:embed="rId4"/>
          <a:stretch>
            <a:fillRect/>
          </a:stretch>
        </p:blipFill>
        <p:spPr>
          <a:xfrm>
            <a:off x="4859594" y="5238914"/>
            <a:ext cx="4156586" cy="1370042"/>
          </a:xfrm>
          <a:prstGeom prst="rect">
            <a:avLst/>
          </a:prstGeom>
          <a:ln>
            <a:solidFill>
              <a:schemeClr val="tx1"/>
            </a:solidFill>
          </a:ln>
        </p:spPr>
      </p:pic>
      <p:sp>
        <p:nvSpPr>
          <p:cNvPr id="10" name="TextBox 9">
            <a:extLst>
              <a:ext uri="{FF2B5EF4-FFF2-40B4-BE49-F238E27FC236}">
                <a16:creationId xmlns:a16="http://schemas.microsoft.com/office/drawing/2014/main" id="{4A5319A4-C742-22AA-CB03-C98888DE9B5D}"/>
              </a:ext>
            </a:extLst>
          </p:cNvPr>
          <p:cNvSpPr txBox="1"/>
          <p:nvPr/>
        </p:nvSpPr>
        <p:spPr>
          <a:xfrm>
            <a:off x="9082546" y="5235675"/>
            <a:ext cx="2448231" cy="120032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We should get 0 error and 0 warning after "Translate" and "Build" </a:t>
            </a:r>
          </a:p>
        </p:txBody>
      </p:sp>
      <p:pic>
        <p:nvPicPr>
          <p:cNvPr id="2" name="Picture 2" descr="Graphical user interface, text, application&#10;&#10;Description automatically generated">
            <a:extLst>
              <a:ext uri="{FF2B5EF4-FFF2-40B4-BE49-F238E27FC236}">
                <a16:creationId xmlns:a16="http://schemas.microsoft.com/office/drawing/2014/main" id="{1F08A60E-9CF4-1463-4087-ECA993E70973}"/>
              </a:ext>
            </a:extLst>
          </p:cNvPr>
          <p:cNvPicPr>
            <a:picLocks noChangeAspect="1"/>
          </p:cNvPicPr>
          <p:nvPr/>
        </p:nvPicPr>
        <p:blipFill>
          <a:blip r:embed="rId5"/>
          <a:stretch>
            <a:fillRect/>
          </a:stretch>
        </p:blipFill>
        <p:spPr>
          <a:xfrm>
            <a:off x="140110" y="972416"/>
            <a:ext cx="4586747" cy="3450618"/>
          </a:xfrm>
          <a:prstGeom prst="rect">
            <a:avLst/>
          </a:prstGeom>
          <a:ln>
            <a:solidFill>
              <a:schemeClr val="tx1"/>
            </a:solidFill>
          </a:ln>
        </p:spPr>
      </p:pic>
      <p:sp>
        <p:nvSpPr>
          <p:cNvPr id="6" name="TextBox 5">
            <a:extLst>
              <a:ext uri="{FF2B5EF4-FFF2-40B4-BE49-F238E27FC236}">
                <a16:creationId xmlns:a16="http://schemas.microsoft.com/office/drawing/2014/main" id="{438D1B73-2CFD-3AD5-3FCB-7995A16BC63B}"/>
              </a:ext>
            </a:extLst>
          </p:cNvPr>
          <p:cNvSpPr txBox="1"/>
          <p:nvPr/>
        </p:nvSpPr>
        <p:spPr>
          <a:xfrm>
            <a:off x="135190" y="4522836"/>
            <a:ext cx="4599038" cy="92333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Un-check "Run to main()"(left side) as we are not running a C program &gt; Click "OK"</a:t>
            </a:r>
          </a:p>
        </p:txBody>
      </p:sp>
      <p:sp>
        <p:nvSpPr>
          <p:cNvPr id="12" name="Heptagon 11">
            <a:extLst>
              <a:ext uri="{FF2B5EF4-FFF2-40B4-BE49-F238E27FC236}">
                <a16:creationId xmlns:a16="http://schemas.microsoft.com/office/drawing/2014/main" id="{F696E669-494F-A65F-60CB-EB7254F600CD}"/>
              </a:ext>
            </a:extLst>
          </p:cNvPr>
          <p:cNvSpPr/>
          <p:nvPr/>
        </p:nvSpPr>
        <p:spPr>
          <a:xfrm>
            <a:off x="-61452" y="4141839"/>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15</a:t>
            </a:r>
            <a:endParaRPr lang="en-US" b="1" dirty="0">
              <a:solidFill>
                <a:srgbClr val="000000"/>
              </a:solidFill>
            </a:endParaRPr>
          </a:p>
        </p:txBody>
      </p:sp>
      <p:sp>
        <p:nvSpPr>
          <p:cNvPr id="14" name="Heptagon 13">
            <a:extLst>
              <a:ext uri="{FF2B5EF4-FFF2-40B4-BE49-F238E27FC236}">
                <a16:creationId xmlns:a16="http://schemas.microsoft.com/office/drawing/2014/main" id="{3DF4367C-698B-F75A-F57B-3910B0A2FD97}"/>
              </a:ext>
            </a:extLst>
          </p:cNvPr>
          <p:cNvSpPr/>
          <p:nvPr/>
        </p:nvSpPr>
        <p:spPr>
          <a:xfrm>
            <a:off x="4731774" y="4424517"/>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16</a:t>
            </a:r>
            <a:endParaRPr lang="en-US" b="1" dirty="0">
              <a:solidFill>
                <a:srgbClr val="000000"/>
              </a:solidFill>
            </a:endParaRPr>
          </a:p>
        </p:txBody>
      </p:sp>
      <p:sp>
        <p:nvSpPr>
          <p:cNvPr id="16" name="Heptagon 15">
            <a:extLst>
              <a:ext uri="{FF2B5EF4-FFF2-40B4-BE49-F238E27FC236}">
                <a16:creationId xmlns:a16="http://schemas.microsoft.com/office/drawing/2014/main" id="{AC754105-2712-A16C-4CD5-8BBB224A0FA4}"/>
              </a:ext>
            </a:extLst>
          </p:cNvPr>
          <p:cNvSpPr/>
          <p:nvPr/>
        </p:nvSpPr>
        <p:spPr>
          <a:xfrm>
            <a:off x="8787580" y="6157452"/>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17</a:t>
            </a:r>
            <a:endParaRPr lang="en-US" b="1" dirty="0">
              <a:solidFill>
                <a:srgbClr val="000000"/>
              </a:solidFill>
            </a:endParaRPr>
          </a:p>
        </p:txBody>
      </p:sp>
    </p:spTree>
    <p:extLst>
      <p:ext uri="{BB962C8B-B14F-4D97-AF65-F5344CB8AC3E}">
        <p14:creationId xmlns:p14="http://schemas.microsoft.com/office/powerpoint/2010/main" val="3052348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7" name="TextBox 6">
            <a:extLst>
              <a:ext uri="{FF2B5EF4-FFF2-40B4-BE49-F238E27FC236}">
                <a16:creationId xmlns:a16="http://schemas.microsoft.com/office/drawing/2014/main" id="{9A42EC8F-8F6B-6911-2F3C-B5B488749B63}"/>
              </a:ext>
            </a:extLst>
          </p:cNvPr>
          <p:cNvSpPr txBox="1"/>
          <p:nvPr/>
        </p:nvSpPr>
        <p:spPr>
          <a:xfrm>
            <a:off x="6956321" y="6009967"/>
            <a:ext cx="5127522"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"View" and you can Memory window to observe RAM and ROM data. </a:t>
            </a:r>
          </a:p>
        </p:txBody>
      </p:sp>
      <p:sp>
        <p:nvSpPr>
          <p:cNvPr id="5" name="TextBox 4">
            <a:extLst>
              <a:ext uri="{FF2B5EF4-FFF2-40B4-BE49-F238E27FC236}">
                <a16:creationId xmlns:a16="http://schemas.microsoft.com/office/drawing/2014/main" id="{EBFF8C9E-6F7D-B5E9-E7C7-C87A61C19D94}"/>
              </a:ext>
            </a:extLst>
          </p:cNvPr>
          <p:cNvSpPr txBox="1"/>
          <p:nvPr/>
        </p:nvSpPr>
        <p:spPr>
          <a:xfrm>
            <a:off x="233514" y="2593257"/>
            <a:ext cx="3738717" cy="64633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Now click "Start/Stop Debug Session"</a:t>
            </a:r>
          </a:p>
        </p:txBody>
      </p:sp>
      <p:pic>
        <p:nvPicPr>
          <p:cNvPr id="2" name="Picture 2" descr="Graphical user interface, text, application, chat or text message&#10;&#10;Description automatically generated">
            <a:extLst>
              <a:ext uri="{FF2B5EF4-FFF2-40B4-BE49-F238E27FC236}">
                <a16:creationId xmlns:a16="http://schemas.microsoft.com/office/drawing/2014/main" id="{4DE800D4-DB23-BA84-A226-F70106E478FF}"/>
              </a:ext>
            </a:extLst>
          </p:cNvPr>
          <p:cNvPicPr>
            <a:picLocks noChangeAspect="1"/>
          </p:cNvPicPr>
          <p:nvPr/>
        </p:nvPicPr>
        <p:blipFill>
          <a:blip r:embed="rId3"/>
          <a:stretch>
            <a:fillRect/>
          </a:stretch>
        </p:blipFill>
        <p:spPr>
          <a:xfrm>
            <a:off x="238432" y="950601"/>
            <a:ext cx="3726425" cy="1527798"/>
          </a:xfrm>
          <a:prstGeom prst="rect">
            <a:avLst/>
          </a:prstGeom>
          <a:ln>
            <a:solidFill>
              <a:schemeClr val="tx1"/>
            </a:solidFill>
          </a:ln>
        </p:spPr>
      </p:pic>
      <p:pic>
        <p:nvPicPr>
          <p:cNvPr id="3" name="Picture 3" descr="Graphical user interface, application, Teams&#10;&#10;Description automatically generated">
            <a:extLst>
              <a:ext uri="{FF2B5EF4-FFF2-40B4-BE49-F238E27FC236}">
                <a16:creationId xmlns:a16="http://schemas.microsoft.com/office/drawing/2014/main" id="{1E6A8F92-5CE9-051B-6649-B2E4C5F38851}"/>
              </a:ext>
            </a:extLst>
          </p:cNvPr>
          <p:cNvPicPr>
            <a:picLocks noChangeAspect="1"/>
          </p:cNvPicPr>
          <p:nvPr/>
        </p:nvPicPr>
        <p:blipFill>
          <a:blip r:embed="rId4"/>
          <a:stretch>
            <a:fillRect/>
          </a:stretch>
        </p:blipFill>
        <p:spPr>
          <a:xfrm>
            <a:off x="4109884" y="953117"/>
            <a:ext cx="2743200" cy="1584219"/>
          </a:xfrm>
          <a:prstGeom prst="rect">
            <a:avLst/>
          </a:prstGeom>
          <a:ln>
            <a:solidFill>
              <a:schemeClr val="tx1"/>
            </a:solidFill>
          </a:ln>
        </p:spPr>
      </p:pic>
      <p:sp>
        <p:nvSpPr>
          <p:cNvPr id="4" name="TextBox 3">
            <a:extLst>
              <a:ext uri="{FF2B5EF4-FFF2-40B4-BE49-F238E27FC236}">
                <a16:creationId xmlns:a16="http://schemas.microsoft.com/office/drawing/2014/main" id="{79AC45B5-DA6B-C7FA-3656-AB679AEF3886}"/>
              </a:ext>
            </a:extLst>
          </p:cNvPr>
          <p:cNvSpPr txBox="1"/>
          <p:nvPr/>
        </p:nvSpPr>
        <p:spPr>
          <a:xfrm>
            <a:off x="4104966" y="2593256"/>
            <a:ext cx="2755490" cy="369332"/>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Click "OK"</a:t>
            </a:r>
            <a:endParaRPr lang="en-US" dirty="0"/>
          </a:p>
        </p:txBody>
      </p:sp>
      <p:pic>
        <p:nvPicPr>
          <p:cNvPr id="6" name="Picture 7" descr="Graphical user interface, text, application&#10;&#10;Description automatically generated">
            <a:extLst>
              <a:ext uri="{FF2B5EF4-FFF2-40B4-BE49-F238E27FC236}">
                <a16:creationId xmlns:a16="http://schemas.microsoft.com/office/drawing/2014/main" id="{FE11D646-9A35-0ECB-FB1D-83545F9B939D}"/>
              </a:ext>
            </a:extLst>
          </p:cNvPr>
          <p:cNvPicPr>
            <a:picLocks noChangeAspect="1"/>
          </p:cNvPicPr>
          <p:nvPr/>
        </p:nvPicPr>
        <p:blipFill>
          <a:blip r:embed="rId5"/>
          <a:stretch>
            <a:fillRect/>
          </a:stretch>
        </p:blipFill>
        <p:spPr>
          <a:xfrm>
            <a:off x="6961239" y="956881"/>
            <a:ext cx="4881716" cy="4956529"/>
          </a:xfrm>
          <a:prstGeom prst="rect">
            <a:avLst/>
          </a:prstGeom>
          <a:ln>
            <a:solidFill>
              <a:schemeClr val="tx1"/>
            </a:solidFill>
          </a:ln>
        </p:spPr>
      </p:pic>
      <p:pic>
        <p:nvPicPr>
          <p:cNvPr id="8" name="Picture 8" descr="Table&#10;&#10;Description automatically generated">
            <a:extLst>
              <a:ext uri="{FF2B5EF4-FFF2-40B4-BE49-F238E27FC236}">
                <a16:creationId xmlns:a16="http://schemas.microsoft.com/office/drawing/2014/main" id="{BEEA9759-D73F-F3D5-F119-D46FDB55CEB6}"/>
              </a:ext>
            </a:extLst>
          </p:cNvPr>
          <p:cNvPicPr>
            <a:picLocks noChangeAspect="1"/>
          </p:cNvPicPr>
          <p:nvPr/>
        </p:nvPicPr>
        <p:blipFill>
          <a:blip r:embed="rId6"/>
          <a:stretch>
            <a:fillRect/>
          </a:stretch>
        </p:blipFill>
        <p:spPr>
          <a:xfrm>
            <a:off x="238432" y="3379774"/>
            <a:ext cx="6565490" cy="1819096"/>
          </a:xfrm>
          <a:prstGeom prst="rect">
            <a:avLst/>
          </a:prstGeom>
          <a:ln>
            <a:solidFill>
              <a:schemeClr val="tx1"/>
            </a:solidFill>
          </a:ln>
        </p:spPr>
      </p:pic>
      <p:sp>
        <p:nvSpPr>
          <p:cNvPr id="9" name="TextBox 8">
            <a:extLst>
              <a:ext uri="{FF2B5EF4-FFF2-40B4-BE49-F238E27FC236}">
                <a16:creationId xmlns:a16="http://schemas.microsoft.com/office/drawing/2014/main" id="{60139BCE-78D6-8E54-6574-A05926753EBA}"/>
              </a:ext>
            </a:extLst>
          </p:cNvPr>
          <p:cNvSpPr txBox="1"/>
          <p:nvPr/>
        </p:nvSpPr>
        <p:spPr>
          <a:xfrm>
            <a:off x="233514" y="5260257"/>
            <a:ext cx="6577780" cy="120032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In "Memory 1" "Address" type "D:0x00" and it will show all the internal data memory (256 byte). In "Memory 2" "Address" type "C:0x0000" and it will show the External memory (ROM) and the hex format machine codes.</a:t>
            </a:r>
          </a:p>
        </p:txBody>
      </p:sp>
      <p:sp>
        <p:nvSpPr>
          <p:cNvPr id="11" name="Heptagon 10">
            <a:extLst>
              <a:ext uri="{FF2B5EF4-FFF2-40B4-BE49-F238E27FC236}">
                <a16:creationId xmlns:a16="http://schemas.microsoft.com/office/drawing/2014/main" id="{2025EFF3-40EE-F8C3-DD5C-87B49794CA9A}"/>
              </a:ext>
            </a:extLst>
          </p:cNvPr>
          <p:cNvSpPr/>
          <p:nvPr/>
        </p:nvSpPr>
        <p:spPr>
          <a:xfrm>
            <a:off x="61451" y="2261420"/>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18</a:t>
            </a:r>
            <a:endParaRPr lang="en-US" b="1" dirty="0">
              <a:solidFill>
                <a:srgbClr val="000000"/>
              </a:solidFill>
            </a:endParaRPr>
          </a:p>
        </p:txBody>
      </p:sp>
      <p:sp>
        <p:nvSpPr>
          <p:cNvPr id="13" name="Heptagon 12">
            <a:extLst>
              <a:ext uri="{FF2B5EF4-FFF2-40B4-BE49-F238E27FC236}">
                <a16:creationId xmlns:a16="http://schemas.microsoft.com/office/drawing/2014/main" id="{4196B1A5-8741-1C34-8D76-792666975A7E}"/>
              </a:ext>
            </a:extLst>
          </p:cNvPr>
          <p:cNvSpPr/>
          <p:nvPr/>
        </p:nvSpPr>
        <p:spPr>
          <a:xfrm>
            <a:off x="3969774" y="2298291"/>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19</a:t>
            </a:r>
            <a:endParaRPr lang="en-US" b="1" dirty="0">
              <a:solidFill>
                <a:srgbClr val="000000"/>
              </a:solidFill>
            </a:endParaRPr>
          </a:p>
        </p:txBody>
      </p:sp>
      <p:sp>
        <p:nvSpPr>
          <p:cNvPr id="15" name="Heptagon 14">
            <a:extLst>
              <a:ext uri="{FF2B5EF4-FFF2-40B4-BE49-F238E27FC236}">
                <a16:creationId xmlns:a16="http://schemas.microsoft.com/office/drawing/2014/main" id="{40ACA702-7E14-CB38-4B42-EC8691C8431E}"/>
              </a:ext>
            </a:extLst>
          </p:cNvPr>
          <p:cNvSpPr/>
          <p:nvPr/>
        </p:nvSpPr>
        <p:spPr>
          <a:xfrm>
            <a:off x="6808838" y="5628968"/>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20</a:t>
            </a:r>
            <a:endParaRPr lang="en-US" b="1" dirty="0">
              <a:solidFill>
                <a:srgbClr val="000000"/>
              </a:solidFill>
            </a:endParaRPr>
          </a:p>
        </p:txBody>
      </p:sp>
      <p:sp>
        <p:nvSpPr>
          <p:cNvPr id="17" name="Heptagon 16">
            <a:extLst>
              <a:ext uri="{FF2B5EF4-FFF2-40B4-BE49-F238E27FC236}">
                <a16:creationId xmlns:a16="http://schemas.microsoft.com/office/drawing/2014/main" id="{A9311DDE-8643-ADDF-AB4D-FCE7CEF26DAA}"/>
              </a:ext>
            </a:extLst>
          </p:cNvPr>
          <p:cNvSpPr/>
          <p:nvPr/>
        </p:nvSpPr>
        <p:spPr>
          <a:xfrm>
            <a:off x="-98323" y="5026743"/>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21</a:t>
            </a:r>
            <a:endParaRPr lang="en-US" b="1" dirty="0">
              <a:solidFill>
                <a:srgbClr val="000000"/>
              </a:solidFill>
            </a:endParaRPr>
          </a:p>
        </p:txBody>
      </p:sp>
    </p:spTree>
    <p:extLst>
      <p:ext uri="{BB962C8B-B14F-4D97-AF65-F5344CB8AC3E}">
        <p14:creationId xmlns:p14="http://schemas.microsoft.com/office/powerpoint/2010/main" val="1456544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title"/>
          </p:nvPr>
        </p:nvSpPr>
        <p:spPr>
          <a:xfrm>
            <a:off x="415600" y="119741"/>
            <a:ext cx="11360800" cy="660149"/>
          </a:xfrm>
          <a:prstGeom prst="rect">
            <a:avLst/>
          </a:prstGeom>
        </p:spPr>
        <p:txBody>
          <a:bodyPr spcFirstLastPara="1" vert="horz" wrap="square" lIns="121900" tIns="121900" rIns="121900" bIns="121900" rtlCol="0" anchor="b" anchorCtr="0">
            <a:noAutofit/>
          </a:bodyPr>
          <a:lstStyle/>
          <a:p>
            <a:r>
              <a:rPr lang="en" dirty="0">
                <a:latin typeface="Lucida Sans"/>
              </a:rPr>
              <a:t>KEIL tutorial</a:t>
            </a:r>
            <a:endParaRPr lang="en" dirty="0">
              <a:latin typeface="Lucida Sans" panose="020B0602030504020204" pitchFamily="34" charset="0"/>
            </a:endParaRPr>
          </a:p>
        </p:txBody>
      </p:sp>
      <p:sp>
        <p:nvSpPr>
          <p:cNvPr id="7" name="TextBox 6">
            <a:extLst>
              <a:ext uri="{FF2B5EF4-FFF2-40B4-BE49-F238E27FC236}">
                <a16:creationId xmlns:a16="http://schemas.microsoft.com/office/drawing/2014/main" id="{9A42EC8F-8F6B-6911-2F3C-B5B488749B63}"/>
              </a:ext>
            </a:extLst>
          </p:cNvPr>
          <p:cNvSpPr txBox="1"/>
          <p:nvPr/>
        </p:nvSpPr>
        <p:spPr>
          <a:xfrm>
            <a:off x="6194321" y="5088192"/>
            <a:ext cx="5569973" cy="147732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The final output is in accumulator register and the value is in hex "0x78" which is equivalent to 120 in decimal. Repeat step 18 to close the debugger window. Close the project from "Project" window.</a:t>
            </a:r>
            <a:endParaRPr lang="en-US" dirty="0"/>
          </a:p>
        </p:txBody>
      </p:sp>
      <p:sp>
        <p:nvSpPr>
          <p:cNvPr id="5" name="TextBox 4">
            <a:extLst>
              <a:ext uri="{FF2B5EF4-FFF2-40B4-BE49-F238E27FC236}">
                <a16:creationId xmlns:a16="http://schemas.microsoft.com/office/drawing/2014/main" id="{EBFF8C9E-6F7D-B5E9-E7C7-C87A61C19D94}"/>
              </a:ext>
            </a:extLst>
          </p:cNvPr>
          <p:cNvSpPr txBox="1"/>
          <p:nvPr/>
        </p:nvSpPr>
        <p:spPr>
          <a:xfrm>
            <a:off x="110611" y="5088192"/>
            <a:ext cx="6000134" cy="147732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Lucida Sans"/>
                <a:cs typeface="Arial"/>
              </a:rPr>
              <a:t>Continuously click on "Step" to observe the data flow among registers and reach the final output. Note that the current "</a:t>
            </a:r>
            <a:r>
              <a:rPr lang="en-US" dirty="0" err="1">
                <a:latin typeface="Lucida Sans"/>
                <a:cs typeface="Arial"/>
              </a:rPr>
              <a:t>sp</a:t>
            </a:r>
            <a:r>
              <a:rPr lang="en-US" dirty="0">
                <a:latin typeface="Lucida Sans"/>
                <a:cs typeface="Arial"/>
              </a:rPr>
              <a:t>" stack pointer is at "0x07" address, and it will store the return address after the function call on top of it.</a:t>
            </a:r>
          </a:p>
        </p:txBody>
      </p:sp>
      <p:pic>
        <p:nvPicPr>
          <p:cNvPr id="4" name="Picture 5" descr="Graphical user interface, text, application&#10;&#10;Description automatically generated">
            <a:extLst>
              <a:ext uri="{FF2B5EF4-FFF2-40B4-BE49-F238E27FC236}">
                <a16:creationId xmlns:a16="http://schemas.microsoft.com/office/drawing/2014/main" id="{14164A93-6F83-B849-3036-B8BA1962FBF2}"/>
              </a:ext>
            </a:extLst>
          </p:cNvPr>
          <p:cNvPicPr>
            <a:picLocks noChangeAspect="1"/>
          </p:cNvPicPr>
          <p:nvPr/>
        </p:nvPicPr>
        <p:blipFill>
          <a:blip r:embed="rId3"/>
          <a:stretch>
            <a:fillRect/>
          </a:stretch>
        </p:blipFill>
        <p:spPr>
          <a:xfrm>
            <a:off x="152400" y="891301"/>
            <a:ext cx="5987844" cy="4030720"/>
          </a:xfrm>
          <a:prstGeom prst="rect">
            <a:avLst/>
          </a:prstGeom>
          <a:ln>
            <a:solidFill>
              <a:schemeClr val="tx1"/>
            </a:solidFill>
          </a:ln>
        </p:spPr>
      </p:pic>
      <p:pic>
        <p:nvPicPr>
          <p:cNvPr id="6" name="Picture 7" descr="Graphical user interface, text, application&#10;&#10;Description automatically generated">
            <a:extLst>
              <a:ext uri="{FF2B5EF4-FFF2-40B4-BE49-F238E27FC236}">
                <a16:creationId xmlns:a16="http://schemas.microsoft.com/office/drawing/2014/main" id="{8D25664C-F7B9-DD01-CA0E-4069883425A3}"/>
              </a:ext>
            </a:extLst>
          </p:cNvPr>
          <p:cNvPicPr>
            <a:picLocks noChangeAspect="1"/>
          </p:cNvPicPr>
          <p:nvPr/>
        </p:nvPicPr>
        <p:blipFill>
          <a:blip r:embed="rId4"/>
          <a:stretch>
            <a:fillRect/>
          </a:stretch>
        </p:blipFill>
        <p:spPr>
          <a:xfrm>
            <a:off x="6199239" y="890154"/>
            <a:ext cx="5557683" cy="4008433"/>
          </a:xfrm>
          <a:prstGeom prst="rect">
            <a:avLst/>
          </a:prstGeom>
          <a:ln>
            <a:solidFill>
              <a:schemeClr val="tx1"/>
            </a:solidFill>
          </a:ln>
        </p:spPr>
      </p:pic>
      <p:sp>
        <p:nvSpPr>
          <p:cNvPr id="9" name="Heptagon 8">
            <a:extLst>
              <a:ext uri="{FF2B5EF4-FFF2-40B4-BE49-F238E27FC236}">
                <a16:creationId xmlns:a16="http://schemas.microsoft.com/office/drawing/2014/main" id="{F7D6864E-DE8B-3AE3-A147-C060F8424143}"/>
              </a:ext>
            </a:extLst>
          </p:cNvPr>
          <p:cNvSpPr/>
          <p:nvPr/>
        </p:nvSpPr>
        <p:spPr>
          <a:xfrm>
            <a:off x="49161" y="4682614"/>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22</a:t>
            </a:r>
            <a:endParaRPr lang="en-US" b="1" dirty="0">
              <a:solidFill>
                <a:srgbClr val="000000"/>
              </a:solidFill>
            </a:endParaRPr>
          </a:p>
        </p:txBody>
      </p:sp>
      <p:sp>
        <p:nvSpPr>
          <p:cNvPr id="11" name="Heptagon 10">
            <a:extLst>
              <a:ext uri="{FF2B5EF4-FFF2-40B4-BE49-F238E27FC236}">
                <a16:creationId xmlns:a16="http://schemas.microsoft.com/office/drawing/2014/main" id="{C71D066E-AC31-89B6-7923-15AEB9FBFA67}"/>
              </a:ext>
            </a:extLst>
          </p:cNvPr>
          <p:cNvSpPr/>
          <p:nvPr/>
        </p:nvSpPr>
        <p:spPr>
          <a:xfrm>
            <a:off x="11356258" y="4682614"/>
            <a:ext cx="577645" cy="454741"/>
          </a:xfrm>
          <a:prstGeom prst="heptago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srgbClr val="000000"/>
                </a:solidFill>
                <a:cs typeface="Arial"/>
              </a:rPr>
              <a:t>23</a:t>
            </a:r>
            <a:endParaRPr lang="en-US" dirty="0"/>
          </a:p>
        </p:txBody>
      </p:sp>
    </p:spTree>
    <p:extLst>
      <p:ext uri="{BB962C8B-B14F-4D97-AF65-F5344CB8AC3E}">
        <p14:creationId xmlns:p14="http://schemas.microsoft.com/office/powerpoint/2010/main" val="350028053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144</TotalTime>
  <Words>2290</Words>
  <Application>Microsoft Office PowerPoint</Application>
  <PresentationFormat>Widescreen</PresentationFormat>
  <Paragraphs>261</Paragraphs>
  <Slides>28</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Arial</vt:lpstr>
      <vt:lpstr>Calibri</vt:lpstr>
      <vt:lpstr>Calibri Light</vt:lpstr>
      <vt:lpstr>Garamond</vt:lpstr>
      <vt:lpstr>Lucida Sans</vt:lpstr>
      <vt:lpstr>MuseoSans</vt:lpstr>
      <vt:lpstr>Open Sans</vt:lpstr>
      <vt:lpstr>Söhne</vt:lpstr>
      <vt:lpstr>office theme</vt:lpstr>
      <vt:lpstr>Savon</vt:lpstr>
      <vt:lpstr>Announcement </vt:lpstr>
      <vt:lpstr>EECS 388:  Embedded Systems</vt:lpstr>
      <vt:lpstr>Why we are learning security </vt:lpstr>
      <vt:lpstr>Overview</vt:lpstr>
      <vt:lpstr>Introduction</vt:lpstr>
      <vt:lpstr>Bitstream/Binary/Software Rev. Eng.</vt:lpstr>
      <vt:lpstr>Why Rev. Eng. is helpful for Embedded System</vt:lpstr>
      <vt:lpstr>Rev. Eng. For Cybersecurity ?</vt:lpstr>
      <vt:lpstr>Real world Rev Eng Attack </vt:lpstr>
      <vt:lpstr>White Hat Rev Eng for security analysis </vt:lpstr>
      <vt:lpstr>Example: deploy A spyware in a simple Game Registration executable</vt:lpstr>
      <vt:lpstr>Idnetify Entry point of Malicious code</vt:lpstr>
      <vt:lpstr>example</vt:lpstr>
      <vt:lpstr>example</vt:lpstr>
      <vt:lpstr>REv. Eng. In Embedded Devices</vt:lpstr>
      <vt:lpstr>Intro to 8051 MCU:</vt:lpstr>
      <vt:lpstr>Intro to 8051 MCU ISA:</vt:lpstr>
      <vt:lpstr>8051 Registers:</vt:lpstr>
      <vt:lpstr>PROGRAMMING IN KEIL:</vt:lpstr>
      <vt:lpstr>KEIL tutorial</vt:lpstr>
      <vt:lpstr>KEIL tutorial</vt:lpstr>
      <vt:lpstr>KEIL tutorial</vt:lpstr>
      <vt:lpstr>KEIL tutorial</vt:lpstr>
      <vt:lpstr>KEIL tutorial</vt:lpstr>
      <vt:lpstr>KEIL tutorial</vt:lpstr>
      <vt:lpstr>KEIL tutorial</vt:lpstr>
      <vt:lpstr>KEIL tutorial</vt:lpstr>
      <vt:lpstr>KEIL tutorial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Hoque, Tamzidul</dc:creator>
  <cp:lastModifiedBy>Hoque, Tamzidul</cp:lastModifiedBy>
  <cp:revision>1466</cp:revision>
  <dcterms:created xsi:type="dcterms:W3CDTF">2023-04-17T23:06:40Z</dcterms:created>
  <dcterms:modified xsi:type="dcterms:W3CDTF">2024-04-02T17:47:54Z</dcterms:modified>
</cp:coreProperties>
</file>