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964" r:id="rId2"/>
  </p:sldMasterIdLst>
  <p:notesMasterIdLst>
    <p:notesMasterId r:id="rId21"/>
  </p:notesMasterIdLst>
  <p:sldIdLst>
    <p:sldId id="257" r:id="rId3"/>
    <p:sldId id="263" r:id="rId4"/>
    <p:sldId id="264" r:id="rId5"/>
    <p:sldId id="296" r:id="rId6"/>
    <p:sldId id="300" r:id="rId7"/>
    <p:sldId id="301" r:id="rId8"/>
    <p:sldId id="302" r:id="rId9"/>
    <p:sldId id="303" r:id="rId10"/>
    <p:sldId id="304" r:id="rId11"/>
    <p:sldId id="305" r:id="rId12"/>
    <p:sldId id="265" r:id="rId13"/>
    <p:sldId id="284" r:id="rId14"/>
    <p:sldId id="280" r:id="rId15"/>
    <p:sldId id="293" r:id="rId16"/>
    <p:sldId id="294" r:id="rId17"/>
    <p:sldId id="295" r:id="rId18"/>
    <p:sldId id="274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78665-E6E5-4214-8F28-AD3E8EC27FD5}" v="50" dt="2024-04-04T17:53:22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75" d="100"/>
          <a:sy n="75" d="100"/>
        </p:scale>
        <p:origin x="6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que, Tamzidul" userId="05c62d7d-08c4-4ed9-b528-deb18472ab5f" providerId="ADAL" clId="{92978665-E6E5-4214-8F28-AD3E8EC27FD5}"/>
    <pc:docChg chg="undo redo custSel addSld delSld modSld">
      <pc:chgData name="Hoque, Tamzidul" userId="05c62d7d-08c4-4ed9-b528-deb18472ab5f" providerId="ADAL" clId="{92978665-E6E5-4214-8F28-AD3E8EC27FD5}" dt="2024-04-04T17:53:32.258" v="1357" actId="20577"/>
      <pc:docMkLst>
        <pc:docMk/>
      </pc:docMkLst>
      <pc:sldChg chg="modSp mod">
        <pc:chgData name="Hoque, Tamzidul" userId="05c62d7d-08c4-4ed9-b528-deb18472ab5f" providerId="ADAL" clId="{92978665-E6E5-4214-8F28-AD3E8EC27FD5}" dt="2024-04-04T17:46:53.844" v="1338" actId="20577"/>
        <pc:sldMkLst>
          <pc:docMk/>
          <pc:sldMk cId="2658702399" sldId="257"/>
        </pc:sldMkLst>
        <pc:spChg chg="mod">
          <ac:chgData name="Hoque, Tamzidul" userId="05c62d7d-08c4-4ed9-b528-deb18472ab5f" providerId="ADAL" clId="{92978665-E6E5-4214-8F28-AD3E8EC27FD5}" dt="2024-04-04T17:46:53.844" v="1338" actId="20577"/>
          <ac:spMkLst>
            <pc:docMk/>
            <pc:sldMk cId="2658702399" sldId="257"/>
            <ac:spMk id="3" creationId="{00000000-0000-0000-0000-000000000000}"/>
          </ac:spMkLst>
        </pc:spChg>
      </pc:sldChg>
      <pc:sldChg chg="add del">
        <pc:chgData name="Hoque, Tamzidul" userId="05c62d7d-08c4-4ed9-b528-deb18472ab5f" providerId="ADAL" clId="{92978665-E6E5-4214-8F28-AD3E8EC27FD5}" dt="2024-04-04T17:46:56.360" v="1339" actId="47"/>
        <pc:sldMkLst>
          <pc:docMk/>
          <pc:sldMk cId="1496380206" sldId="258"/>
        </pc:sldMkLst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1234788138" sldId="259"/>
        </pc:sldMkLst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2501390754" sldId="260"/>
        </pc:sldMkLst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3708203109" sldId="261"/>
        </pc:sldMkLst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1688304148" sldId="262"/>
        </pc:sldMkLst>
      </pc:sldChg>
      <pc:sldChg chg="modSp add del mod">
        <pc:chgData name="Hoque, Tamzidul" userId="05c62d7d-08c4-4ed9-b528-deb18472ab5f" providerId="ADAL" clId="{92978665-E6E5-4214-8F28-AD3E8EC27FD5}" dt="2024-04-04T17:51:57.930" v="1348" actId="20577"/>
        <pc:sldMkLst>
          <pc:docMk/>
          <pc:sldMk cId="1983086300" sldId="265"/>
        </pc:sldMkLst>
        <pc:graphicFrameChg chg="mod modGraphic">
          <ac:chgData name="Hoque, Tamzidul" userId="05c62d7d-08c4-4ed9-b528-deb18472ab5f" providerId="ADAL" clId="{92978665-E6E5-4214-8F28-AD3E8EC27FD5}" dt="2024-04-04T17:51:57.930" v="1348" actId="20577"/>
          <ac:graphicFrameMkLst>
            <pc:docMk/>
            <pc:sldMk cId="1983086300" sldId="265"/>
            <ac:graphicFrameMk id="5" creationId="{BAFC962A-28BE-1143-C810-DBEFA47EE844}"/>
          </ac:graphicFrameMkLst>
        </pc:graphicFrameChg>
      </pc:sldChg>
      <pc:sldChg chg="modSp mod">
        <pc:chgData name="Hoque, Tamzidul" userId="05c62d7d-08c4-4ed9-b528-deb18472ab5f" providerId="ADAL" clId="{92978665-E6E5-4214-8F28-AD3E8EC27FD5}" dt="2024-04-04T17:42:05.759" v="1300" actId="207"/>
        <pc:sldMkLst>
          <pc:docMk/>
          <pc:sldMk cId="4045779197" sldId="267"/>
        </pc:sldMkLst>
        <pc:spChg chg="mod">
          <ac:chgData name="Hoque, Tamzidul" userId="05c62d7d-08c4-4ed9-b528-deb18472ab5f" providerId="ADAL" clId="{92978665-E6E5-4214-8F28-AD3E8EC27FD5}" dt="2024-04-04T17:41:55.014" v="1299" actId="20577"/>
          <ac:spMkLst>
            <pc:docMk/>
            <pc:sldMk cId="4045779197" sldId="267"/>
            <ac:spMk id="67" creationId="{00000000-0000-0000-0000-000000000000}"/>
          </ac:spMkLst>
        </pc:spChg>
        <pc:spChg chg="mod">
          <ac:chgData name="Hoque, Tamzidul" userId="05c62d7d-08c4-4ed9-b528-deb18472ab5f" providerId="ADAL" clId="{92978665-E6E5-4214-8F28-AD3E8EC27FD5}" dt="2024-04-04T17:42:05.759" v="1300" actId="207"/>
          <ac:spMkLst>
            <pc:docMk/>
            <pc:sldMk cId="4045779197" sldId="267"/>
            <ac:spMk id="68" creationId="{00000000-0000-0000-0000-000000000000}"/>
          </ac:spMkLst>
        </pc:spChg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2366493602" sldId="268"/>
        </pc:sldMkLst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725396755" sldId="271"/>
        </pc:sldMkLst>
      </pc:sldChg>
      <pc:sldChg chg="del">
        <pc:chgData name="Hoque, Tamzidul" userId="05c62d7d-08c4-4ed9-b528-deb18472ab5f" providerId="ADAL" clId="{92978665-E6E5-4214-8F28-AD3E8EC27FD5}" dt="2024-04-04T17:47:02.097" v="1340" actId="47"/>
        <pc:sldMkLst>
          <pc:docMk/>
          <pc:sldMk cId="3423786524" sldId="272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760854403" sldId="273"/>
        </pc:sldMkLst>
      </pc:sldChg>
      <pc:sldChg chg="del">
        <pc:chgData name="Hoque, Tamzidul" userId="05c62d7d-08c4-4ed9-b528-deb18472ab5f" providerId="ADAL" clId="{92978665-E6E5-4214-8F28-AD3E8EC27FD5}" dt="2024-04-04T17:45:36.414" v="1302" actId="47"/>
        <pc:sldMkLst>
          <pc:docMk/>
          <pc:sldMk cId="3072810615" sldId="278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454137908" sldId="279"/>
        </pc:sldMkLst>
      </pc:sldChg>
      <pc:sldChg chg="modSp add del mod">
        <pc:chgData name="Hoque, Tamzidul" userId="05c62d7d-08c4-4ed9-b528-deb18472ab5f" providerId="ADAL" clId="{92978665-E6E5-4214-8F28-AD3E8EC27FD5}" dt="2024-04-04T17:53:32.258" v="1357" actId="20577"/>
        <pc:sldMkLst>
          <pc:docMk/>
          <pc:sldMk cId="2246443616" sldId="280"/>
        </pc:sldMkLst>
        <pc:graphicFrameChg chg="mod modGraphic">
          <ac:chgData name="Hoque, Tamzidul" userId="05c62d7d-08c4-4ed9-b528-deb18472ab5f" providerId="ADAL" clId="{92978665-E6E5-4214-8F28-AD3E8EC27FD5}" dt="2024-04-04T17:53:32.258" v="1357" actId="20577"/>
          <ac:graphicFrameMkLst>
            <pc:docMk/>
            <pc:sldMk cId="2246443616" sldId="280"/>
            <ac:graphicFrameMk id="3" creationId="{029169C1-97DD-560B-DF8C-EA24BF31D85E}"/>
          </ac:graphicFrameMkLst>
        </pc:graphicFrameChg>
      </pc:sldChg>
      <pc:sldChg chg="del">
        <pc:chgData name="Hoque, Tamzidul" userId="05c62d7d-08c4-4ed9-b528-deb18472ab5f" providerId="ADAL" clId="{92978665-E6E5-4214-8F28-AD3E8EC27FD5}" dt="2024-04-04T17:45:16.608" v="1301" actId="47"/>
        <pc:sldMkLst>
          <pc:docMk/>
          <pc:sldMk cId="3175087319" sldId="281"/>
        </pc:sldMkLst>
      </pc:sldChg>
      <pc:sldChg chg="add del">
        <pc:chgData name="Hoque, Tamzidul" userId="05c62d7d-08c4-4ed9-b528-deb18472ab5f" providerId="ADAL" clId="{92978665-E6E5-4214-8F28-AD3E8EC27FD5}" dt="2024-04-04T17:48:44.016" v="1343"/>
        <pc:sldMkLst>
          <pc:docMk/>
          <pc:sldMk cId="4121245338" sldId="284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2081363654" sldId="285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993472022" sldId="286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221861793" sldId="287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1456544059" sldId="288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2902663835" sldId="289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2899712927" sldId="290"/>
        </pc:sldMkLst>
      </pc:sldChg>
      <pc:sldChg chg="del">
        <pc:chgData name="Hoque, Tamzidul" userId="05c62d7d-08c4-4ed9-b528-deb18472ab5f" providerId="ADAL" clId="{92978665-E6E5-4214-8F28-AD3E8EC27FD5}" dt="2024-04-04T17:37:17.705" v="1195" actId="47"/>
        <pc:sldMkLst>
          <pc:docMk/>
          <pc:sldMk cId="3052348769" sldId="291"/>
        </pc:sldMkLst>
      </pc:sldChg>
      <pc:sldChg chg="del">
        <pc:chgData name="Hoque, Tamzidul" userId="05c62d7d-08c4-4ed9-b528-deb18472ab5f" providerId="ADAL" clId="{92978665-E6E5-4214-8F28-AD3E8EC27FD5}" dt="2024-04-04T17:37:22.645" v="1196" actId="47"/>
        <pc:sldMkLst>
          <pc:docMk/>
          <pc:sldMk cId="3500280537" sldId="292"/>
        </pc:sldMkLst>
      </pc:sldChg>
      <pc:sldChg chg="addSp modSp new mod">
        <pc:chgData name="Hoque, Tamzidul" userId="05c62d7d-08c4-4ed9-b528-deb18472ab5f" providerId="ADAL" clId="{92978665-E6E5-4214-8F28-AD3E8EC27FD5}" dt="2024-04-04T17:16:04.129" v="768" actId="5793"/>
        <pc:sldMkLst>
          <pc:docMk/>
          <pc:sldMk cId="3484533368" sldId="296"/>
        </pc:sldMkLst>
        <pc:spChg chg="mod">
          <ac:chgData name="Hoque, Tamzidul" userId="05c62d7d-08c4-4ed9-b528-deb18472ab5f" providerId="ADAL" clId="{92978665-E6E5-4214-8F28-AD3E8EC27FD5}" dt="2024-04-04T16:28:04.806" v="18" actId="20577"/>
          <ac:spMkLst>
            <pc:docMk/>
            <pc:sldMk cId="3484533368" sldId="296"/>
            <ac:spMk id="2" creationId="{5DB48BB7-169B-30F5-EC55-614F81D70EBC}"/>
          </ac:spMkLst>
        </pc:spChg>
        <pc:spChg chg="mod">
          <ac:chgData name="Hoque, Tamzidul" userId="05c62d7d-08c4-4ed9-b528-deb18472ab5f" providerId="ADAL" clId="{92978665-E6E5-4214-8F28-AD3E8EC27FD5}" dt="2024-04-04T17:16:04.129" v="768" actId="5793"/>
          <ac:spMkLst>
            <pc:docMk/>
            <pc:sldMk cId="3484533368" sldId="296"/>
            <ac:spMk id="3" creationId="{4DC5BC44-3363-27E3-34A9-B83D852A732B}"/>
          </ac:spMkLst>
        </pc:spChg>
        <pc:picChg chg="add mod">
          <ac:chgData name="Hoque, Tamzidul" userId="05c62d7d-08c4-4ed9-b528-deb18472ab5f" providerId="ADAL" clId="{92978665-E6E5-4214-8F28-AD3E8EC27FD5}" dt="2024-04-04T17:14:02.978" v="658" actId="14100"/>
          <ac:picMkLst>
            <pc:docMk/>
            <pc:sldMk cId="3484533368" sldId="296"/>
            <ac:picMk id="4" creationId="{D3A3ED1C-D4C6-5C82-1E9C-8A775BF1726B}"/>
          </ac:picMkLst>
        </pc:picChg>
      </pc:sldChg>
      <pc:sldChg chg="addSp modSp new del mod">
        <pc:chgData name="Hoque, Tamzidul" userId="05c62d7d-08c4-4ed9-b528-deb18472ab5f" providerId="ADAL" clId="{92978665-E6E5-4214-8F28-AD3E8EC27FD5}" dt="2024-04-04T17:18:58.135" v="840" actId="47"/>
        <pc:sldMkLst>
          <pc:docMk/>
          <pc:sldMk cId="1288196898" sldId="297"/>
        </pc:sldMkLst>
        <pc:spChg chg="mod">
          <ac:chgData name="Hoque, Tamzidul" userId="05c62d7d-08c4-4ed9-b528-deb18472ab5f" providerId="ADAL" clId="{92978665-E6E5-4214-8F28-AD3E8EC27FD5}" dt="2024-04-04T16:30:04.446" v="55" actId="20577"/>
          <ac:spMkLst>
            <pc:docMk/>
            <pc:sldMk cId="1288196898" sldId="297"/>
            <ac:spMk id="2" creationId="{5D713F49-91E3-CF24-F4F4-537B975EFD73}"/>
          </ac:spMkLst>
        </pc:spChg>
        <pc:spChg chg="mod">
          <ac:chgData name="Hoque, Tamzidul" userId="05c62d7d-08c4-4ed9-b528-deb18472ab5f" providerId="ADAL" clId="{92978665-E6E5-4214-8F28-AD3E8EC27FD5}" dt="2024-04-04T17:09:29.568" v="609" actId="20577"/>
          <ac:spMkLst>
            <pc:docMk/>
            <pc:sldMk cId="1288196898" sldId="297"/>
            <ac:spMk id="3" creationId="{27D2568E-9591-9E7D-2105-216B75D31EFC}"/>
          </ac:spMkLst>
        </pc:spChg>
        <pc:spChg chg="add mod">
          <ac:chgData name="Hoque, Tamzidul" userId="05c62d7d-08c4-4ed9-b528-deb18472ab5f" providerId="ADAL" clId="{92978665-E6E5-4214-8F28-AD3E8EC27FD5}" dt="2024-04-04T16:30:21.896" v="57" actId="1076"/>
          <ac:spMkLst>
            <pc:docMk/>
            <pc:sldMk cId="1288196898" sldId="297"/>
            <ac:spMk id="5" creationId="{815F12B6-7CC7-A70D-B4FA-ABB6B6A94BCE}"/>
          </ac:spMkLst>
        </pc:spChg>
        <pc:picChg chg="add mod">
          <ac:chgData name="Hoque, Tamzidul" userId="05c62d7d-08c4-4ed9-b528-deb18472ab5f" providerId="ADAL" clId="{92978665-E6E5-4214-8F28-AD3E8EC27FD5}" dt="2024-04-04T16:30:21.896" v="57" actId="1076"/>
          <ac:picMkLst>
            <pc:docMk/>
            <pc:sldMk cId="1288196898" sldId="297"/>
            <ac:picMk id="4" creationId="{6E775C97-A210-D6EF-2A4C-BB7E4D06A797}"/>
          </ac:picMkLst>
        </pc:picChg>
      </pc:sldChg>
      <pc:sldChg chg="new del">
        <pc:chgData name="Hoque, Tamzidul" userId="05c62d7d-08c4-4ed9-b528-deb18472ab5f" providerId="ADAL" clId="{92978665-E6E5-4214-8F28-AD3E8EC27FD5}" dt="2024-04-04T16:28:54.687" v="34" actId="680"/>
        <pc:sldMkLst>
          <pc:docMk/>
          <pc:sldMk cId="1725341712" sldId="297"/>
        </pc:sldMkLst>
      </pc:sldChg>
      <pc:sldChg chg="addSp delSp modSp new del mod">
        <pc:chgData name="Hoque, Tamzidul" userId="05c62d7d-08c4-4ed9-b528-deb18472ab5f" providerId="ADAL" clId="{92978665-E6E5-4214-8F28-AD3E8EC27FD5}" dt="2024-04-04T17:32:10.599" v="1146" actId="47"/>
        <pc:sldMkLst>
          <pc:docMk/>
          <pc:sldMk cId="695094586" sldId="298"/>
        </pc:sldMkLst>
        <pc:spChg chg="mod">
          <ac:chgData name="Hoque, Tamzidul" userId="05c62d7d-08c4-4ed9-b528-deb18472ab5f" providerId="ADAL" clId="{92978665-E6E5-4214-8F28-AD3E8EC27FD5}" dt="2024-04-04T16:56:37.099" v="488" actId="20577"/>
          <ac:spMkLst>
            <pc:docMk/>
            <pc:sldMk cId="695094586" sldId="298"/>
            <ac:spMk id="2" creationId="{AB21E355-ADB3-EEE0-18AC-08C015795F96}"/>
          </ac:spMkLst>
        </pc:spChg>
        <pc:spChg chg="mod">
          <ac:chgData name="Hoque, Tamzidul" userId="05c62d7d-08c4-4ed9-b528-deb18472ab5f" providerId="ADAL" clId="{92978665-E6E5-4214-8F28-AD3E8EC27FD5}" dt="2024-04-04T16:56:41.567" v="489" actId="1076"/>
          <ac:spMkLst>
            <pc:docMk/>
            <pc:sldMk cId="695094586" sldId="298"/>
            <ac:spMk id="3" creationId="{4D98A95C-2608-B821-5476-1E5EC06C501E}"/>
          </ac:spMkLst>
        </pc:spChg>
        <pc:spChg chg="add del mod">
          <ac:chgData name="Hoque, Tamzidul" userId="05c62d7d-08c4-4ed9-b528-deb18472ab5f" providerId="ADAL" clId="{92978665-E6E5-4214-8F28-AD3E8EC27FD5}" dt="2024-04-04T16:48:02.404" v="307" actId="478"/>
          <ac:spMkLst>
            <pc:docMk/>
            <pc:sldMk cId="695094586" sldId="298"/>
            <ac:spMk id="4" creationId="{96567BF1-C8DC-F249-9300-0329EFFC4532}"/>
          </ac:spMkLst>
        </pc:spChg>
        <pc:spChg chg="add del mod">
          <ac:chgData name="Hoque, Tamzidul" userId="05c62d7d-08c4-4ed9-b528-deb18472ab5f" providerId="ADAL" clId="{92978665-E6E5-4214-8F28-AD3E8EC27FD5}" dt="2024-04-04T16:42:30.661" v="278" actId="478"/>
          <ac:spMkLst>
            <pc:docMk/>
            <pc:sldMk cId="695094586" sldId="298"/>
            <ac:spMk id="7" creationId="{3F5FE878-EAE0-462A-A17E-BCF2BE9F1E6A}"/>
          </ac:spMkLst>
        </pc:spChg>
        <pc:spChg chg="add mod">
          <ac:chgData name="Hoque, Tamzidul" userId="05c62d7d-08c4-4ed9-b528-deb18472ab5f" providerId="ADAL" clId="{92978665-E6E5-4214-8F28-AD3E8EC27FD5}" dt="2024-04-04T16:52:12.012" v="381" actId="1076"/>
          <ac:spMkLst>
            <pc:docMk/>
            <pc:sldMk cId="695094586" sldId="298"/>
            <ac:spMk id="16" creationId="{764A3555-B491-1F40-D62F-D1E7A87E4CEA}"/>
          </ac:spMkLst>
        </pc:spChg>
        <pc:spChg chg="add mod">
          <ac:chgData name="Hoque, Tamzidul" userId="05c62d7d-08c4-4ed9-b528-deb18472ab5f" providerId="ADAL" clId="{92978665-E6E5-4214-8F28-AD3E8EC27FD5}" dt="2024-04-04T16:52:12.012" v="381" actId="1076"/>
          <ac:spMkLst>
            <pc:docMk/>
            <pc:sldMk cId="695094586" sldId="298"/>
            <ac:spMk id="17" creationId="{B7CA87D9-5CFB-A628-7638-C49F381872A1}"/>
          </ac:spMkLst>
        </pc:spChg>
        <pc:spChg chg="add mod">
          <ac:chgData name="Hoque, Tamzidul" userId="05c62d7d-08c4-4ed9-b528-deb18472ab5f" providerId="ADAL" clId="{92978665-E6E5-4214-8F28-AD3E8EC27FD5}" dt="2024-04-04T16:52:12.012" v="381" actId="1076"/>
          <ac:spMkLst>
            <pc:docMk/>
            <pc:sldMk cId="695094586" sldId="298"/>
            <ac:spMk id="18" creationId="{B307B1F0-65D9-3B12-5DE2-B1E3E2A62932}"/>
          </ac:spMkLst>
        </pc:spChg>
        <pc:spChg chg="add mod">
          <ac:chgData name="Hoque, Tamzidul" userId="05c62d7d-08c4-4ed9-b528-deb18472ab5f" providerId="ADAL" clId="{92978665-E6E5-4214-8F28-AD3E8EC27FD5}" dt="2024-04-04T16:52:12.012" v="381" actId="1076"/>
          <ac:spMkLst>
            <pc:docMk/>
            <pc:sldMk cId="695094586" sldId="298"/>
            <ac:spMk id="19" creationId="{23FF3457-DC4F-8AF4-6AD3-B32E4F4339B1}"/>
          </ac:spMkLst>
        </pc:spChg>
        <pc:spChg chg="add mod">
          <ac:chgData name="Hoque, Tamzidul" userId="05c62d7d-08c4-4ed9-b528-deb18472ab5f" providerId="ADAL" clId="{92978665-E6E5-4214-8F28-AD3E8EC27FD5}" dt="2024-04-04T16:52:12.012" v="381" actId="1076"/>
          <ac:spMkLst>
            <pc:docMk/>
            <pc:sldMk cId="695094586" sldId="298"/>
            <ac:spMk id="20" creationId="{F898BCC1-94FC-08D1-2433-889F1B98ACA5}"/>
          </ac:spMkLst>
        </pc:spChg>
        <pc:spChg chg="add mod">
          <ac:chgData name="Hoque, Tamzidul" userId="05c62d7d-08c4-4ed9-b528-deb18472ab5f" providerId="ADAL" clId="{92978665-E6E5-4214-8F28-AD3E8EC27FD5}" dt="2024-04-04T16:53:04.327" v="391" actId="20577"/>
          <ac:spMkLst>
            <pc:docMk/>
            <pc:sldMk cId="695094586" sldId="298"/>
            <ac:spMk id="21" creationId="{B6597638-467F-7CE8-DA38-BE99889ED579}"/>
          </ac:spMkLst>
        </pc:spChg>
        <pc:spChg chg="add del mod">
          <ac:chgData name="Hoque, Tamzidul" userId="05c62d7d-08c4-4ed9-b528-deb18472ab5f" providerId="ADAL" clId="{92978665-E6E5-4214-8F28-AD3E8EC27FD5}" dt="2024-04-04T16:48:11.888" v="308" actId="478"/>
          <ac:spMkLst>
            <pc:docMk/>
            <pc:sldMk cId="695094586" sldId="298"/>
            <ac:spMk id="22" creationId="{2153B0D2-95CE-12C4-6170-81D2DDFAA7BF}"/>
          </ac:spMkLst>
        </pc:spChg>
        <pc:spChg chg="add del mod">
          <ac:chgData name="Hoque, Tamzidul" userId="05c62d7d-08c4-4ed9-b528-deb18472ab5f" providerId="ADAL" clId="{92978665-E6E5-4214-8F28-AD3E8EC27FD5}" dt="2024-04-04T16:48:13.816" v="309" actId="478"/>
          <ac:spMkLst>
            <pc:docMk/>
            <pc:sldMk cId="695094586" sldId="298"/>
            <ac:spMk id="23" creationId="{067C038B-7033-3651-DAA7-9A0A8A6A4C05}"/>
          </ac:spMkLst>
        </pc:spChg>
        <pc:spChg chg="add mod">
          <ac:chgData name="Hoque, Tamzidul" userId="05c62d7d-08c4-4ed9-b528-deb18472ab5f" providerId="ADAL" clId="{92978665-E6E5-4214-8F28-AD3E8EC27FD5}" dt="2024-04-04T16:58:33.322" v="491"/>
          <ac:spMkLst>
            <pc:docMk/>
            <pc:sldMk cId="695094586" sldId="298"/>
            <ac:spMk id="24" creationId="{23AB1427-EEB6-466C-2290-A89737D7AB5A}"/>
          </ac:spMkLst>
        </pc:spChg>
        <pc:spChg chg="add mod">
          <ac:chgData name="Hoque, Tamzidul" userId="05c62d7d-08c4-4ed9-b528-deb18472ab5f" providerId="ADAL" clId="{92978665-E6E5-4214-8F28-AD3E8EC27FD5}" dt="2024-04-04T16:50:43.900" v="370" actId="1076"/>
          <ac:spMkLst>
            <pc:docMk/>
            <pc:sldMk cId="695094586" sldId="298"/>
            <ac:spMk id="28" creationId="{566EC982-9C29-E7A5-2107-06BD970513EF}"/>
          </ac:spMkLst>
        </pc:spChg>
        <pc:spChg chg="add mod">
          <ac:chgData name="Hoque, Tamzidul" userId="05c62d7d-08c4-4ed9-b528-deb18472ab5f" providerId="ADAL" clId="{92978665-E6E5-4214-8F28-AD3E8EC27FD5}" dt="2024-04-04T16:50:27.464" v="366" actId="14100"/>
          <ac:spMkLst>
            <pc:docMk/>
            <pc:sldMk cId="695094586" sldId="298"/>
            <ac:spMk id="32" creationId="{67069EF8-FBC0-8F06-31E6-FBBA4C3B0ED2}"/>
          </ac:spMkLst>
        </pc:spChg>
        <pc:picChg chg="add mod">
          <ac:chgData name="Hoque, Tamzidul" userId="05c62d7d-08c4-4ed9-b528-deb18472ab5f" providerId="ADAL" clId="{92978665-E6E5-4214-8F28-AD3E8EC27FD5}" dt="2024-04-04T16:33:43.475" v="158" actId="1076"/>
          <ac:picMkLst>
            <pc:docMk/>
            <pc:sldMk cId="695094586" sldId="298"/>
            <ac:picMk id="5" creationId="{69D948A7-3E63-DE5E-EDD5-FD83ACCFAC0E}"/>
          </ac:picMkLst>
        </pc:picChg>
        <pc:cxnChg chg="add del mod">
          <ac:chgData name="Hoque, Tamzidul" userId="05c62d7d-08c4-4ed9-b528-deb18472ab5f" providerId="ADAL" clId="{92978665-E6E5-4214-8F28-AD3E8EC27FD5}" dt="2024-04-04T16:42:32.128" v="279" actId="478"/>
          <ac:cxnSpMkLst>
            <pc:docMk/>
            <pc:sldMk cId="695094586" sldId="298"/>
            <ac:cxnSpMk id="9" creationId="{FAFDF657-CDA3-9027-DFFE-32A00060C6FB}"/>
          </ac:cxnSpMkLst>
        </pc:cxnChg>
        <pc:cxnChg chg="add del mod">
          <ac:chgData name="Hoque, Tamzidul" userId="05c62d7d-08c4-4ed9-b528-deb18472ab5f" providerId="ADAL" clId="{92978665-E6E5-4214-8F28-AD3E8EC27FD5}" dt="2024-04-04T16:42:33.570" v="280" actId="478"/>
          <ac:cxnSpMkLst>
            <pc:docMk/>
            <pc:sldMk cId="695094586" sldId="298"/>
            <ac:cxnSpMk id="10" creationId="{83ABDA2D-7740-053C-C7B1-1B29FAFD27DA}"/>
          </ac:cxnSpMkLst>
        </pc:cxnChg>
        <pc:cxnChg chg="add mod">
          <ac:chgData name="Hoque, Tamzidul" userId="05c62d7d-08c4-4ed9-b528-deb18472ab5f" providerId="ADAL" clId="{92978665-E6E5-4214-8F28-AD3E8EC27FD5}" dt="2024-04-04T16:52:12.012" v="381" actId="1076"/>
          <ac:cxnSpMkLst>
            <pc:docMk/>
            <pc:sldMk cId="695094586" sldId="298"/>
            <ac:cxnSpMk id="26" creationId="{47242BFB-BD42-CB6F-3763-E01B17A6C96D}"/>
          </ac:cxnSpMkLst>
        </pc:cxnChg>
        <pc:cxnChg chg="add mod">
          <ac:chgData name="Hoque, Tamzidul" userId="05c62d7d-08c4-4ed9-b528-deb18472ab5f" providerId="ADAL" clId="{92978665-E6E5-4214-8F28-AD3E8EC27FD5}" dt="2024-04-04T16:52:12.012" v="381" actId="1076"/>
          <ac:cxnSpMkLst>
            <pc:docMk/>
            <pc:sldMk cId="695094586" sldId="298"/>
            <ac:cxnSpMk id="31" creationId="{42572DE1-873D-946E-8899-AF9DC7D2241A}"/>
          </ac:cxnSpMkLst>
        </pc:cxnChg>
      </pc:sldChg>
      <pc:sldChg chg="addSp delSp modSp add del mod">
        <pc:chgData name="Hoque, Tamzidul" userId="05c62d7d-08c4-4ed9-b528-deb18472ab5f" providerId="ADAL" clId="{92978665-E6E5-4214-8F28-AD3E8EC27FD5}" dt="2024-04-04T17:32:12.773" v="1147" actId="47"/>
        <pc:sldMkLst>
          <pc:docMk/>
          <pc:sldMk cId="2931542877" sldId="299"/>
        </pc:sldMkLst>
        <pc:spChg chg="mod">
          <ac:chgData name="Hoque, Tamzidul" userId="05c62d7d-08c4-4ed9-b528-deb18472ab5f" providerId="ADAL" clId="{92978665-E6E5-4214-8F28-AD3E8EC27FD5}" dt="2024-04-04T17:05:58.544" v="582" actId="14100"/>
          <ac:spMkLst>
            <pc:docMk/>
            <pc:sldMk cId="2931542877" sldId="299"/>
            <ac:spMk id="3" creationId="{4D98A95C-2608-B821-5476-1E5EC06C501E}"/>
          </ac:spMkLst>
        </pc:spChg>
        <pc:spChg chg="add mod">
          <ac:chgData name="Hoque, Tamzidul" userId="05c62d7d-08c4-4ed9-b528-deb18472ab5f" providerId="ADAL" clId="{92978665-E6E5-4214-8F28-AD3E8EC27FD5}" dt="2024-04-04T17:06:31.548" v="598" actId="14100"/>
          <ac:spMkLst>
            <pc:docMk/>
            <pc:sldMk cId="2931542877" sldId="299"/>
            <ac:spMk id="4" creationId="{5B3F8420-28E0-ABCD-B22D-1360323E189D}"/>
          </ac:spMkLst>
        </pc:spChg>
        <pc:spChg chg="add">
          <ac:chgData name="Hoque, Tamzidul" userId="05c62d7d-08c4-4ed9-b528-deb18472ab5f" providerId="ADAL" clId="{92978665-E6E5-4214-8F28-AD3E8EC27FD5}" dt="2024-04-04T17:03:47.694" v="530" actId="11529"/>
          <ac:spMkLst>
            <pc:docMk/>
            <pc:sldMk cId="2931542877" sldId="299"/>
            <ac:spMk id="6" creationId="{5304D962-2A14-B26F-9ACC-E6B9CFB8ADE4}"/>
          </ac:spMkLst>
        </pc:spChg>
        <pc:spChg chg="add mod">
          <ac:chgData name="Hoque, Tamzidul" userId="05c62d7d-08c4-4ed9-b528-deb18472ab5f" providerId="ADAL" clId="{92978665-E6E5-4214-8F28-AD3E8EC27FD5}" dt="2024-04-04T17:06:17.531" v="592" actId="14100"/>
          <ac:spMkLst>
            <pc:docMk/>
            <pc:sldMk cId="2931542877" sldId="299"/>
            <ac:spMk id="8" creationId="{85D4E34D-74CC-95D5-F543-25B296EF82E7}"/>
          </ac:spMkLst>
        </pc:spChg>
        <pc:spChg chg="add mod">
          <ac:chgData name="Hoque, Tamzidul" userId="05c62d7d-08c4-4ed9-b528-deb18472ab5f" providerId="ADAL" clId="{92978665-E6E5-4214-8F28-AD3E8EC27FD5}" dt="2024-04-04T17:06:38.554" v="601" actId="1076"/>
          <ac:spMkLst>
            <pc:docMk/>
            <pc:sldMk cId="2931542877" sldId="299"/>
            <ac:spMk id="9" creationId="{5580ABE1-CABD-DD9C-CF87-665E90682ADD}"/>
          </ac:spMkLst>
        </pc:spChg>
        <pc:spChg chg="add mod">
          <ac:chgData name="Hoque, Tamzidul" userId="05c62d7d-08c4-4ed9-b528-deb18472ab5f" providerId="ADAL" clId="{92978665-E6E5-4214-8F28-AD3E8EC27FD5}" dt="2024-04-04T17:06:34.417" v="600" actId="1076"/>
          <ac:spMkLst>
            <pc:docMk/>
            <pc:sldMk cId="2931542877" sldId="299"/>
            <ac:spMk id="10" creationId="{AAC05794-AAF9-F977-1F39-56E5534416B8}"/>
          </ac:spMkLst>
        </pc:spChg>
        <pc:spChg chg="add mod">
          <ac:chgData name="Hoque, Tamzidul" userId="05c62d7d-08c4-4ed9-b528-deb18472ab5f" providerId="ADAL" clId="{92978665-E6E5-4214-8F28-AD3E8EC27FD5}" dt="2024-04-04T17:08:02.575" v="608" actId="20577"/>
          <ac:spMkLst>
            <pc:docMk/>
            <pc:sldMk cId="2931542877" sldId="299"/>
            <ac:spMk id="12" creationId="{577F2A6A-883A-2606-ACE0-344ABAE754EF}"/>
          </ac:spMkLst>
        </pc:spChg>
        <pc:spChg chg="del">
          <ac:chgData name="Hoque, Tamzidul" userId="05c62d7d-08c4-4ed9-b528-deb18472ab5f" providerId="ADAL" clId="{92978665-E6E5-4214-8F28-AD3E8EC27FD5}" dt="2024-04-04T17:02:43.488" v="502" actId="478"/>
          <ac:spMkLst>
            <pc:docMk/>
            <pc:sldMk cId="2931542877" sldId="299"/>
            <ac:spMk id="16" creationId="{764A3555-B491-1F40-D62F-D1E7A87E4CEA}"/>
          </ac:spMkLst>
        </pc:spChg>
        <pc:spChg chg="del">
          <ac:chgData name="Hoque, Tamzidul" userId="05c62d7d-08c4-4ed9-b528-deb18472ab5f" providerId="ADAL" clId="{92978665-E6E5-4214-8F28-AD3E8EC27FD5}" dt="2024-04-04T17:02:43.488" v="502" actId="478"/>
          <ac:spMkLst>
            <pc:docMk/>
            <pc:sldMk cId="2931542877" sldId="299"/>
            <ac:spMk id="17" creationId="{B7CA87D9-5CFB-A628-7638-C49F381872A1}"/>
          </ac:spMkLst>
        </pc:spChg>
        <pc:spChg chg="del">
          <ac:chgData name="Hoque, Tamzidul" userId="05c62d7d-08c4-4ed9-b528-deb18472ab5f" providerId="ADAL" clId="{92978665-E6E5-4214-8F28-AD3E8EC27FD5}" dt="2024-04-04T17:02:43.488" v="502" actId="478"/>
          <ac:spMkLst>
            <pc:docMk/>
            <pc:sldMk cId="2931542877" sldId="299"/>
            <ac:spMk id="18" creationId="{B307B1F0-65D9-3B12-5DE2-B1E3E2A62932}"/>
          </ac:spMkLst>
        </pc:spChg>
        <pc:spChg chg="del">
          <ac:chgData name="Hoque, Tamzidul" userId="05c62d7d-08c4-4ed9-b528-deb18472ab5f" providerId="ADAL" clId="{92978665-E6E5-4214-8F28-AD3E8EC27FD5}" dt="2024-04-04T17:02:43.488" v="502" actId="478"/>
          <ac:spMkLst>
            <pc:docMk/>
            <pc:sldMk cId="2931542877" sldId="299"/>
            <ac:spMk id="19" creationId="{23FF3457-DC4F-8AF4-6AD3-B32E4F4339B1}"/>
          </ac:spMkLst>
        </pc:spChg>
        <pc:spChg chg="del">
          <ac:chgData name="Hoque, Tamzidul" userId="05c62d7d-08c4-4ed9-b528-deb18472ab5f" providerId="ADAL" clId="{92978665-E6E5-4214-8F28-AD3E8EC27FD5}" dt="2024-04-04T17:02:43.488" v="502" actId="478"/>
          <ac:spMkLst>
            <pc:docMk/>
            <pc:sldMk cId="2931542877" sldId="299"/>
            <ac:spMk id="20" creationId="{F898BCC1-94FC-08D1-2433-889F1B98ACA5}"/>
          </ac:spMkLst>
        </pc:spChg>
        <pc:spChg chg="del">
          <ac:chgData name="Hoque, Tamzidul" userId="05c62d7d-08c4-4ed9-b528-deb18472ab5f" providerId="ADAL" clId="{92978665-E6E5-4214-8F28-AD3E8EC27FD5}" dt="2024-04-04T17:02:47.587" v="505" actId="478"/>
          <ac:spMkLst>
            <pc:docMk/>
            <pc:sldMk cId="2931542877" sldId="299"/>
            <ac:spMk id="21" creationId="{B6597638-467F-7CE8-DA38-BE99889ED579}"/>
          </ac:spMkLst>
        </pc:spChg>
        <pc:spChg chg="del">
          <ac:chgData name="Hoque, Tamzidul" userId="05c62d7d-08c4-4ed9-b528-deb18472ab5f" providerId="ADAL" clId="{92978665-E6E5-4214-8F28-AD3E8EC27FD5}" dt="2024-04-04T17:07:04.265" v="602" actId="478"/>
          <ac:spMkLst>
            <pc:docMk/>
            <pc:sldMk cId="2931542877" sldId="299"/>
            <ac:spMk id="24" creationId="{23AB1427-EEB6-466C-2290-A89737D7AB5A}"/>
          </ac:spMkLst>
        </pc:spChg>
        <pc:picChg chg="del">
          <ac:chgData name="Hoque, Tamzidul" userId="05c62d7d-08c4-4ed9-b528-deb18472ab5f" providerId="ADAL" clId="{92978665-E6E5-4214-8F28-AD3E8EC27FD5}" dt="2024-04-04T17:19:43.646" v="865" actId="478"/>
          <ac:picMkLst>
            <pc:docMk/>
            <pc:sldMk cId="2931542877" sldId="299"/>
            <ac:picMk id="5" creationId="{69D948A7-3E63-DE5E-EDD5-FD83ACCFAC0E}"/>
          </ac:picMkLst>
        </pc:picChg>
        <pc:picChg chg="add del">
          <ac:chgData name="Hoque, Tamzidul" userId="05c62d7d-08c4-4ed9-b528-deb18472ab5f" providerId="ADAL" clId="{92978665-E6E5-4214-8F28-AD3E8EC27FD5}" dt="2024-04-04T17:19:44.966" v="867" actId="22"/>
          <ac:picMkLst>
            <pc:docMk/>
            <pc:sldMk cId="2931542877" sldId="299"/>
            <ac:picMk id="14" creationId="{C7649AD5-02C8-80EA-1CA9-3A7D1DE3FCCF}"/>
          </ac:picMkLst>
        </pc:picChg>
        <pc:cxnChg chg="del mod">
          <ac:chgData name="Hoque, Tamzidul" userId="05c62d7d-08c4-4ed9-b528-deb18472ab5f" providerId="ADAL" clId="{92978665-E6E5-4214-8F28-AD3E8EC27FD5}" dt="2024-04-04T17:02:45.917" v="504" actId="478"/>
          <ac:cxnSpMkLst>
            <pc:docMk/>
            <pc:sldMk cId="2931542877" sldId="299"/>
            <ac:cxnSpMk id="26" creationId="{47242BFB-BD42-CB6F-3763-E01B17A6C96D}"/>
          </ac:cxnSpMkLst>
        </pc:cxnChg>
        <pc:cxnChg chg="del mod">
          <ac:chgData name="Hoque, Tamzidul" userId="05c62d7d-08c4-4ed9-b528-deb18472ab5f" providerId="ADAL" clId="{92978665-E6E5-4214-8F28-AD3E8EC27FD5}" dt="2024-04-04T17:02:44.580" v="503" actId="478"/>
          <ac:cxnSpMkLst>
            <pc:docMk/>
            <pc:sldMk cId="2931542877" sldId="299"/>
            <ac:cxnSpMk id="31" creationId="{42572DE1-873D-946E-8899-AF9DC7D2241A}"/>
          </ac:cxnSpMkLst>
        </pc:cxnChg>
      </pc:sldChg>
      <pc:sldChg chg="modSp add mod">
        <pc:chgData name="Hoque, Tamzidul" userId="05c62d7d-08c4-4ed9-b528-deb18472ab5f" providerId="ADAL" clId="{92978665-E6E5-4214-8F28-AD3E8EC27FD5}" dt="2024-04-04T17:19:21.066" v="864" actId="6549"/>
        <pc:sldMkLst>
          <pc:docMk/>
          <pc:sldMk cId="769251198" sldId="300"/>
        </pc:sldMkLst>
        <pc:spChg chg="mod">
          <ac:chgData name="Hoque, Tamzidul" userId="05c62d7d-08c4-4ed9-b528-deb18472ab5f" providerId="ADAL" clId="{92978665-E6E5-4214-8F28-AD3E8EC27FD5}" dt="2024-04-04T17:19:21.066" v="864" actId="6549"/>
          <ac:spMkLst>
            <pc:docMk/>
            <pc:sldMk cId="769251198" sldId="300"/>
            <ac:spMk id="3" creationId="{4DC5BC44-3363-27E3-34A9-B83D852A732B}"/>
          </ac:spMkLst>
        </pc:spChg>
      </pc:sldChg>
      <pc:sldChg chg="addSp modSp new del mod">
        <pc:chgData name="Hoque, Tamzidul" userId="05c62d7d-08c4-4ed9-b528-deb18472ab5f" providerId="ADAL" clId="{92978665-E6E5-4214-8F28-AD3E8EC27FD5}" dt="2024-04-04T17:16:12.747" v="769" actId="47"/>
        <pc:sldMkLst>
          <pc:docMk/>
          <pc:sldMk cId="1935084690" sldId="300"/>
        </pc:sldMkLst>
        <pc:spChg chg="mod">
          <ac:chgData name="Hoque, Tamzidul" userId="05c62d7d-08c4-4ed9-b528-deb18472ab5f" providerId="ADAL" clId="{92978665-E6E5-4214-8F28-AD3E8EC27FD5}" dt="2024-04-04T17:13:15.406" v="640" actId="14100"/>
          <ac:spMkLst>
            <pc:docMk/>
            <pc:sldMk cId="1935084690" sldId="300"/>
            <ac:spMk id="2" creationId="{AB75B5E5-2C5C-B5B7-E948-720965DB1486}"/>
          </ac:spMkLst>
        </pc:spChg>
        <pc:spChg chg="mod">
          <ac:chgData name="Hoque, Tamzidul" userId="05c62d7d-08c4-4ed9-b528-deb18472ab5f" providerId="ADAL" clId="{92978665-E6E5-4214-8F28-AD3E8EC27FD5}" dt="2024-04-04T17:13:27.985" v="642" actId="14100"/>
          <ac:spMkLst>
            <pc:docMk/>
            <pc:sldMk cId="1935084690" sldId="300"/>
            <ac:spMk id="3" creationId="{9C68E839-5287-2DD3-CE7B-0A0EFDAE1271}"/>
          </ac:spMkLst>
        </pc:spChg>
        <pc:picChg chg="add mod">
          <ac:chgData name="Hoque, Tamzidul" userId="05c62d7d-08c4-4ed9-b528-deb18472ab5f" providerId="ADAL" clId="{92978665-E6E5-4214-8F28-AD3E8EC27FD5}" dt="2024-04-04T17:13:30.504" v="644" actId="14100"/>
          <ac:picMkLst>
            <pc:docMk/>
            <pc:sldMk cId="1935084690" sldId="300"/>
            <ac:picMk id="1026" creationId="{66C71934-1AB5-2B76-5D2D-31CC882D64B6}"/>
          </ac:picMkLst>
        </pc:picChg>
      </pc:sldChg>
      <pc:sldChg chg="addSp modSp new mod">
        <pc:chgData name="Hoque, Tamzidul" userId="05c62d7d-08c4-4ed9-b528-deb18472ab5f" providerId="ADAL" clId="{92978665-E6E5-4214-8F28-AD3E8EC27FD5}" dt="2024-04-04T17:23:05.334" v="934" actId="27636"/>
        <pc:sldMkLst>
          <pc:docMk/>
          <pc:sldMk cId="3210672422" sldId="301"/>
        </pc:sldMkLst>
        <pc:spChg chg="mod">
          <ac:chgData name="Hoque, Tamzidul" userId="05c62d7d-08c4-4ed9-b528-deb18472ab5f" providerId="ADAL" clId="{92978665-E6E5-4214-8F28-AD3E8EC27FD5}" dt="2024-04-04T17:20:00.632" v="887" actId="20577"/>
          <ac:spMkLst>
            <pc:docMk/>
            <pc:sldMk cId="3210672422" sldId="301"/>
            <ac:spMk id="2" creationId="{487B5AEB-DDFA-2D1C-6112-3A6A02FFF473}"/>
          </ac:spMkLst>
        </pc:spChg>
        <pc:spChg chg="mod">
          <ac:chgData name="Hoque, Tamzidul" userId="05c62d7d-08c4-4ed9-b528-deb18472ab5f" providerId="ADAL" clId="{92978665-E6E5-4214-8F28-AD3E8EC27FD5}" dt="2024-04-04T17:23:05.334" v="934" actId="27636"/>
          <ac:spMkLst>
            <pc:docMk/>
            <pc:sldMk cId="3210672422" sldId="301"/>
            <ac:spMk id="3" creationId="{C291AD9C-2646-0832-A380-A66073015E66}"/>
          </ac:spMkLst>
        </pc:spChg>
        <pc:spChg chg="add mod">
          <ac:chgData name="Hoque, Tamzidul" userId="05c62d7d-08c4-4ed9-b528-deb18472ab5f" providerId="ADAL" clId="{92978665-E6E5-4214-8F28-AD3E8EC27FD5}" dt="2024-04-04T17:22:25.780" v="925" actId="693"/>
          <ac:spMkLst>
            <pc:docMk/>
            <pc:sldMk cId="3210672422" sldId="301"/>
            <ac:spMk id="6" creationId="{6B7433F4-A045-D46F-6592-098080C4753D}"/>
          </ac:spMkLst>
        </pc:spChg>
        <pc:picChg chg="add mod">
          <ac:chgData name="Hoque, Tamzidul" userId="05c62d7d-08c4-4ed9-b528-deb18472ab5f" providerId="ADAL" clId="{92978665-E6E5-4214-8F28-AD3E8EC27FD5}" dt="2024-04-04T17:21:52.457" v="919"/>
          <ac:picMkLst>
            <pc:docMk/>
            <pc:sldMk cId="3210672422" sldId="301"/>
            <ac:picMk id="5" creationId="{62DF182B-FDAE-722C-7E55-49EDC6FCAC00}"/>
          </ac:picMkLst>
        </pc:picChg>
      </pc:sldChg>
      <pc:sldChg chg="modSp add mod">
        <pc:chgData name="Hoque, Tamzidul" userId="05c62d7d-08c4-4ed9-b528-deb18472ab5f" providerId="ADAL" clId="{92978665-E6E5-4214-8F28-AD3E8EC27FD5}" dt="2024-04-04T17:28:31.688" v="1075" actId="27636"/>
        <pc:sldMkLst>
          <pc:docMk/>
          <pc:sldMk cId="3763970132" sldId="302"/>
        </pc:sldMkLst>
        <pc:spChg chg="mod">
          <ac:chgData name="Hoque, Tamzidul" userId="05c62d7d-08c4-4ed9-b528-deb18472ab5f" providerId="ADAL" clId="{92978665-E6E5-4214-8F28-AD3E8EC27FD5}" dt="2024-04-04T17:28:31.688" v="1075" actId="27636"/>
          <ac:spMkLst>
            <pc:docMk/>
            <pc:sldMk cId="3763970132" sldId="302"/>
            <ac:spMk id="3" creationId="{C291AD9C-2646-0832-A380-A66073015E66}"/>
          </ac:spMkLst>
        </pc:spChg>
        <pc:spChg chg="mod">
          <ac:chgData name="Hoque, Tamzidul" userId="05c62d7d-08c4-4ed9-b528-deb18472ab5f" providerId="ADAL" clId="{92978665-E6E5-4214-8F28-AD3E8EC27FD5}" dt="2024-04-04T17:22:38.126" v="928" actId="14100"/>
          <ac:spMkLst>
            <pc:docMk/>
            <pc:sldMk cId="3763970132" sldId="302"/>
            <ac:spMk id="6" creationId="{6B7433F4-A045-D46F-6592-098080C4753D}"/>
          </ac:spMkLst>
        </pc:spChg>
      </pc:sldChg>
      <pc:sldChg chg="modSp add mod">
        <pc:chgData name="Hoque, Tamzidul" userId="05c62d7d-08c4-4ed9-b528-deb18472ab5f" providerId="ADAL" clId="{92978665-E6E5-4214-8F28-AD3E8EC27FD5}" dt="2024-04-04T17:26:10.379" v="992" actId="14100"/>
        <pc:sldMkLst>
          <pc:docMk/>
          <pc:sldMk cId="4193581612" sldId="303"/>
        </pc:sldMkLst>
        <pc:spChg chg="mod">
          <ac:chgData name="Hoque, Tamzidul" userId="05c62d7d-08c4-4ed9-b528-deb18472ab5f" providerId="ADAL" clId="{92978665-E6E5-4214-8F28-AD3E8EC27FD5}" dt="2024-04-04T17:25:39.477" v="990" actId="20577"/>
          <ac:spMkLst>
            <pc:docMk/>
            <pc:sldMk cId="4193581612" sldId="303"/>
            <ac:spMk id="3" creationId="{C291AD9C-2646-0832-A380-A66073015E66}"/>
          </ac:spMkLst>
        </pc:spChg>
        <pc:spChg chg="mod">
          <ac:chgData name="Hoque, Tamzidul" userId="05c62d7d-08c4-4ed9-b528-deb18472ab5f" providerId="ADAL" clId="{92978665-E6E5-4214-8F28-AD3E8EC27FD5}" dt="2024-04-04T17:26:10.379" v="992" actId="14100"/>
          <ac:spMkLst>
            <pc:docMk/>
            <pc:sldMk cId="4193581612" sldId="303"/>
            <ac:spMk id="6" creationId="{6B7433F4-A045-D46F-6592-098080C4753D}"/>
          </ac:spMkLst>
        </pc:spChg>
      </pc:sldChg>
      <pc:sldChg chg="modSp add mod">
        <pc:chgData name="Hoque, Tamzidul" userId="05c62d7d-08c4-4ed9-b528-deb18472ab5f" providerId="ADAL" clId="{92978665-E6E5-4214-8F28-AD3E8EC27FD5}" dt="2024-04-04T17:31:50.626" v="1145" actId="27636"/>
        <pc:sldMkLst>
          <pc:docMk/>
          <pc:sldMk cId="2027230961" sldId="304"/>
        </pc:sldMkLst>
        <pc:spChg chg="mod">
          <ac:chgData name="Hoque, Tamzidul" userId="05c62d7d-08c4-4ed9-b528-deb18472ab5f" providerId="ADAL" clId="{92978665-E6E5-4214-8F28-AD3E8EC27FD5}" dt="2024-04-04T17:31:50.626" v="1145" actId="27636"/>
          <ac:spMkLst>
            <pc:docMk/>
            <pc:sldMk cId="2027230961" sldId="304"/>
            <ac:spMk id="3" creationId="{C291AD9C-2646-0832-A380-A66073015E66}"/>
          </ac:spMkLst>
        </pc:spChg>
        <pc:spChg chg="mod">
          <ac:chgData name="Hoque, Tamzidul" userId="05c62d7d-08c4-4ed9-b528-deb18472ab5f" providerId="ADAL" clId="{92978665-E6E5-4214-8F28-AD3E8EC27FD5}" dt="2024-04-04T17:30:30.992" v="1092" actId="14100"/>
          <ac:spMkLst>
            <pc:docMk/>
            <pc:sldMk cId="2027230961" sldId="304"/>
            <ac:spMk id="6" creationId="{6B7433F4-A045-D46F-6592-098080C4753D}"/>
          </ac:spMkLst>
        </pc:spChg>
      </pc:sldChg>
      <pc:sldChg chg="addSp modSp new mod">
        <pc:chgData name="Hoque, Tamzidul" userId="05c62d7d-08c4-4ed9-b528-deb18472ab5f" providerId="ADAL" clId="{92978665-E6E5-4214-8F28-AD3E8EC27FD5}" dt="2024-04-04T17:35:22.868" v="1194" actId="1076"/>
        <pc:sldMkLst>
          <pc:docMk/>
          <pc:sldMk cId="552467952" sldId="305"/>
        </pc:sldMkLst>
        <pc:spChg chg="mod">
          <ac:chgData name="Hoque, Tamzidul" userId="05c62d7d-08c4-4ed9-b528-deb18472ab5f" providerId="ADAL" clId="{92978665-E6E5-4214-8F28-AD3E8EC27FD5}" dt="2024-04-04T17:32:44.837" v="1160" actId="14100"/>
          <ac:spMkLst>
            <pc:docMk/>
            <pc:sldMk cId="552467952" sldId="305"/>
            <ac:spMk id="2" creationId="{0B79C959-937B-C813-E158-43852480384B}"/>
          </ac:spMkLst>
        </pc:spChg>
        <pc:spChg chg="mod">
          <ac:chgData name="Hoque, Tamzidul" userId="05c62d7d-08c4-4ed9-b528-deb18472ab5f" providerId="ADAL" clId="{92978665-E6E5-4214-8F28-AD3E8EC27FD5}" dt="2024-04-04T17:34:45.973" v="1191" actId="27636"/>
          <ac:spMkLst>
            <pc:docMk/>
            <pc:sldMk cId="552467952" sldId="305"/>
            <ac:spMk id="3" creationId="{158C6684-F539-024A-4A57-CFF181223827}"/>
          </ac:spMkLst>
        </pc:spChg>
        <pc:picChg chg="add mod">
          <ac:chgData name="Hoque, Tamzidul" userId="05c62d7d-08c4-4ed9-b528-deb18472ab5f" providerId="ADAL" clId="{92978665-E6E5-4214-8F28-AD3E8EC27FD5}" dt="2024-04-04T17:35:22.868" v="1194" actId="1076"/>
          <ac:picMkLst>
            <pc:docMk/>
            <pc:sldMk cId="552467952" sldId="305"/>
            <ac:picMk id="5" creationId="{E639E25E-67B3-DCB0-05A2-C38793DF4C0E}"/>
          </ac:picMkLst>
        </pc:picChg>
        <pc:picChg chg="add mod">
          <ac:chgData name="Hoque, Tamzidul" userId="05c62d7d-08c4-4ed9-b528-deb18472ab5f" providerId="ADAL" clId="{92978665-E6E5-4214-8F28-AD3E8EC27FD5}" dt="2024-04-04T17:32:46.534" v="1161" actId="1076"/>
          <ac:picMkLst>
            <pc:docMk/>
            <pc:sldMk cId="552467952" sldId="305"/>
            <ac:picMk id="2050" creationId="{1ED68799-4FE6-DF67-5C3A-52C0BEA807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8D023-19DD-4213-ACD4-C276704CFDED}" type="datetimeFigureOut"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423B6-D784-43A9-91AC-497CCEBDF6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6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210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One of the key advantages of the 8051 microcontrollers is its simplicity, which makes it an excellent choice for a wide range of applications. The 8051 microcontrollers are widely used in applications such as automotive systems, industrial control systems, consumer electronics, and medical devices.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09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246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203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73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867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3820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465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352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292438c9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292438c9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32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76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67498" y="2328844"/>
            <a:ext cx="6661249" cy="628762"/>
          </a:xfrm>
          <a:prstGeom prst="callout1">
            <a:avLst>
              <a:gd name="adj1" fmla="val 151403"/>
              <a:gd name="adj2" fmla="val 99873"/>
              <a:gd name="adj3" fmla="val 151570"/>
              <a:gd name="adj4" fmla="val 213"/>
            </a:avLst>
          </a:prstGeom>
          <a:noFill/>
          <a:ln w="44450">
            <a:solidFill>
              <a:schemeClr val="bg1"/>
            </a:solidFill>
          </a:ln>
        </p:spPr>
        <p:txBody>
          <a:bodyPr wrap="square" tIns="45720" bIns="45720" anchor="ctr">
            <a:spAutoFit/>
          </a:bodyPr>
          <a:lstStyle>
            <a:lvl1pPr algn="l">
              <a:lnSpc>
                <a:spcPct val="83000"/>
              </a:lnSpc>
              <a:defRPr lang="en-US" sz="4200" b="1" kern="1200" cap="all" spc="45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88530" y="1146085"/>
            <a:ext cx="4207152" cy="34739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spc="450" baseline="0">
                <a:solidFill>
                  <a:srgbClr val="2767FF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4036D0F-E6CC-AD4F-9DE7-1B86DEF9B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46405"/>
          <a:stretch/>
        </p:blipFill>
        <p:spPr>
          <a:xfrm>
            <a:off x="7694407" y="5746174"/>
            <a:ext cx="868680" cy="11118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BF0A6A2-7D8C-F341-9392-3B8CB07223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10"/>
          <a:stretch/>
        </p:blipFill>
        <p:spPr>
          <a:xfrm>
            <a:off x="10367640" y="-1"/>
            <a:ext cx="1239147" cy="12331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C8E371-A18B-9649-9D46-C040852A6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764" y="764795"/>
            <a:ext cx="1239147" cy="3474720"/>
          </a:xfrm>
          <a:prstGeom prst="rect">
            <a:avLst/>
          </a:prstGeom>
        </p:spPr>
      </p:pic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A50F33-1127-9044-987A-9E84151D871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482971" y="3921067"/>
            <a:ext cx="7507518" cy="738664"/>
          </a:xfrm>
          <a:prstGeom prst="callout1">
            <a:avLst>
              <a:gd name="adj1" fmla="val 142408"/>
              <a:gd name="adj2" fmla="val 100539"/>
              <a:gd name="adj3" fmla="val 142808"/>
              <a:gd name="adj4" fmla="val 61"/>
            </a:avLst>
          </a:prstGeom>
          <a:ln w="44450">
            <a:solidFill>
              <a:schemeClr val="bg1"/>
            </a:solidFill>
          </a:ln>
        </p:spPr>
        <p:txBody>
          <a:bodyPr wrap="square">
            <a:spAutoFit/>
          </a:bodyPr>
          <a:lstStyle>
            <a:lvl1pPr marL="0" indent="0">
              <a:buFontTx/>
              <a:buNone/>
              <a:defRPr sz="4200" b="1" cap="all" spc="450" baseline="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Second line of title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E7726-77AE-414C-AA4F-BA3F269E53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70581" y="5955776"/>
            <a:ext cx="2536206" cy="5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30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DDE5ED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9034885" cy="446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B304764-A6E3-F44A-9B34-CAF3E677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F8A9C23-D111-364B-B2F1-E0654317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5059F5-336C-CA4C-9356-F25990B6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405C21-E491-BC4E-BEEA-DC2984EA70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6800" y="1511300"/>
            <a:ext cx="100584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779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F04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26C5FE-DDD3-6645-A255-E80B266A4C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49"/>
          <a:stretch/>
        </p:blipFill>
        <p:spPr>
          <a:xfrm>
            <a:off x="10272625" y="0"/>
            <a:ext cx="868680" cy="907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9CD684-1424-7E44-89BF-1FDC7AC58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27"/>
          <a:stretch/>
        </p:blipFill>
        <p:spPr>
          <a:xfrm>
            <a:off x="9355851" y="4968711"/>
            <a:ext cx="1239147" cy="188928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49013512-CA4A-B745-8FB9-1A54E5B23D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7498" y="1803680"/>
            <a:ext cx="6661249" cy="628762"/>
          </a:xfrm>
          <a:prstGeom prst="callout1">
            <a:avLst>
              <a:gd name="adj1" fmla="val 152089"/>
              <a:gd name="adj2" fmla="val 98902"/>
              <a:gd name="adj3" fmla="val 151570"/>
              <a:gd name="adj4" fmla="val 213"/>
            </a:avLst>
          </a:prstGeom>
          <a:noFill/>
          <a:ln w="44450">
            <a:solidFill>
              <a:schemeClr val="bg1"/>
            </a:solidFill>
          </a:ln>
        </p:spPr>
        <p:txBody>
          <a:bodyPr wrap="square" tIns="45720" bIns="45720" anchor="ctr">
            <a:spAutoFit/>
          </a:bodyPr>
          <a:lstStyle>
            <a:lvl1pPr algn="l">
              <a:lnSpc>
                <a:spcPct val="83000"/>
              </a:lnSpc>
              <a:defRPr lang="en-US" sz="4200" b="1" kern="1200" cap="all" spc="45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  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8F4CE4FA-E97A-1F46-8C6F-93D575A760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82971" y="3502810"/>
            <a:ext cx="7497012" cy="738664"/>
          </a:xfrm>
          <a:prstGeom prst="callout1">
            <a:avLst>
              <a:gd name="adj1" fmla="val 140743"/>
              <a:gd name="adj2" fmla="val 98415"/>
              <a:gd name="adj3" fmla="val 142808"/>
              <a:gd name="adj4" fmla="val 61"/>
            </a:avLst>
          </a:prstGeom>
          <a:ln w="44450">
            <a:solidFill>
              <a:schemeClr val="bg1"/>
            </a:solidFill>
          </a:ln>
        </p:spPr>
        <p:txBody>
          <a:bodyPr wrap="square">
            <a:spAutoFit/>
          </a:bodyPr>
          <a:lstStyle>
            <a:lvl1pPr marL="0" indent="0">
              <a:buFontTx/>
              <a:buNone/>
              <a:defRPr sz="4200" b="1" cap="all" spc="450" baseline="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Second line of title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367277-8BE6-464D-B29E-E610810EDA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2842" y="5919242"/>
            <a:ext cx="901052" cy="57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6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DDE5ED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426789"/>
            <a:ext cx="4754880" cy="374904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1426789"/>
            <a:ext cx="4754880" cy="374904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8D46903-12A5-4A4A-91DE-B8D617FD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A4DB4B-0E9F-9942-9277-BEF9ECDF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727DA26-7BCD-E245-8DDF-83534B1D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9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cap="all" spc="250" baseline="0">
                <a:solidFill>
                  <a:srgbClr val="F04137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1900" b="1" cap="all" spc="250" baseline="0">
                <a:solidFill>
                  <a:srgbClr val="F04137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18FA918-65B4-214A-9CAB-F8053AA5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305BCAB-C80A-734E-8FE8-C4F5BA37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A860183-361F-1C4B-B886-3F6FF040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36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0A4C793-3B9B-E84F-97F0-4DDEE766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9923D7-99ED-ED48-A074-DF1596B6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8A27DD-1453-9F49-9E4D-6FEAD51D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12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0A00E-20BE-C948-867E-3668DC43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05E73-AE62-7044-B3B7-B031E8E020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DF0A-9E92-A44E-A7A9-FF0CE25409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08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0"/>
            <a:ext cx="3171614" cy="6858000"/>
          </a:xfrm>
          <a:prstGeom prst="rect">
            <a:avLst/>
          </a:prstGeom>
          <a:solidFill>
            <a:srgbClr val="276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noFill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01707" y="2268971"/>
            <a:ext cx="2430780" cy="36746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4F033-E8B3-FC49-A373-38528C1F1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832" y="718987"/>
            <a:ext cx="2301368" cy="830997"/>
          </a:xfrm>
          <a:prstGeom prst="callout1">
            <a:avLst>
              <a:gd name="adj1" fmla="val 130380"/>
              <a:gd name="adj2" fmla="val 97389"/>
              <a:gd name="adj3" fmla="val 130532"/>
              <a:gd name="adj4" fmla="val 882"/>
            </a:avLst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 add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41F8B18-227C-FD4B-9CE2-DB080376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03DEA8E-EF8B-B54D-BB93-3910E00B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6175" y="6307672"/>
            <a:ext cx="6354079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66535B3-74BE-824E-A5F3-911F2797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274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rtical Content Placeholder 10">
            <a:extLst>
              <a:ext uri="{FF2B5EF4-FFF2-40B4-BE49-F238E27FC236}">
                <a16:creationId xmlns:a16="http://schemas.microsoft.com/office/drawing/2014/main" id="{31988C9D-6340-4641-B3D6-CEF598BDBE21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50303C-5D28-5F4D-B861-06B060BC6F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3AD7D3E-5692-7146-9F5F-0A8B2ECB26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759A6-6AAC-6447-921C-D80252E618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98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rtical Content Placeholder 10">
            <a:extLst>
              <a:ext uri="{FF2B5EF4-FFF2-40B4-BE49-F238E27FC236}">
                <a16:creationId xmlns:a16="http://schemas.microsoft.com/office/drawing/2014/main" id="{46DD52FC-9FA7-9D47-961B-79256696D98C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>
          <a:xfrm>
            <a:off x="1066800" y="762000"/>
            <a:ext cx="9013825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532" y="762000"/>
            <a:ext cx="1016267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526289-57CA-F843-8A8F-87F100C51C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61B23C-61B2-4C44-A5C8-9CFD7CFB15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46047B-956D-3243-B5FD-F5DC3CCB21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10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ertical Content Placeholder 12">
            <a:extLst>
              <a:ext uri="{FF2B5EF4-FFF2-40B4-BE49-F238E27FC236}">
                <a16:creationId xmlns:a16="http://schemas.microsoft.com/office/drawing/2014/main" id="{D9CE4C93-E6E5-834E-95FE-696ECFBCECE9}"/>
              </a:ext>
            </a:extLst>
          </p:cNvPr>
          <p:cNvSpPr>
            <a:spLocks noGrp="1"/>
          </p:cNvSpPr>
          <p:nvPr>
            <p:ph orient="vert" sz="quarter" idx="13"/>
          </p:nvPr>
        </p:nvSpPr>
        <p:spPr>
          <a:xfrm rot="10800000">
            <a:off x="1952625" y="762000"/>
            <a:ext cx="9420225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0800000">
            <a:off x="838200" y="762000"/>
            <a:ext cx="882387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A80655-2B7E-B042-853A-953F0EF054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7090A5-0D6F-9E49-9A0A-FEA22FCC1B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436175" y="6307672"/>
            <a:ext cx="7124445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904694-41A7-0F42-87ED-DD4ADBE8C6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07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89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9034885" cy="446735"/>
          </a:xfrm>
          <a:prstGeom prst="rect">
            <a:avLst/>
          </a:prstGeom>
          <a:ln w="4445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371600"/>
            <a:ext cx="1005840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800" y="6307672"/>
            <a:ext cx="1275933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216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48861FF-540E-3548-A2AC-BB567E5765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87BBC1-8790-1F40-A017-B4344BC0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2825" y="6307672"/>
            <a:ext cx="7181711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5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7" r:id="rId7"/>
    <p:sldLayoutId id="2147483972" r:id="rId8"/>
    <p:sldLayoutId id="2147483974" r:id="rId9"/>
    <p:sldLayoutId id="2147483975" r:id="rId10"/>
    <p:sldLayoutId id="2147483976" r:id="rId11"/>
    <p:sldLayoutId id="214748397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1" kern="1200" cap="all" spc="450" baseline="0" dirty="0">
          <a:solidFill>
            <a:srgbClr val="2767FF"/>
          </a:solidFill>
          <a:effectLst/>
          <a:latin typeface="+mj-lt"/>
          <a:ea typeface="+mn-ea"/>
          <a:cs typeface="+mn-cs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85000"/>
            <a:lumOff val="15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en.wikipedia.org/wiki/Intel_805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69894"/>
            <a:ext cx="9144000" cy="1815634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Lucida Sans"/>
              </a:rPr>
              <a:t>EECS </a:t>
            </a:r>
            <a:r>
              <a:rPr lang="en-US" b="1" dirty="0">
                <a:solidFill>
                  <a:srgbClr val="333333"/>
                </a:solidFill>
                <a:latin typeface="Lucida Sans"/>
              </a:rPr>
              <a:t>388</a:t>
            </a:r>
            <a:r>
              <a:rPr lang="en-US" b="1" i="0" dirty="0">
                <a:solidFill>
                  <a:srgbClr val="333333"/>
                </a:solidFill>
                <a:effectLst/>
                <a:latin typeface="Lucida Sans"/>
              </a:rPr>
              <a:t>:</a:t>
            </a:r>
            <a:r>
              <a:rPr lang="en-US" b="1" dirty="0">
                <a:solidFill>
                  <a:srgbClr val="333333"/>
                </a:solidFill>
                <a:latin typeface="Lucida Sans"/>
                <a:ea typeface="+mj-lt"/>
                <a:cs typeface="+mj-lt"/>
              </a:rPr>
              <a:t> </a:t>
            </a:r>
            <a:br>
              <a:rPr lang="en-US" b="1" dirty="0">
                <a:solidFill>
                  <a:srgbClr val="333333"/>
                </a:solidFill>
                <a:latin typeface="Lucida Sans"/>
                <a:ea typeface="+mj-lt"/>
                <a:cs typeface="+mj-lt"/>
              </a:rPr>
            </a:br>
            <a:r>
              <a:rPr lang="en-US" b="1" dirty="0">
                <a:latin typeface="Lucida Sans"/>
                <a:ea typeface="+mj-lt"/>
                <a:cs typeface="+mj-lt"/>
              </a:rPr>
              <a:t>Embedded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>
                <a:solidFill>
                  <a:srgbClr val="2767FF"/>
                </a:solidFill>
                <a:latin typeface="Lucida Sans"/>
              </a:rPr>
              <a:t>Binary reverse engineering</a:t>
            </a:r>
          </a:p>
        </p:txBody>
      </p:sp>
    </p:spTree>
    <p:extLst>
      <p:ext uri="{BB962C8B-B14F-4D97-AF65-F5344CB8AC3E}">
        <p14:creationId xmlns:p14="http://schemas.microsoft.com/office/powerpoint/2010/main" val="265870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 err="1">
                <a:latin typeface="Lucida Sans"/>
              </a:rPr>
              <a:t>REv.</a:t>
            </a:r>
            <a:r>
              <a:rPr lang="en" dirty="0">
                <a:latin typeface="Lucida Sans"/>
              </a:rPr>
              <a:t> Eng. In Embedded Devices</a:t>
            </a:r>
            <a:endParaRPr lang="en" dirty="0">
              <a:latin typeface="Lucida Sans" panose="020B0602030504020204" pitchFamily="34" charset="0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15600" y="767600"/>
            <a:ext cx="7148600" cy="572674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8965" indent="-456565">
              <a:spcBef>
                <a:spcPts val="640"/>
              </a:spcBef>
            </a:pPr>
            <a:r>
              <a:rPr lang="en" sz="2400" dirty="0">
                <a:latin typeface="Lucida Sans"/>
                <a:cs typeface="Times New Roman"/>
              </a:rPr>
              <a:t>Loading a program onto an embedded device required following steps:</a:t>
            </a:r>
            <a:endParaRPr lang="en" sz="2400">
              <a:latin typeface="Lucida Sans" panose="020B0602030504020204" pitchFamily="34" charset="0"/>
              <a:cs typeface="Times New Roman" panose="02020603050405020304" pitchFamily="18" charset="0"/>
            </a:endParaRPr>
          </a:p>
          <a:p>
            <a:pPr marL="1218565" lvl="1" indent="-422910">
              <a:spcBef>
                <a:spcPts val="640"/>
              </a:spcBef>
              <a:buClr>
                <a:srgbClr val="262626"/>
              </a:buClr>
              <a:buSzPts val="1800"/>
            </a:pPr>
            <a:r>
              <a:rPr lang="en" sz="2400" dirty="0">
                <a:latin typeface="Lucida Sans"/>
                <a:cs typeface="Times New Roman"/>
              </a:rPr>
              <a:t>Writing the program in behavior level i.e. C or C++</a:t>
            </a:r>
            <a:endParaRPr lang="en" sz="2400">
              <a:latin typeface="Lucida Sans" panose="020B0602030504020204" pitchFamily="34" charset="0"/>
              <a:cs typeface="Times New Roman" panose="02020603050405020304" pitchFamily="18" charset="0"/>
            </a:endParaRPr>
          </a:p>
          <a:p>
            <a:pPr marL="1218565" lvl="1" indent="-422910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cs typeface="Times New Roman"/>
              </a:rPr>
              <a:t>Compile the code into a machine readable format</a:t>
            </a:r>
            <a:endParaRPr lang="en" sz="2400">
              <a:latin typeface="Lucida Sans" panose="020B0602030504020204" pitchFamily="34" charset="0"/>
              <a:cs typeface="Times New Roman" panose="02020603050405020304" pitchFamily="18" charset="0"/>
            </a:endParaRPr>
          </a:p>
          <a:p>
            <a:pPr marL="1218565" lvl="1" indent="-422910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cs typeface="Times New Roman"/>
              </a:rPr>
              <a:t>Load the binary/executable image in device memory</a:t>
            </a:r>
            <a:endParaRPr lang="en" sz="2400">
              <a:latin typeface="Lucida Sans" panose="020B0602030504020204" pitchFamily="34" charset="0"/>
              <a:cs typeface="Times New Roman" panose="02020603050405020304" pitchFamily="18" charset="0"/>
            </a:endParaRPr>
          </a:p>
          <a:p>
            <a:pPr marL="608965" indent="-456565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ea typeface="+mn-lt"/>
                <a:cs typeface="Times New Roman"/>
              </a:rPr>
              <a:t>Can an attacker with physical access to the device steal the binary image?</a:t>
            </a:r>
            <a:endParaRPr lang="en" sz="2400" dirty="0">
              <a:latin typeface="Lucida Sans" panose="020B0602030504020204" pitchFamily="34" charset="0"/>
              <a:ea typeface="+mn-lt"/>
              <a:cs typeface="Times New Roman" panose="02020603050405020304" pitchFamily="18" charset="0"/>
            </a:endParaRPr>
          </a:p>
          <a:p>
            <a:pPr marL="608965" indent="-456565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ea typeface="+mn-lt"/>
                <a:cs typeface="Times New Roman"/>
              </a:rPr>
              <a:t>Yes!  It is possible to extract the binary from its memory using tools such as JTAG debugger, logic analyzer, or firmware extraction tool.</a:t>
            </a:r>
            <a:endParaRPr lang="en" sz="2400">
              <a:latin typeface="Lucida Sans" panose="020B0602030504020204" pitchFamily="34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2133"/>
              </a:spcAft>
              <a:buClr>
                <a:prstClr val="black">
                  <a:lumMod val="85000"/>
                  <a:lumOff val="15000"/>
                </a:prstClr>
              </a:buClr>
            </a:pPr>
            <a:endParaRPr lang="en-US" sz="2400" dirty="0">
              <a:latin typeface="Lucida Sans" panose="020B0602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FE1BFB0-E4C7-F868-65B5-F4BC68C4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271" y="1044409"/>
            <a:ext cx="4021393" cy="30976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FD5612-F385-518A-660C-C53D0818A23E}"/>
              </a:ext>
            </a:extLst>
          </p:cNvPr>
          <p:cNvSpPr txBox="1"/>
          <p:nvPr/>
        </p:nvSpPr>
        <p:spPr>
          <a:xfrm>
            <a:off x="8418870" y="4535129"/>
            <a:ext cx="309961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Lucida Sans"/>
                <a:cs typeface="Arial"/>
              </a:rPr>
              <a:t>Note: Using SPI (Serial Peripheral Interface) bus, MCU communicate with flash memory.</a:t>
            </a:r>
            <a:endParaRPr lang="en-US" sz="1600" b="1"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3145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Intro to 8051 MCU:</a:t>
            </a:r>
            <a:endParaRPr lang="en" dirty="0">
              <a:latin typeface="Lucida Sans" panose="020B0602030504020204" pitchFamily="34" charset="0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15600" y="767600"/>
            <a:ext cx="7406696" cy="541949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8965" indent="-456565">
              <a:spcBef>
                <a:spcPts val="640"/>
              </a:spcBef>
            </a:pPr>
            <a:r>
              <a:rPr lang="en" sz="2400" dirty="0">
                <a:latin typeface="Lucida Sans"/>
                <a:cs typeface="Times New Roman"/>
              </a:rPr>
              <a:t>8-bit architecture introduced by intel in 1980s.</a:t>
            </a:r>
          </a:p>
          <a:p>
            <a:pPr marL="608965" indent="-456565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cs typeface="Times New Roman"/>
              </a:rPr>
              <a:t>8-bit CPU, 4 KB of ROM, 128 bytes of RAM and 32 I/O pins</a:t>
            </a:r>
          </a:p>
          <a:p>
            <a:pPr marL="608965" indent="-456565">
              <a:spcBef>
                <a:spcPts val="640"/>
              </a:spcBef>
              <a:buClr>
                <a:srgbClr val="262626"/>
              </a:buClr>
            </a:pPr>
            <a:r>
              <a:rPr lang="en" sz="2400">
                <a:latin typeface="Lucida Sans"/>
                <a:cs typeface="Times New Roman"/>
              </a:rPr>
              <a:t>Simple instruction set </a:t>
            </a:r>
            <a:r>
              <a:rPr lang="en" sz="2400" dirty="0">
                <a:latin typeface="Lucida Sans"/>
                <a:cs typeface="Times New Roman"/>
              </a:rPr>
              <a:t>and can execute one instruction per cycle</a:t>
            </a:r>
          </a:p>
          <a:p>
            <a:pPr marL="608965" indent="-456565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cs typeface="Times New Roman"/>
              </a:rPr>
              <a:t>Can be programmed in assembly language or high-level languages such as C</a:t>
            </a:r>
          </a:p>
          <a:p>
            <a:pPr marL="608965" indent="-456565">
              <a:spcBef>
                <a:spcPts val="640"/>
              </a:spcBef>
              <a:buClr>
                <a:srgbClr val="262626"/>
              </a:buClr>
            </a:pPr>
            <a:r>
              <a:rPr lang="en" sz="2400" dirty="0">
                <a:latin typeface="Lucida Sans"/>
                <a:cs typeface="Times New Roman"/>
              </a:rPr>
              <a:t>Still used today for embedded applications that require low power consumption, small size and most important for its simplicity.</a:t>
            </a:r>
          </a:p>
          <a:p>
            <a:pPr marL="457200" indent="-457200">
              <a:spcAft>
                <a:spcPts val="2133"/>
              </a:spcAft>
            </a:pPr>
            <a:endParaRPr lang="en-US" sz="2400" dirty="0">
              <a:latin typeface="Lucida Sans" panose="020B0602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2F13CCAB-AED3-8E79-5AF7-B47C72B65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45" y="772822"/>
            <a:ext cx="4107425" cy="2510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D40372-6420-953A-9DC4-0E9DC83D66EE}"/>
              </a:ext>
            </a:extLst>
          </p:cNvPr>
          <p:cNvSpPr txBox="1"/>
          <p:nvPr/>
        </p:nvSpPr>
        <p:spPr>
          <a:xfrm>
            <a:off x="8971935" y="3515031"/>
            <a:ext cx="201807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cs typeface="Arial"/>
              </a:rPr>
              <a:t>Source: </a:t>
            </a:r>
            <a:r>
              <a:rPr lang="en-US" sz="1000" dirty="0">
                <a:ea typeface="+mn-lt"/>
                <a:cs typeface="+mn-lt"/>
                <a:hlinkClick r:id="rId4"/>
              </a:rPr>
              <a:t>Intel 8051 - Wikipedia</a:t>
            </a:r>
            <a:endParaRPr lang="en-US" sz="1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70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8BB7-169B-30F5-EC55-614F81D7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8051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BC44-3363-27E3-34A9-B83D852A73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4000" y="1531620"/>
            <a:ext cx="5588000" cy="4572000"/>
          </a:xfrm>
        </p:spPr>
        <p:txBody>
          <a:bodyPr>
            <a:noAutofit/>
          </a:bodyPr>
          <a:lstStyle/>
          <a:p>
            <a:pPr algn="l"/>
            <a:r>
              <a:rPr lang="en-US" sz="2400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The 8051 microcontroller's memory is divided into Program Memory and Data Memory.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Program Memory (ROM)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is used for permanent saving program being executed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Data Memory (RAM)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is used for temporarily storing and keeping intermediate results and variables.</a:t>
            </a:r>
          </a:p>
          <a:p>
            <a:pPr marL="0" indent="0" algn="l"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2" descr="8051 Architecture">
            <a:extLst>
              <a:ext uri="{FF2B5EF4-FFF2-40B4-BE49-F238E27FC236}">
                <a16:creationId xmlns:a16="http://schemas.microsoft.com/office/drawing/2014/main" id="{D3A3ED1C-D4C6-5C82-1E9C-8A775BF17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995" y="1856580"/>
            <a:ext cx="6255068" cy="369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53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8BB7-169B-30F5-EC55-614F81D7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8051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BC44-3363-27E3-34A9-B83D852A73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8995" y="1143000"/>
            <a:ext cx="5588000" cy="4932680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External Code Memory:  </a:t>
            </a:r>
            <a:r>
              <a:rPr lang="en-US" sz="2000" dirty="0"/>
              <a:t>The executable program code is stored in this code memory. The code memory size is limited to 64KB (in a standard 8051). </a:t>
            </a:r>
          </a:p>
          <a:p>
            <a:pPr algn="l"/>
            <a:r>
              <a:rPr lang="en-US" sz="2000" dirty="0"/>
              <a:t>The code memory is read-only in normal operation and is programmed under special conditions </a:t>
            </a:r>
          </a:p>
          <a:p>
            <a:pPr algn="l"/>
            <a:r>
              <a:rPr lang="en-US" sz="2000" b="1" dirty="0"/>
              <a:t>External RAM Data Memory: </a:t>
            </a:r>
            <a:r>
              <a:rPr lang="en-US" sz="2000" dirty="0"/>
              <a:t>This is read-write memory and is available for storage of data. Up to 64KB of external RAM data memory is supported (in a standard 8051).</a:t>
            </a:r>
          </a:p>
          <a:p>
            <a:pPr algn="l"/>
            <a:r>
              <a:rPr lang="en-US" sz="2000" b="1" dirty="0"/>
              <a:t>Internal Memory: </a:t>
            </a:r>
          </a:p>
          <a:p>
            <a:pPr algn="just"/>
            <a:r>
              <a:rPr lang="en-US" sz="2000" dirty="0"/>
              <a:t>The 8051’s on-chip memory consists of 256  bytes of internal memory </a:t>
            </a:r>
          </a:p>
          <a:p>
            <a:pPr algn="l"/>
            <a:endParaRPr lang="en-US" sz="2000" dirty="0"/>
          </a:p>
        </p:txBody>
      </p:sp>
      <p:pic>
        <p:nvPicPr>
          <p:cNvPr id="4" name="Picture 2" descr="8051 Architecture">
            <a:extLst>
              <a:ext uri="{FF2B5EF4-FFF2-40B4-BE49-F238E27FC236}">
                <a16:creationId xmlns:a16="http://schemas.microsoft.com/office/drawing/2014/main" id="{D3A3ED1C-D4C6-5C82-1E9C-8A775BF17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995" y="1856580"/>
            <a:ext cx="6255068" cy="369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25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5AEB-DDFA-2D1C-6112-3A6A02F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Mem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1AD9C-2646-0832-A380-A66073015E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" y="1511300"/>
            <a:ext cx="4582160" cy="4572000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Up to 256 bytes of internal data memory are available</a:t>
            </a:r>
          </a:p>
          <a:p>
            <a:r>
              <a:rPr lang="en-US" sz="2800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</a:rPr>
              <a:t>The internal data memory of 8051 is divided into two groups: Internal RAM and SFR.</a:t>
            </a:r>
          </a:p>
          <a:p>
            <a:endParaRPr lang="en-US" sz="2800" b="0" i="0" dirty="0">
              <a:solidFill>
                <a:srgbClr val="111111"/>
              </a:solidFill>
              <a:effectLst/>
              <a:latin typeface="Verdana" panose="020B0604030504040204" pitchFamily="34" charset="0"/>
            </a:endParaRP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F182B-FDAE-722C-7E55-49EDC6FCAC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54441" y="82900"/>
            <a:ext cx="6771799" cy="6682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7433F4-A045-D46F-6592-098080C4753D}"/>
              </a:ext>
            </a:extLst>
          </p:cNvPr>
          <p:cNvSpPr/>
          <p:nvPr/>
        </p:nvSpPr>
        <p:spPr>
          <a:xfrm>
            <a:off x="9479280" y="1828800"/>
            <a:ext cx="1991360" cy="290576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7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5AEB-DDFA-2D1C-6112-3A6A02F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Mem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1AD9C-2646-0832-A380-A66073015E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8960" y="1511300"/>
            <a:ext cx="4378960" cy="4572000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>
                <a:solidFill>
                  <a:srgbClr val="111111"/>
                </a:solidFill>
                <a:latin typeface="Verdana" panose="020B0604030504040204" pitchFamily="34" charset="0"/>
              </a:rPr>
              <a:t>Register Banks</a:t>
            </a:r>
          </a:p>
          <a:p>
            <a:r>
              <a:rPr lang="en-US" sz="2400" dirty="0">
                <a:solidFill>
                  <a:srgbClr val="111111"/>
                </a:solidFill>
                <a:latin typeface="Verdana" panose="020B0604030504040204" pitchFamily="34" charset="0"/>
              </a:rPr>
              <a:t>8051 has 32 General Purpose Registers divided into 4 banks</a:t>
            </a:r>
          </a:p>
          <a:p>
            <a:r>
              <a:rPr lang="en-US" sz="2400" dirty="0">
                <a:solidFill>
                  <a:srgbClr val="111111"/>
                </a:solidFill>
                <a:latin typeface="Verdana" panose="020B0604030504040204" pitchFamily="34" charset="0"/>
              </a:rPr>
              <a:t>but only one register bank can be used at any point in time</a:t>
            </a:r>
          </a:p>
          <a:p>
            <a:r>
              <a:rPr lang="en-US" sz="2400" dirty="0">
                <a:solidFill>
                  <a:srgbClr val="111111"/>
                </a:solidFill>
                <a:latin typeface="Verdana" panose="020B0604030504040204" pitchFamily="34" charset="0"/>
              </a:rPr>
              <a:t>Bank 0 is used by default </a:t>
            </a:r>
          </a:p>
          <a:p>
            <a:r>
              <a:rPr lang="en-US" sz="2400" dirty="0">
                <a:solidFill>
                  <a:srgbClr val="111111"/>
                </a:solidFill>
                <a:latin typeface="Verdana" panose="020B0604030504040204" pitchFamily="34" charset="0"/>
              </a:rPr>
              <a:t>The address range 00H to 07H is used to access Eight registers R0 toR7 (Bank 0)</a:t>
            </a:r>
          </a:p>
          <a:p>
            <a:r>
              <a:rPr lang="en-US" sz="2400" dirty="0">
                <a:solidFill>
                  <a:srgbClr val="111111"/>
                </a:solidFill>
                <a:latin typeface="Verdana" panose="020B0604030504040204" pitchFamily="34" charset="0"/>
              </a:rPr>
              <a:t>MCU can switch to a different register bank for a task or interrupt rather than saving all 8 registers on the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F182B-FDAE-722C-7E55-49EDC6FCAC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54441" y="82900"/>
            <a:ext cx="6771799" cy="6682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7433F4-A045-D46F-6592-098080C4753D}"/>
              </a:ext>
            </a:extLst>
          </p:cNvPr>
          <p:cNvSpPr/>
          <p:nvPr/>
        </p:nvSpPr>
        <p:spPr>
          <a:xfrm>
            <a:off x="5831840" y="4612640"/>
            <a:ext cx="1991360" cy="147066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7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5AEB-DDFA-2D1C-6112-3A6A02F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Mem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1AD9C-2646-0832-A380-A66073015E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8960" y="1511300"/>
            <a:ext cx="4378960" cy="4572000"/>
          </a:xfrm>
        </p:spPr>
        <p:txBody>
          <a:bodyPr>
            <a:normAutofit fontScale="62500" lnSpcReduction="20000"/>
          </a:bodyPr>
          <a:lstStyle/>
          <a:p>
            <a:r>
              <a:rPr lang="en-US" sz="3200" b="1" dirty="0">
                <a:solidFill>
                  <a:srgbClr val="111111"/>
                </a:solidFill>
                <a:latin typeface="Verdana" panose="020B0604030504040204" pitchFamily="34" charset="0"/>
              </a:rPr>
              <a:t>Bit Addressable RAM: 20h to 2Fh</a:t>
            </a:r>
          </a:p>
          <a:p>
            <a:r>
              <a:rPr lang="en-US" sz="3200" dirty="0">
                <a:solidFill>
                  <a:srgbClr val="111111"/>
                </a:solidFill>
                <a:latin typeface="Verdana" panose="020B0604030504040204" pitchFamily="34" charset="0"/>
              </a:rPr>
              <a:t>The 8051 supports a special feature which allows access to bit variables. </a:t>
            </a:r>
            <a:endParaRPr lang="en-US" dirty="0">
              <a:solidFill>
                <a:srgbClr val="111111"/>
              </a:solidFill>
              <a:latin typeface="Verdana" panose="020B0604030504040204" pitchFamily="34" charset="0"/>
            </a:endParaRPr>
          </a:p>
          <a:p>
            <a:r>
              <a:rPr lang="en-US" sz="3200" dirty="0">
                <a:solidFill>
                  <a:srgbClr val="111111"/>
                </a:solidFill>
                <a:latin typeface="Verdana" panose="020B0604030504040204" pitchFamily="34" charset="0"/>
              </a:rPr>
              <a:t>This is where individual memory bits in Internal RAM can be set or cleared. </a:t>
            </a:r>
            <a:endParaRPr lang="en-US" dirty="0">
              <a:solidFill>
                <a:srgbClr val="111111"/>
              </a:solidFill>
              <a:latin typeface="Verdana" panose="020B0604030504040204" pitchFamily="34" charset="0"/>
            </a:endParaRPr>
          </a:p>
          <a:p>
            <a:r>
              <a:rPr lang="en-US" sz="3200" dirty="0">
                <a:solidFill>
                  <a:srgbClr val="111111"/>
                </a:solidFill>
                <a:latin typeface="Verdana" panose="020B0604030504040204" pitchFamily="34" charset="0"/>
              </a:rPr>
              <a:t>In all there are 128 bits numbered 00h to 7Fh.</a:t>
            </a:r>
          </a:p>
          <a:p>
            <a:r>
              <a:rPr lang="en-US" dirty="0">
                <a:solidFill>
                  <a:srgbClr val="111111"/>
                </a:solidFill>
                <a:latin typeface="Verdana" panose="020B0604030504040204" pitchFamily="34" charset="0"/>
              </a:rPr>
              <a:t>Example: </a:t>
            </a:r>
          </a:p>
          <a:p>
            <a:r>
              <a:rPr lang="en-US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SETB 25h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 sets the bit 25h</a:t>
            </a:r>
          </a:p>
          <a:p>
            <a:r>
              <a:rPr lang="en-US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CLR 25h ;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clears bit 25h</a:t>
            </a:r>
            <a:endParaRPr lang="en-US" sz="3200" dirty="0">
              <a:solidFill>
                <a:srgbClr val="111111"/>
              </a:solidFill>
              <a:latin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F182B-FDAE-722C-7E55-49EDC6FCAC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54441" y="82900"/>
            <a:ext cx="6771799" cy="6682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7433F4-A045-D46F-6592-098080C4753D}"/>
              </a:ext>
            </a:extLst>
          </p:cNvPr>
          <p:cNvSpPr/>
          <p:nvPr/>
        </p:nvSpPr>
        <p:spPr>
          <a:xfrm>
            <a:off x="5740400" y="1808480"/>
            <a:ext cx="1991360" cy="28956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8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5AEB-DDFA-2D1C-6112-3A6A02F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Mem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1AD9C-2646-0832-A380-A66073015E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8960" y="1511300"/>
            <a:ext cx="4378960" cy="4572000"/>
          </a:xfrm>
        </p:spPr>
        <p:txBody>
          <a:bodyPr>
            <a:normAutofit fontScale="85000" lnSpcReduction="20000"/>
          </a:bodyPr>
          <a:lstStyle/>
          <a:p>
            <a:r>
              <a:rPr lang="en-US" sz="3200" b="1" dirty="0">
                <a:solidFill>
                  <a:srgbClr val="111111"/>
                </a:solidFill>
                <a:latin typeface="Verdana" panose="020B0604030504040204" pitchFamily="34" charset="0"/>
              </a:rPr>
              <a:t>Stack Area</a:t>
            </a:r>
          </a:p>
          <a:p>
            <a:r>
              <a:rPr lang="en-US" sz="3200" dirty="0">
                <a:solidFill>
                  <a:srgbClr val="111111"/>
                </a:solidFill>
                <a:latin typeface="Verdana" panose="020B0604030504040204" pitchFamily="34" charset="0"/>
              </a:rPr>
              <a:t>The remaining segment is for stack </a:t>
            </a:r>
          </a:p>
          <a:p>
            <a:r>
              <a:rPr lang="en-US" sz="3200" dirty="0">
                <a:solidFill>
                  <a:srgbClr val="111111"/>
                </a:solidFill>
                <a:latin typeface="Verdana" panose="020B0604030504040204" pitchFamily="34" charset="0"/>
              </a:rPr>
              <a:t>When all register banks are being used, the stack location will be in range 30H to 7FH.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general purpose RAM can be accessed using direct or indirect addressing modes. </a:t>
            </a:r>
            <a:endParaRPr lang="en-US" sz="3200" dirty="0">
              <a:solidFill>
                <a:srgbClr val="111111"/>
              </a:solidFill>
              <a:latin typeface="Verdana" panose="020B0604030504040204" pitchFamily="34" charset="0"/>
            </a:endParaRPr>
          </a:p>
          <a:p>
            <a:endParaRPr lang="en-US" sz="3200" dirty="0">
              <a:solidFill>
                <a:srgbClr val="111111"/>
              </a:solidFill>
              <a:latin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F182B-FDAE-722C-7E55-49EDC6FCAC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54441" y="82900"/>
            <a:ext cx="6771799" cy="66825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7433F4-A045-D46F-6592-098080C4753D}"/>
              </a:ext>
            </a:extLst>
          </p:cNvPr>
          <p:cNvSpPr/>
          <p:nvPr/>
        </p:nvSpPr>
        <p:spPr>
          <a:xfrm>
            <a:off x="5821680" y="642594"/>
            <a:ext cx="1991360" cy="12268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3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C959-937B-C813-E158-43852480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37" y="642594"/>
            <a:ext cx="5215863" cy="446735"/>
          </a:xfrm>
        </p:spPr>
        <p:txBody>
          <a:bodyPr/>
          <a:lstStyle/>
          <a:p>
            <a:r>
              <a:rPr lang="en-US" dirty="0"/>
              <a:t>Special Function Registers (SFR)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6684-F539-024A-4A57-CFF1812238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412" y="1511300"/>
            <a:ext cx="5215863" cy="3924300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There are 21 SFRs in standard 8051. </a:t>
            </a:r>
          </a:p>
          <a:p>
            <a:r>
              <a:rPr lang="en-US" sz="2600" dirty="0"/>
              <a:t>Allows configuring and controlling peripherals.</a:t>
            </a:r>
          </a:p>
          <a:p>
            <a:r>
              <a:rPr lang="en-US" sz="2600" dirty="0"/>
              <a:t>SFRs are grouped in three categories: </a:t>
            </a:r>
          </a:p>
          <a:p>
            <a:pPr lvl="1"/>
            <a:r>
              <a:rPr lang="en-US" dirty="0"/>
              <a:t>I/O Ports SFR (PORT0, PORT1, PORT2, PORT3)</a:t>
            </a:r>
          </a:p>
          <a:p>
            <a:pPr lvl="1"/>
            <a:r>
              <a:rPr lang="en-US" dirty="0"/>
              <a:t>Control SFR: (TCON, TMOD, PCON, SCON, IE, IP, PSW )</a:t>
            </a:r>
          </a:p>
          <a:p>
            <a:pPr lvl="1"/>
            <a:r>
              <a:rPr lang="en-US" dirty="0"/>
              <a:t>Auxiliary SFR (SP, DPL, DPH, TL0, TL1, TH0, TH1, SBUFF, ACC, B)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D68799-4FE6-DF67-5C3A-52C0BEA80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252" y="0"/>
            <a:ext cx="6317336" cy="6916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39E25E-67B3-DCB0-05A2-C38793DF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93" y="5343525"/>
            <a:ext cx="47053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6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Intro to 8051 MCU ISA:</a:t>
            </a:r>
            <a:endParaRPr lang="en-US" dirty="0">
              <a:latin typeface="Lucida San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FC962A-28BE-1143-C810-DBEFA47EE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240530"/>
              </p:ext>
            </p:extLst>
          </p:nvPr>
        </p:nvGraphicFramePr>
        <p:xfrm>
          <a:off x="0" y="970935"/>
          <a:ext cx="12191992" cy="5421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089">
                  <a:extLst>
                    <a:ext uri="{9D8B030D-6E8A-4147-A177-3AD203B41FA5}">
                      <a16:colId xmlns:a16="http://schemas.microsoft.com/office/drawing/2014/main" val="1137205693"/>
                    </a:ext>
                  </a:extLst>
                </a:gridCol>
                <a:gridCol w="4285013">
                  <a:extLst>
                    <a:ext uri="{9D8B030D-6E8A-4147-A177-3AD203B41FA5}">
                      <a16:colId xmlns:a16="http://schemas.microsoft.com/office/drawing/2014/main" val="3941941740"/>
                    </a:ext>
                  </a:extLst>
                </a:gridCol>
                <a:gridCol w="6105890">
                  <a:extLst>
                    <a:ext uri="{9D8B030D-6E8A-4147-A177-3AD203B41FA5}">
                      <a16:colId xmlns:a16="http://schemas.microsoft.com/office/drawing/2014/main" val="171119310"/>
                    </a:ext>
                  </a:extLst>
                </a:gridCol>
              </a:tblGrid>
              <a:tr h="41787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OPCODE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USAGES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Details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006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MOV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Data Memory ⇔ Registers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MOV destination, source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sz="1800" dirty="0">
                          <a:effectLst/>
                          <a:latin typeface="Lucida Sans"/>
                        </a:rPr>
                        <a:t>Any data from internal 256 bytes of RAM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3926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MOVC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Code Memory ⇔ Registers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Used for constants or an array of data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132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MOVX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Registers ⇔ External Memory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Same as MOV, but instead of internal data memory, it is used for external data memory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7650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ADD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ADD op1, op2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ADD A, R1 ⇔ result in A(acc)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ADD R1, R2 ⇔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Lucida Sans"/>
                        </a:rPr>
                        <a:t>ERROR!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One can be immediate, and the other must be some memory locations(register, accumulator(A), data memory). 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8464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SUBB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SUBB A, R1 ⇔ A - R1 result in A(acc)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SUBB R1, R2 ⇔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Lucida Sans"/>
                        </a:rPr>
                        <a:t>ERROR!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Subtract with borrow.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If A &gt; R1 = no issues!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If A &lt; R1 = Borrow stores automatically!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9624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DIV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DIV A, B ⇔ CORRECT!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DIV A, R1 ⇔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Lucida Sans"/>
                        </a:rPr>
                        <a:t>ERROR!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A &amp; B register can only be used! Result stored in A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82230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MUL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MUL A, B ⇔ CORRECT!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MUL A, R1 ⇔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Lucida Sans"/>
                        </a:rPr>
                        <a:t>ERROR!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A &amp; B register can only be used!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24607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08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Intro to 8051 MCU ISA:</a:t>
            </a:r>
            <a:endParaRPr lang="en-US" dirty="0">
              <a:latin typeface="Lucida San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FC962A-28BE-1143-C810-DBEFA47EE844}"/>
              </a:ext>
            </a:extLst>
          </p:cNvPr>
          <p:cNvGraphicFramePr>
            <a:graphicFrameLocks noGrp="1"/>
          </p:cNvGraphicFramePr>
          <p:nvPr/>
        </p:nvGraphicFramePr>
        <p:xfrm>
          <a:off x="19818" y="701163"/>
          <a:ext cx="12130529" cy="417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017">
                  <a:extLst>
                    <a:ext uri="{9D8B030D-6E8A-4147-A177-3AD203B41FA5}">
                      <a16:colId xmlns:a16="http://schemas.microsoft.com/office/drawing/2014/main" val="1137205693"/>
                    </a:ext>
                  </a:extLst>
                </a:gridCol>
                <a:gridCol w="3859718">
                  <a:extLst>
                    <a:ext uri="{9D8B030D-6E8A-4147-A177-3AD203B41FA5}">
                      <a16:colId xmlns:a16="http://schemas.microsoft.com/office/drawing/2014/main" val="3941941740"/>
                    </a:ext>
                  </a:extLst>
                </a:gridCol>
                <a:gridCol w="5582794">
                  <a:extLst>
                    <a:ext uri="{9D8B030D-6E8A-4147-A177-3AD203B41FA5}">
                      <a16:colId xmlns:a16="http://schemas.microsoft.com/office/drawing/2014/main" val="171119310"/>
                    </a:ext>
                  </a:extLst>
                </a:gridCol>
              </a:tblGrid>
              <a:tr h="41787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OPCODE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USAGES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Lucida Sans"/>
                        </a:rPr>
                        <a:t>Details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00604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67D381-96B2-45C6-7C63-D59121853DC1}"/>
              </a:ext>
            </a:extLst>
          </p:cNvPr>
          <p:cNvGraphicFramePr>
            <a:graphicFrameLocks noGrp="1"/>
          </p:cNvGraphicFramePr>
          <p:nvPr/>
        </p:nvGraphicFramePr>
        <p:xfrm>
          <a:off x="19818" y="1121851"/>
          <a:ext cx="1214283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316">
                  <a:extLst>
                    <a:ext uri="{9D8B030D-6E8A-4147-A177-3AD203B41FA5}">
                      <a16:colId xmlns:a16="http://schemas.microsoft.com/office/drawing/2014/main" val="4099208710"/>
                    </a:ext>
                  </a:extLst>
                </a:gridCol>
                <a:gridCol w="3873485">
                  <a:extLst>
                    <a:ext uri="{9D8B030D-6E8A-4147-A177-3AD203B41FA5}">
                      <a16:colId xmlns:a16="http://schemas.microsoft.com/office/drawing/2014/main" val="3761370662"/>
                    </a:ext>
                  </a:extLst>
                </a:gridCol>
                <a:gridCol w="5618029">
                  <a:extLst>
                    <a:ext uri="{9D8B030D-6E8A-4147-A177-3AD203B41FA5}">
                      <a16:colId xmlns:a16="http://schemas.microsoft.com/office/drawing/2014/main" val="2505850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CJNE</a:t>
                      </a:r>
                    </a:p>
                  </a:txBody>
                  <a:tcPr marL="63500" marR="63500" marT="63500" marB="6350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CJNE OP1, OP2, LOC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OP1 != OP2, LOC⇔ JUMP LOC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OP1 == OP2 ⇔ NOT JUMP</a:t>
                      </a:r>
                    </a:p>
                  </a:txBody>
                  <a:tcPr marL="63500" marR="63500" marT="63500" marB="6350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Compare Jump if Not Equal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OP1 = A, R0-R7, @R0 - @R7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OP2 = immediate(direct value followed by #)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LOC = Label, 1000H, 5000H etc..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SUBB makes a comparison between OP1 &amp; OP2.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If OP1 &lt; OP2 ? C =1 : C = 0</a:t>
                      </a:r>
                    </a:p>
                  </a:txBody>
                  <a:tcPr marL="63500" marR="63500" marT="63500" marB="6350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19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DJNZ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DJNZ OP1, LOC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OP1 != 0 ⇔ JUMP LOC and OP1--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OP1 == 0 ⇔ NOT JUMP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Decrement &amp; JUMP on Non-Zero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For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= 10;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&lt;= 0;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- -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OP1 = A, R0-R7, @R0 - @R7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LOC = Label, 1000H, 5000H etc..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2153848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7DA75E-FA69-08A7-1B14-7630DF2D6D61}"/>
              </a:ext>
            </a:extLst>
          </p:cNvPr>
          <p:cNvGraphicFramePr>
            <a:graphicFrameLocks noGrp="1"/>
          </p:cNvGraphicFramePr>
          <p:nvPr/>
        </p:nvGraphicFramePr>
        <p:xfrm>
          <a:off x="2394" y="3843833"/>
          <a:ext cx="12182097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428">
                  <a:extLst>
                    <a:ext uri="{9D8B030D-6E8A-4147-A177-3AD203B41FA5}">
                      <a16:colId xmlns:a16="http://schemas.microsoft.com/office/drawing/2014/main" val="3648896074"/>
                    </a:ext>
                  </a:extLst>
                </a:gridCol>
                <a:gridCol w="3859161">
                  <a:extLst>
                    <a:ext uri="{9D8B030D-6E8A-4147-A177-3AD203B41FA5}">
                      <a16:colId xmlns:a16="http://schemas.microsoft.com/office/drawing/2014/main" val="4246930866"/>
                    </a:ext>
                  </a:extLst>
                </a:gridCol>
                <a:gridCol w="5601508">
                  <a:extLst>
                    <a:ext uri="{9D8B030D-6E8A-4147-A177-3AD203B41FA5}">
                      <a16:colId xmlns:a16="http://schemas.microsoft.com/office/drawing/2014/main" val="1604700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JZ</a:t>
                      </a:r>
                    </a:p>
                  </a:txBody>
                  <a:tcPr marL="63500" marR="63500" marT="63500" marB="6350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JZ, LOC (relative address)</a:t>
                      </a:r>
                    </a:p>
                  </a:txBody>
                  <a:tcPr marL="63500" marR="63500" marT="63500" marB="6350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Lucida Sans"/>
                        </a:rPr>
                        <a:t>A is 0? JUMP to LOC : NOT JUMP</a:t>
                      </a:r>
                    </a:p>
                  </a:txBody>
                  <a:tcPr marL="63500" marR="63500" marT="63500" marB="6350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422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JNZ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JNZ, LOC (relative address)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A is not 0? JUMP to LOC : NOT JUMP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1502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JC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JC, LOC (relative address)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If carry bit(C) is SET? JUMP to LOC : NOT JUMP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C is located at PSW (Program Status Word) register.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81839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JNC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JNC, LOC (relative address)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If carry bit is not SET ? JUMP to LOC : NOT JUMP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53626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AJMP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AJMP, LOC (relative address)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Absolute Jump, Unconditional, No range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26096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LJMP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LJMP, LOC (relative address)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Long Jump, Unconditional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858790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SJMP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SJMP, LOC (relative address)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Short Jump, Unconditional, -127 to 127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51058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245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9169C1-97DD-560B-DF8C-EA24BF31D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959748"/>
              </p:ext>
            </p:extLst>
          </p:nvPr>
        </p:nvGraphicFramePr>
        <p:xfrm>
          <a:off x="3" y="779890"/>
          <a:ext cx="12191997" cy="567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484">
                  <a:extLst>
                    <a:ext uri="{9D8B030D-6E8A-4147-A177-3AD203B41FA5}">
                      <a16:colId xmlns:a16="http://schemas.microsoft.com/office/drawing/2014/main" val="1648750274"/>
                    </a:ext>
                  </a:extLst>
                </a:gridCol>
                <a:gridCol w="8234513">
                  <a:extLst>
                    <a:ext uri="{9D8B030D-6E8A-4147-A177-3AD203B41FA5}">
                      <a16:colId xmlns:a16="http://schemas.microsoft.com/office/drawing/2014/main" val="26775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OPCODE Destination, Source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Source = {Data, Reg,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Mmory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Location}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1747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Lucida Sans"/>
                        </a:rPr>
                        <a:t>Immediate Addressing Mode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A, #5h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# is followed by hex data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Des not require any reference to the </a:t>
                      </a:r>
                      <a:r>
                        <a:rPr lang="en-US" sz="1600">
                          <a:effectLst/>
                          <a:latin typeface="Lucida Sans"/>
                        </a:rPr>
                        <a:t>memory.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Lucida Sans"/>
                        </a:rPr>
                        <a:t>MOV 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destination, source</a:t>
                      </a:r>
                    </a:p>
                    <a:p>
                      <a:pPr lv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Note: ⇒ MOV A, #Fh ⇔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Lucida Sans"/>
                        </a:rPr>
                        <a:t>ERROR!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, ⇒ MOV A, #0Fh ⇔ CORRECT!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45586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Lucida Sans"/>
                        </a:rPr>
                        <a:t>Register Addressing Mode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A, R1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R2, R1 ⇔ ERROR!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Here,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Source = Register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8051 is an ACCUMULATOR-based architecture. 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2742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Lucida Sans"/>
                        </a:rPr>
                        <a:t>Direct or Absolute Addressing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What if the # is missing?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A, 5h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Here, Source = Memory Location</a:t>
                      </a:r>
                      <a:endParaRPr lang="en-US" dirty="0"/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This is identified as the address. It will go to the address for 5h and pick up the data from the address.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Direct addressing always requires a reference to the memory.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5763043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Lucida Sans"/>
                        </a:rPr>
                        <a:t>Indirect Addressing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R0, #20h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A, @R0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INC R0 # Now R0 = #21h</a:t>
                      </a: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Here,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Source = Array of data in memory, starting with “@”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R0 and R1 registers are only involved in indirect addressing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  “@R0” has the address where the data is located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019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Lucida Sans"/>
                        </a:rPr>
                        <a:t>Index Addressing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mov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dptr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, LOC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clr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movc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a, @a+dptr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⇒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inc</a:t>
                      </a:r>
                      <a:r>
                        <a:rPr lang="en-US" sz="1600" dirty="0">
                          <a:effectLst/>
                          <a:latin typeface="Lucida Sans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Lucida Sans"/>
                        </a:rPr>
                        <a:t>dptr</a:t>
                      </a:r>
                      <a:endParaRPr lang="en-US" sz="1600" dirty="0">
                        <a:effectLst/>
                        <a:latin typeface="Lucida Sans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Here,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Source = 16-bit address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DPTR ⇔ Data fetched from code memory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Lucida Sans"/>
                        </a:rPr>
                        <a:t>DPTR ⇔ Data fetched from external RAM or data memory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47930708"/>
                  </a:ext>
                </a:extLst>
              </a:tr>
            </a:tbl>
          </a:graphicData>
        </a:graphic>
      </p:graphicFrame>
      <p:sp>
        <p:nvSpPr>
          <p:cNvPr id="8" name="Google Shape;67;p14">
            <a:extLst>
              <a:ext uri="{FF2B5EF4-FFF2-40B4-BE49-F238E27FC236}">
                <a16:creationId xmlns:a16="http://schemas.microsoft.com/office/drawing/2014/main" id="{7D971EAC-5394-D20A-D421-41EFD73D5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8051 MCU addressing mode:</a:t>
            </a:r>
            <a:endParaRPr lang="en-US" dirty="0"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246443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REVERSE ENGINEERING USING KEIL:</a:t>
            </a:r>
            <a:endParaRPr lang="en" b="0" dirty="0">
              <a:latin typeface="Lucida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2EC8F-8F6B-6911-2F3C-B5B488749B63}"/>
              </a:ext>
            </a:extLst>
          </p:cNvPr>
          <p:cNvSpPr txBox="1"/>
          <p:nvPr/>
        </p:nvSpPr>
        <p:spPr>
          <a:xfrm>
            <a:off x="6907160" y="5223387"/>
            <a:ext cx="513981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Repeat step 1,2,3,4, and 5 to create a new project for reverse engineering.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F8C9E-6F7D-B5E9-E7C7-C87A61C19D94}"/>
              </a:ext>
            </a:extLst>
          </p:cNvPr>
          <p:cNvSpPr txBox="1"/>
          <p:nvPr/>
        </p:nvSpPr>
        <p:spPr>
          <a:xfrm>
            <a:off x="147482" y="3515031"/>
            <a:ext cx="667610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In the "Objects" folder inside the project directory we should see all the available output files. File "</a:t>
            </a:r>
            <a:r>
              <a:rPr lang="en-US" dirty="0" err="1">
                <a:latin typeface="Lucida Sans"/>
                <a:cs typeface="Arial"/>
              </a:rPr>
              <a:t>my_first_proj</a:t>
            </a:r>
            <a:r>
              <a:rPr lang="en-US" dirty="0">
                <a:latin typeface="Lucida Sans"/>
                <a:cs typeface="Arial"/>
              </a:rPr>
              <a:t>" is the compiled binary file and ready to load into the memory of AT89C51. Now we will observe how to load this binary file in Keil and extract information using disassembler.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F93BBD0-A343-DA9F-7DDB-2AAE72AB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79240"/>
            <a:ext cx="6663812" cy="2352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6E18561-0F7F-C5F6-CEBF-42ED477EE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077" y="1077954"/>
            <a:ext cx="5127522" cy="40384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Heptagon 8">
            <a:extLst>
              <a:ext uri="{FF2B5EF4-FFF2-40B4-BE49-F238E27FC236}">
                <a16:creationId xmlns:a16="http://schemas.microsoft.com/office/drawing/2014/main" id="{A3D2E8C5-224A-46BE-0871-6220925294BD}"/>
              </a:ext>
            </a:extLst>
          </p:cNvPr>
          <p:cNvSpPr/>
          <p:nvPr/>
        </p:nvSpPr>
        <p:spPr>
          <a:xfrm>
            <a:off x="61451" y="3146324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1</a:t>
            </a:r>
            <a:endParaRPr lang="en-US" dirty="0"/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BA855A69-E9FD-86A3-3E30-1779D5660545}"/>
              </a:ext>
            </a:extLst>
          </p:cNvPr>
          <p:cNvSpPr/>
          <p:nvPr/>
        </p:nvSpPr>
        <p:spPr>
          <a:xfrm>
            <a:off x="6821129" y="4817808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80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REVERSE ENGINEERING USING KEIL:</a:t>
            </a:r>
            <a:endParaRPr lang="en" b="0" dirty="0">
              <a:latin typeface="Lucida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2EC8F-8F6B-6911-2F3C-B5B488749B63}"/>
              </a:ext>
            </a:extLst>
          </p:cNvPr>
          <p:cNvSpPr txBox="1"/>
          <p:nvPr/>
        </p:nvSpPr>
        <p:spPr>
          <a:xfrm>
            <a:off x="7546257" y="3379838"/>
            <a:ext cx="46113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Use "load" command to read the binary file from previous "*project*/Objects" directory. If the tool load the file successfully, it will give no error.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F8C9E-6F7D-B5E9-E7C7-C87A61C19D94}"/>
              </a:ext>
            </a:extLst>
          </p:cNvPr>
          <p:cNvSpPr txBox="1"/>
          <p:nvPr/>
        </p:nvSpPr>
        <p:spPr>
          <a:xfrm>
            <a:off x="147482" y="5039031"/>
            <a:ext cx="731519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Repeat step 18 and 19 to enter the debugging mode. Ignore the error.</a:t>
            </a:r>
          </a:p>
        </p:txBody>
      </p:sp>
      <p:pic>
        <p:nvPicPr>
          <p:cNvPr id="2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AB2233C2-8D94-0F9F-1B12-CBDD34BF4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39965"/>
            <a:ext cx="7302909" cy="39300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0C7E95-42B7-9D7C-FAEB-2EDD23D0E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174" y="1037750"/>
            <a:ext cx="4599038" cy="22506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Heptagon 8">
            <a:extLst>
              <a:ext uri="{FF2B5EF4-FFF2-40B4-BE49-F238E27FC236}">
                <a16:creationId xmlns:a16="http://schemas.microsoft.com/office/drawing/2014/main" id="{4D51C033-51C8-9EAA-7709-A7727E7F9C44}"/>
              </a:ext>
            </a:extLst>
          </p:cNvPr>
          <p:cNvSpPr/>
          <p:nvPr/>
        </p:nvSpPr>
        <p:spPr>
          <a:xfrm>
            <a:off x="36871" y="4658034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3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10363EBF-41AF-ED3C-1B87-9658FBDD1A90}"/>
              </a:ext>
            </a:extLst>
          </p:cNvPr>
          <p:cNvSpPr/>
          <p:nvPr/>
        </p:nvSpPr>
        <p:spPr>
          <a:xfrm>
            <a:off x="11675806" y="3072582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23689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REVERSE ENGINEERING USING KEIL:</a:t>
            </a:r>
            <a:endParaRPr lang="en" b="0" dirty="0">
              <a:latin typeface="Lucida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2EC8F-8F6B-6911-2F3C-B5B488749B63}"/>
              </a:ext>
            </a:extLst>
          </p:cNvPr>
          <p:cNvSpPr txBox="1"/>
          <p:nvPr/>
        </p:nvSpPr>
        <p:spPr>
          <a:xfrm>
            <a:off x="5272547" y="3699386"/>
            <a:ext cx="51029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Using "U &lt;starting memory location&gt;" we can disassemble the binary file.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F8C9E-6F7D-B5E9-E7C7-C87A61C19D94}"/>
              </a:ext>
            </a:extLst>
          </p:cNvPr>
          <p:cNvSpPr txBox="1"/>
          <p:nvPr/>
        </p:nvSpPr>
        <p:spPr>
          <a:xfrm>
            <a:off x="147482" y="3699386"/>
            <a:ext cx="506607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In the external memory we should observe the hex machine code. Now we will disassemble it.</a:t>
            </a:r>
          </a:p>
        </p:txBody>
      </p:sp>
      <p:pic>
        <p:nvPicPr>
          <p:cNvPr id="4" name="Picture 5" descr="Table&#10;&#10;Description automatically generated">
            <a:extLst>
              <a:ext uri="{FF2B5EF4-FFF2-40B4-BE49-F238E27FC236}">
                <a16:creationId xmlns:a16="http://schemas.microsoft.com/office/drawing/2014/main" id="{CCDF0254-4121-6D15-3CFD-8F078E4F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23140"/>
            <a:ext cx="5053781" cy="25223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7" descr="Graphical user interface, text, email&#10;&#10;Description automatically generated">
            <a:extLst>
              <a:ext uri="{FF2B5EF4-FFF2-40B4-BE49-F238E27FC236}">
                <a16:creationId xmlns:a16="http://schemas.microsoft.com/office/drawing/2014/main" id="{A1D4B064-7680-B11C-CA73-D7F87FCF1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465" y="1124923"/>
            <a:ext cx="5090651" cy="25433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Heptagon 8">
            <a:extLst>
              <a:ext uri="{FF2B5EF4-FFF2-40B4-BE49-F238E27FC236}">
                <a16:creationId xmlns:a16="http://schemas.microsoft.com/office/drawing/2014/main" id="{F5FA6A71-AE8F-8DA3-E128-3290CDD3329C}"/>
              </a:ext>
            </a:extLst>
          </p:cNvPr>
          <p:cNvSpPr/>
          <p:nvPr/>
        </p:nvSpPr>
        <p:spPr>
          <a:xfrm>
            <a:off x="-98323" y="3330679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5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FEAC392F-D4E4-8C8C-A5E3-0F2F70932C51}"/>
              </a:ext>
            </a:extLst>
          </p:cNvPr>
          <p:cNvSpPr/>
          <p:nvPr/>
        </p:nvSpPr>
        <p:spPr>
          <a:xfrm>
            <a:off x="10139516" y="3465873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20599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Reverse Engineering using </a:t>
            </a:r>
            <a:r>
              <a:rPr lang="en" dirty="0" err="1">
                <a:latin typeface="Lucida Sans"/>
              </a:rPr>
              <a:t>keil</a:t>
            </a:r>
            <a:r>
              <a:rPr lang="en" dirty="0">
                <a:latin typeface="Lucida Sans"/>
              </a:rPr>
              <a:t>:</a:t>
            </a:r>
            <a:endParaRPr lang="en" dirty="0">
              <a:latin typeface="Lucida Sans" panose="020B0602030504020204" pitchFamily="34" charset="0"/>
            </a:endParaRPr>
          </a:p>
        </p:txBody>
      </p:sp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6F28266-9B92-6286-7632-B6B9803A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71" y="941023"/>
            <a:ext cx="6418006" cy="32798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D02204-6150-5362-6F0A-9E4D60E7CB2F}"/>
              </a:ext>
            </a:extLst>
          </p:cNvPr>
          <p:cNvSpPr txBox="1"/>
          <p:nvPr/>
        </p:nvSpPr>
        <p:spPr>
          <a:xfrm>
            <a:off x="184353" y="4338483"/>
            <a:ext cx="643029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We should observe the above assembly code in "Disassembly" window. After running the assembly file, in the accumulator register we got "0x78"</a:t>
            </a:r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12B1C205-B666-30F8-A200-5E6E8620C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432" y="939999"/>
            <a:ext cx="5176683" cy="23478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BCE559-70D4-F4DC-7646-9241B39853CD}"/>
              </a:ext>
            </a:extLst>
          </p:cNvPr>
          <p:cNvSpPr txBox="1"/>
          <p:nvPr/>
        </p:nvSpPr>
        <p:spPr>
          <a:xfrm>
            <a:off x="6710513" y="3355256"/>
            <a:ext cx="51889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Lucida Sans"/>
                <a:cs typeface="Arial"/>
              </a:rPr>
              <a:t>Let's save the program state in hex format from external code region.</a:t>
            </a:r>
          </a:p>
        </p:txBody>
      </p:sp>
      <p:sp>
        <p:nvSpPr>
          <p:cNvPr id="12" name="Heptagon 11">
            <a:extLst>
              <a:ext uri="{FF2B5EF4-FFF2-40B4-BE49-F238E27FC236}">
                <a16:creationId xmlns:a16="http://schemas.microsoft.com/office/drawing/2014/main" id="{5DF8F73A-B37C-3AF9-1CA6-710D34534CF4}"/>
              </a:ext>
            </a:extLst>
          </p:cNvPr>
          <p:cNvSpPr/>
          <p:nvPr/>
        </p:nvSpPr>
        <p:spPr>
          <a:xfrm>
            <a:off x="6317226" y="4006647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7</a:t>
            </a: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95F7203A-5DE3-86C5-F995-B7ABBC618A6B}"/>
              </a:ext>
            </a:extLst>
          </p:cNvPr>
          <p:cNvSpPr/>
          <p:nvPr/>
        </p:nvSpPr>
        <p:spPr>
          <a:xfrm>
            <a:off x="11602065" y="3035711"/>
            <a:ext cx="577645" cy="454741"/>
          </a:xfrm>
          <a:prstGeom prst="heptago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  <a:cs typeface="Arial"/>
              </a:rPr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C43BD-D446-CBD5-D343-010674A86521}"/>
              </a:ext>
            </a:extLst>
          </p:cNvPr>
          <p:cNvSpPr txBox="1"/>
          <p:nvPr/>
        </p:nvSpPr>
        <p:spPr>
          <a:xfrm>
            <a:off x="3502737" y="5923932"/>
            <a:ext cx="51889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Lucida Sans"/>
                <a:cs typeface="Arial"/>
              </a:rPr>
              <a:t>Congratulation! You successfully completed the reverse engineering!! </a:t>
            </a:r>
          </a:p>
        </p:txBody>
      </p:sp>
    </p:spTree>
    <p:extLst>
      <p:ext uri="{BB962C8B-B14F-4D97-AF65-F5344CB8AC3E}">
        <p14:creationId xmlns:p14="http://schemas.microsoft.com/office/powerpoint/2010/main" val="2262387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15600" y="119741"/>
            <a:ext cx="11360800" cy="6601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>
                <a:latin typeface="Lucida Sans"/>
              </a:rPr>
              <a:t>Example Homework Question </a:t>
            </a:r>
            <a:endParaRPr lang="en" dirty="0">
              <a:latin typeface="Lucida Sans" panose="020B0602030504020204" pitchFamily="34" charset="0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15600" y="779890"/>
            <a:ext cx="11004240" cy="5407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95300" indent="-342900">
              <a:spcBef>
                <a:spcPts val="640"/>
              </a:spcBef>
            </a:pPr>
            <a:r>
              <a:rPr lang="en-US" sz="2400" dirty="0"/>
              <a:t>The binary is generated from a program that maintains stable room temperatures in the hospital rooms of critical patients. The program collects temperature every 10 minutes from memory where a sensor writes the temperate data</a:t>
            </a:r>
            <a:endParaRPr lang="en" sz="2400" dirty="0"/>
          </a:p>
          <a:p>
            <a:pPr marL="457200" indent="-457200">
              <a:spcAft>
                <a:spcPts val="2133"/>
              </a:spcAft>
            </a:pPr>
            <a:r>
              <a:rPr lang="en-US" sz="2400" dirty="0"/>
              <a:t>Based on the program behavior through the disassembly window of Keil (as shown in the class), find out the following information from the binary:</a:t>
            </a:r>
          </a:p>
          <a:p>
            <a:pPr marL="457200" indent="-457200">
              <a:spcAft>
                <a:spcPts val="2133"/>
              </a:spcAft>
            </a:pPr>
            <a:r>
              <a:rPr lang="en-US" sz="2400" dirty="0">
                <a:solidFill>
                  <a:srgbClr val="C00000"/>
                </a:solidFill>
              </a:rPr>
              <a:t>How many times does the program collect the data from external memory (ROM)?</a:t>
            </a:r>
          </a:p>
          <a:p>
            <a:pPr marL="457200" indent="-457200">
              <a:spcAft>
                <a:spcPts val="2133"/>
              </a:spcAft>
            </a:pPr>
            <a:r>
              <a:rPr lang="en-US" sz="2400" dirty="0">
                <a:solidFill>
                  <a:srgbClr val="C00000"/>
                </a:solidFill>
              </a:rPr>
              <a:t>What temperature values in decimal did you observe in the external memory? Also, report their locations.	 </a:t>
            </a:r>
          </a:p>
          <a:p>
            <a:pPr marL="457200" indent="-457200">
              <a:spcAft>
                <a:spcPts val="2133"/>
              </a:spcAft>
            </a:pPr>
            <a:r>
              <a:rPr lang="en-US" sz="2400" dirty="0">
                <a:solidFill>
                  <a:srgbClr val="C00000"/>
                </a:solidFill>
              </a:rPr>
              <a:t>Is there any signal sent based on the temperature data found in the memory?</a:t>
            </a:r>
          </a:p>
          <a:p>
            <a:pPr marL="0" indent="0">
              <a:spcAft>
                <a:spcPts val="2133"/>
              </a:spcAft>
              <a:buNone/>
            </a:pPr>
            <a:endParaRPr lang="en-US" sz="2400" dirty="0"/>
          </a:p>
          <a:p>
            <a:pPr marL="457200" indent="-457200">
              <a:spcAft>
                <a:spcPts val="2133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577919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1762</Words>
  <Application>Microsoft Office PowerPoint</Application>
  <PresentationFormat>Widescreen</PresentationFormat>
  <Paragraphs>201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Garamond</vt:lpstr>
      <vt:lpstr>Lucida Sans</vt:lpstr>
      <vt:lpstr>Verdana</vt:lpstr>
      <vt:lpstr>office theme</vt:lpstr>
      <vt:lpstr>Savon</vt:lpstr>
      <vt:lpstr>EECS 388:  Embedded Systems</vt:lpstr>
      <vt:lpstr>REv. Eng. In Embedded Devices</vt:lpstr>
      <vt:lpstr>Intro to 8051 MCU:</vt:lpstr>
      <vt:lpstr>8051 Architecture </vt:lpstr>
      <vt:lpstr>8051 Architecture </vt:lpstr>
      <vt:lpstr>Internal Mem</vt:lpstr>
      <vt:lpstr>Internal Mem</vt:lpstr>
      <vt:lpstr>Internal Mem</vt:lpstr>
      <vt:lpstr>Internal Mem</vt:lpstr>
      <vt:lpstr>Special Function Registers (SFR)</vt:lpstr>
      <vt:lpstr>Intro to 8051 MCU ISA:</vt:lpstr>
      <vt:lpstr>Intro to 8051 MCU ISA:</vt:lpstr>
      <vt:lpstr>8051 MCU addressing mode:</vt:lpstr>
      <vt:lpstr>REVERSE ENGINEERING USING KEIL:</vt:lpstr>
      <vt:lpstr>REVERSE ENGINEERING USING KEIL:</vt:lpstr>
      <vt:lpstr>REVERSE ENGINEERING USING KEIL:</vt:lpstr>
      <vt:lpstr>Reverse Engineering using keil:</vt:lpstr>
      <vt:lpstr>Example Homework Question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Hoque, Tamzidul</dc:creator>
  <cp:lastModifiedBy>Hoque, Tamzidul</cp:lastModifiedBy>
  <cp:revision>1466</cp:revision>
  <dcterms:created xsi:type="dcterms:W3CDTF">2023-04-17T23:06:40Z</dcterms:created>
  <dcterms:modified xsi:type="dcterms:W3CDTF">2024-04-04T17:53:40Z</dcterms:modified>
</cp:coreProperties>
</file>