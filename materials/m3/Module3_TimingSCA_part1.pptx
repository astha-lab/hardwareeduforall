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4" r:id="rId1"/>
  </p:sldMasterIdLst>
  <p:notesMasterIdLst>
    <p:notesMasterId r:id="rId21"/>
  </p:notesMasterIdLst>
  <p:sldIdLst>
    <p:sldId id="476" r:id="rId2"/>
    <p:sldId id="406" r:id="rId3"/>
    <p:sldId id="477" r:id="rId4"/>
    <p:sldId id="478" r:id="rId5"/>
    <p:sldId id="460" r:id="rId6"/>
    <p:sldId id="463" r:id="rId7"/>
    <p:sldId id="461" r:id="rId8"/>
    <p:sldId id="479" r:id="rId9"/>
    <p:sldId id="330" r:id="rId10"/>
    <p:sldId id="332" r:id="rId11"/>
    <p:sldId id="331" r:id="rId12"/>
    <p:sldId id="474" r:id="rId13"/>
    <p:sldId id="475" r:id="rId14"/>
    <p:sldId id="383" r:id="rId15"/>
    <p:sldId id="384" r:id="rId16"/>
    <p:sldId id="480" r:id="rId17"/>
    <p:sldId id="481" r:id="rId18"/>
    <p:sldId id="387" r:id="rId19"/>
    <p:sldId id="38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A2EF53-4194-47C8-8C3B-A8F96A2054F8}" v="39" dt="2024-04-16T17:47:56.0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1" d="100"/>
          <a:sy n="91" d="100"/>
        </p:scale>
        <p:origin x="32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que, Tamzidul" userId="05c62d7d-08c4-4ed9-b528-deb18472ab5f" providerId="ADAL" clId="{6BA2EF53-4194-47C8-8C3B-A8F96A2054F8}"/>
    <pc:docChg chg="undo custSel addSld delSld modSld sldOrd">
      <pc:chgData name="Hoque, Tamzidul" userId="05c62d7d-08c4-4ed9-b528-deb18472ab5f" providerId="ADAL" clId="{6BA2EF53-4194-47C8-8C3B-A8F96A2054F8}" dt="2024-04-16T17:51:42.901" v="910" actId="27636"/>
      <pc:docMkLst>
        <pc:docMk/>
      </pc:docMkLst>
      <pc:sldChg chg="modSp mod">
        <pc:chgData name="Hoque, Tamzidul" userId="05c62d7d-08c4-4ed9-b528-deb18472ab5f" providerId="ADAL" clId="{6BA2EF53-4194-47C8-8C3B-A8F96A2054F8}" dt="2024-04-16T17:35:49.611" v="729" actId="20577"/>
        <pc:sldMkLst>
          <pc:docMk/>
          <pc:sldMk cId="0" sldId="331"/>
        </pc:sldMkLst>
        <pc:spChg chg="mod">
          <ac:chgData name="Hoque, Tamzidul" userId="05c62d7d-08c4-4ed9-b528-deb18472ab5f" providerId="ADAL" clId="{6BA2EF53-4194-47C8-8C3B-A8F96A2054F8}" dt="2024-04-16T17:35:49.611" v="729" actId="20577"/>
          <ac:spMkLst>
            <pc:docMk/>
            <pc:sldMk cId="0" sldId="331"/>
            <ac:spMk id="63490" creationId="{E84F142A-F879-4BCA-94A9-0F32A733BDF6}"/>
          </ac:spMkLst>
        </pc:spChg>
      </pc:sldChg>
      <pc:sldChg chg="modSp mod">
        <pc:chgData name="Hoque, Tamzidul" userId="05c62d7d-08c4-4ed9-b528-deb18472ab5f" providerId="ADAL" clId="{6BA2EF53-4194-47C8-8C3B-A8F96A2054F8}" dt="2024-04-16T17:35:31.742" v="709" actId="20577"/>
        <pc:sldMkLst>
          <pc:docMk/>
          <pc:sldMk cId="0" sldId="332"/>
        </pc:sldMkLst>
        <pc:spChg chg="mod">
          <ac:chgData name="Hoque, Tamzidul" userId="05c62d7d-08c4-4ed9-b528-deb18472ab5f" providerId="ADAL" clId="{6BA2EF53-4194-47C8-8C3B-A8F96A2054F8}" dt="2024-04-16T17:35:31.742" v="709" actId="20577"/>
          <ac:spMkLst>
            <pc:docMk/>
            <pc:sldMk cId="0" sldId="332"/>
            <ac:spMk id="61444" creationId="{77200424-38D0-4FF0-BF95-AF4434EC369A}"/>
          </ac:spMkLst>
        </pc:spChg>
      </pc:sldChg>
      <pc:sldChg chg="modSp del mod ord">
        <pc:chgData name="Hoque, Tamzidul" userId="05c62d7d-08c4-4ed9-b528-deb18472ab5f" providerId="ADAL" clId="{6BA2EF53-4194-47C8-8C3B-A8F96A2054F8}" dt="2024-04-16T17:51:15.335" v="902" actId="47"/>
        <pc:sldMkLst>
          <pc:docMk/>
          <pc:sldMk cId="0" sldId="385"/>
        </pc:sldMkLst>
        <pc:spChg chg="mod">
          <ac:chgData name="Hoque, Tamzidul" userId="05c62d7d-08c4-4ed9-b528-deb18472ab5f" providerId="ADAL" clId="{6BA2EF53-4194-47C8-8C3B-A8F96A2054F8}" dt="2024-04-16T17:40:40.824" v="818" actId="14100"/>
          <ac:spMkLst>
            <pc:docMk/>
            <pc:sldMk cId="0" sldId="385"/>
            <ac:spMk id="11266" creationId="{65EB4FAB-36BB-D2A6-5566-C5903DE47450}"/>
          </ac:spMkLst>
        </pc:spChg>
        <pc:spChg chg="mod">
          <ac:chgData name="Hoque, Tamzidul" userId="05c62d7d-08c4-4ed9-b528-deb18472ab5f" providerId="ADAL" clId="{6BA2EF53-4194-47C8-8C3B-A8F96A2054F8}" dt="2024-04-16T17:49:27.812" v="901" actId="27636"/>
          <ac:spMkLst>
            <pc:docMk/>
            <pc:sldMk cId="0" sldId="385"/>
            <ac:spMk id="11267" creationId="{2BBE262B-D259-71B2-C4E6-1B7F2844B336}"/>
          </ac:spMkLst>
        </pc:spChg>
      </pc:sldChg>
      <pc:sldChg chg="add del">
        <pc:chgData name="Hoque, Tamzidul" userId="05c62d7d-08c4-4ed9-b528-deb18472ab5f" providerId="ADAL" clId="{6BA2EF53-4194-47C8-8C3B-A8F96A2054F8}" dt="2024-04-16T17:51:15.335" v="902" actId="47"/>
        <pc:sldMkLst>
          <pc:docMk/>
          <pc:sldMk cId="0" sldId="386"/>
        </pc:sldMkLst>
      </pc:sldChg>
      <pc:sldChg chg="addSp delSp modSp mod ord">
        <pc:chgData name="Hoque, Tamzidul" userId="05c62d7d-08c4-4ed9-b528-deb18472ab5f" providerId="ADAL" clId="{6BA2EF53-4194-47C8-8C3B-A8F96A2054F8}" dt="2024-04-16T17:23:53.880" v="440" actId="20577"/>
        <pc:sldMkLst>
          <pc:docMk/>
          <pc:sldMk cId="0" sldId="460"/>
        </pc:sldMkLst>
        <pc:spChg chg="add del">
          <ac:chgData name="Hoque, Tamzidul" userId="05c62d7d-08c4-4ed9-b528-deb18472ab5f" providerId="ADAL" clId="{6BA2EF53-4194-47C8-8C3B-A8F96A2054F8}" dt="2024-04-16T17:18:11.015" v="330" actId="22"/>
          <ac:spMkLst>
            <pc:docMk/>
            <pc:sldMk cId="0" sldId="460"/>
            <ac:spMk id="3" creationId="{B6706A28-1B7D-F939-30BB-BBC98CC7867C}"/>
          </ac:spMkLst>
        </pc:spChg>
        <pc:spChg chg="add mod">
          <ac:chgData name="Hoque, Tamzidul" userId="05c62d7d-08c4-4ed9-b528-deb18472ab5f" providerId="ADAL" clId="{6BA2EF53-4194-47C8-8C3B-A8F96A2054F8}" dt="2024-04-16T17:18:17.024" v="341" actId="20577"/>
          <ac:spMkLst>
            <pc:docMk/>
            <pc:sldMk cId="0" sldId="460"/>
            <ac:spMk id="4" creationId="{4C0C54A7-1591-DA89-7A33-92E5FDCF4E79}"/>
          </ac:spMkLst>
        </pc:spChg>
        <pc:spChg chg="add del mod">
          <ac:chgData name="Hoque, Tamzidul" userId="05c62d7d-08c4-4ed9-b528-deb18472ab5f" providerId="ADAL" clId="{6BA2EF53-4194-47C8-8C3B-A8F96A2054F8}" dt="2024-04-16T17:20:15.304" v="362"/>
          <ac:spMkLst>
            <pc:docMk/>
            <pc:sldMk cId="0" sldId="460"/>
            <ac:spMk id="6" creationId="{92C423C8-DA24-1A37-504C-4E02CE3B1D29}"/>
          </ac:spMkLst>
        </pc:spChg>
        <pc:spChg chg="add mod">
          <ac:chgData name="Hoque, Tamzidul" userId="05c62d7d-08c4-4ed9-b528-deb18472ab5f" providerId="ADAL" clId="{6BA2EF53-4194-47C8-8C3B-A8F96A2054F8}" dt="2024-04-16T17:23:53.880" v="440" actId="20577"/>
          <ac:spMkLst>
            <pc:docMk/>
            <pc:sldMk cId="0" sldId="460"/>
            <ac:spMk id="8" creationId="{9902D968-561E-F010-A22D-EF7E4AC5C9F6}"/>
          </ac:spMkLst>
        </pc:spChg>
        <pc:spChg chg="mod">
          <ac:chgData name="Hoque, Tamzidul" userId="05c62d7d-08c4-4ed9-b528-deb18472ab5f" providerId="ADAL" clId="{6BA2EF53-4194-47C8-8C3B-A8F96A2054F8}" dt="2024-04-16T17:17:10.435" v="296" actId="20577"/>
          <ac:spMkLst>
            <pc:docMk/>
            <pc:sldMk cId="0" sldId="460"/>
            <ac:spMk id="16" creationId="{83535482-2838-4497-AE8B-CD39463ED607}"/>
          </ac:spMkLst>
        </pc:spChg>
        <pc:spChg chg="mod">
          <ac:chgData name="Hoque, Tamzidul" userId="05c62d7d-08c4-4ed9-b528-deb18472ab5f" providerId="ADAL" clId="{6BA2EF53-4194-47C8-8C3B-A8F96A2054F8}" dt="2024-04-16T17:17:25.366" v="311" actId="14100"/>
          <ac:spMkLst>
            <pc:docMk/>
            <pc:sldMk cId="0" sldId="460"/>
            <ac:spMk id="17" creationId="{DE56B6C6-74B7-4164-95AD-486D088B82B6}"/>
          </ac:spMkLst>
        </pc:spChg>
        <pc:spChg chg="del">
          <ac:chgData name="Hoque, Tamzidul" userId="05c62d7d-08c4-4ed9-b528-deb18472ab5f" providerId="ADAL" clId="{6BA2EF53-4194-47C8-8C3B-A8F96A2054F8}" dt="2024-04-16T17:18:01.175" v="328" actId="478"/>
          <ac:spMkLst>
            <pc:docMk/>
            <pc:sldMk cId="0" sldId="460"/>
            <ac:spMk id="24" creationId="{15C8E9EB-029A-496D-8BD3-9503E65AD42D}"/>
          </ac:spMkLst>
        </pc:spChg>
        <pc:spChg chg="del mod">
          <ac:chgData name="Hoque, Tamzidul" userId="05c62d7d-08c4-4ed9-b528-deb18472ab5f" providerId="ADAL" clId="{6BA2EF53-4194-47C8-8C3B-A8F96A2054F8}" dt="2024-04-16T17:20:40.564" v="369" actId="478"/>
          <ac:spMkLst>
            <pc:docMk/>
            <pc:sldMk cId="0" sldId="460"/>
            <ac:spMk id="34818" creationId="{450DCA6C-9972-48CD-AFEF-5AC2486A1689}"/>
          </ac:spMkLst>
        </pc:spChg>
        <pc:spChg chg="mod">
          <ac:chgData name="Hoque, Tamzidul" userId="05c62d7d-08c4-4ed9-b528-deb18472ab5f" providerId="ADAL" clId="{6BA2EF53-4194-47C8-8C3B-A8F96A2054F8}" dt="2024-04-16T17:17:30.664" v="315" actId="20577"/>
          <ac:spMkLst>
            <pc:docMk/>
            <pc:sldMk cId="0" sldId="460"/>
            <ac:spMk id="34838" creationId="{CCF48738-2000-4C26-B469-0BF74CCFDCA6}"/>
          </ac:spMkLst>
        </pc:spChg>
        <pc:grpChg chg="del">
          <ac:chgData name="Hoque, Tamzidul" userId="05c62d7d-08c4-4ed9-b528-deb18472ab5f" providerId="ADAL" clId="{6BA2EF53-4194-47C8-8C3B-A8F96A2054F8}" dt="2024-04-16T17:17:49.858" v="316" actId="478"/>
          <ac:grpSpMkLst>
            <pc:docMk/>
            <pc:sldMk cId="0" sldId="460"/>
            <ac:grpSpMk id="34822" creationId="{11946A67-5828-4184-BC07-21BDCB41440A}"/>
          </ac:grpSpMkLst>
        </pc:grpChg>
        <pc:picChg chg="add mod">
          <ac:chgData name="Hoque, Tamzidul" userId="05c62d7d-08c4-4ed9-b528-deb18472ab5f" providerId="ADAL" clId="{6BA2EF53-4194-47C8-8C3B-A8F96A2054F8}" dt="2024-04-16T17:23:44.574" v="426" actId="1076"/>
          <ac:picMkLst>
            <pc:docMk/>
            <pc:sldMk cId="0" sldId="460"/>
            <ac:picMk id="1026" creationId="{2D00DF10-8877-FFC6-DB38-37C80DDFDE11}"/>
          </ac:picMkLst>
        </pc:picChg>
      </pc:sldChg>
      <pc:sldChg chg="modSp mod">
        <pc:chgData name="Hoque, Tamzidul" userId="05c62d7d-08c4-4ed9-b528-deb18472ab5f" providerId="ADAL" clId="{6BA2EF53-4194-47C8-8C3B-A8F96A2054F8}" dt="2024-04-16T17:26:17.265" v="545" actId="1076"/>
        <pc:sldMkLst>
          <pc:docMk/>
          <pc:sldMk cId="0" sldId="461"/>
        </pc:sldMkLst>
        <pc:spChg chg="mod">
          <ac:chgData name="Hoque, Tamzidul" userId="05c62d7d-08c4-4ed9-b528-deb18472ab5f" providerId="ADAL" clId="{6BA2EF53-4194-47C8-8C3B-A8F96A2054F8}" dt="2024-04-16T17:25:47.027" v="526" actId="1076"/>
          <ac:spMkLst>
            <pc:docMk/>
            <pc:sldMk cId="0" sldId="461"/>
            <ac:spMk id="44" creationId="{97DDBCB5-181C-4768-81C2-1088C98AB222}"/>
          </ac:spMkLst>
        </pc:spChg>
        <pc:spChg chg="mod">
          <ac:chgData name="Hoque, Tamzidul" userId="05c62d7d-08c4-4ed9-b528-deb18472ab5f" providerId="ADAL" clId="{6BA2EF53-4194-47C8-8C3B-A8F96A2054F8}" dt="2024-04-16T17:24:54.129" v="471" actId="14100"/>
          <ac:spMkLst>
            <pc:docMk/>
            <pc:sldMk cId="0" sldId="461"/>
            <ac:spMk id="50" creationId="{A6B81AE7-0AB7-429E-937F-A2B932DD0B09}"/>
          </ac:spMkLst>
        </pc:spChg>
        <pc:spChg chg="mod">
          <ac:chgData name="Hoque, Tamzidul" userId="05c62d7d-08c4-4ed9-b528-deb18472ab5f" providerId="ADAL" clId="{6BA2EF53-4194-47C8-8C3B-A8F96A2054F8}" dt="2024-04-16T17:24:54.129" v="471" actId="14100"/>
          <ac:spMkLst>
            <pc:docMk/>
            <pc:sldMk cId="0" sldId="461"/>
            <ac:spMk id="35842" creationId="{FA494AC9-9044-4C72-9A67-C445CDF8F188}"/>
          </ac:spMkLst>
        </pc:spChg>
        <pc:spChg chg="mod">
          <ac:chgData name="Hoque, Tamzidul" userId="05c62d7d-08c4-4ed9-b528-deb18472ab5f" providerId="ADAL" clId="{6BA2EF53-4194-47C8-8C3B-A8F96A2054F8}" dt="2024-04-16T17:24:54.129" v="471" actId="14100"/>
          <ac:spMkLst>
            <pc:docMk/>
            <pc:sldMk cId="0" sldId="461"/>
            <ac:spMk id="35843" creationId="{DCC66657-22A7-436E-AC26-5FB9CB85BA1F}"/>
          </ac:spMkLst>
        </pc:spChg>
        <pc:spChg chg="mod">
          <ac:chgData name="Hoque, Tamzidul" userId="05c62d7d-08c4-4ed9-b528-deb18472ab5f" providerId="ADAL" clId="{6BA2EF53-4194-47C8-8C3B-A8F96A2054F8}" dt="2024-04-16T17:24:54.129" v="471" actId="14100"/>
          <ac:spMkLst>
            <pc:docMk/>
            <pc:sldMk cId="0" sldId="461"/>
            <ac:spMk id="35844" creationId="{D7D3C011-9BAB-44FC-951F-3A4D4FEAB088}"/>
          </ac:spMkLst>
        </pc:spChg>
        <pc:spChg chg="mod">
          <ac:chgData name="Hoque, Tamzidul" userId="05c62d7d-08c4-4ed9-b528-deb18472ab5f" providerId="ADAL" clId="{6BA2EF53-4194-47C8-8C3B-A8F96A2054F8}" dt="2024-04-16T17:24:54.129" v="471" actId="14100"/>
          <ac:spMkLst>
            <pc:docMk/>
            <pc:sldMk cId="0" sldId="461"/>
            <ac:spMk id="35845" creationId="{476A8842-8C22-4D98-BAEE-EFFFE0FE7A5C}"/>
          </ac:spMkLst>
        </pc:spChg>
        <pc:spChg chg="mod">
          <ac:chgData name="Hoque, Tamzidul" userId="05c62d7d-08c4-4ed9-b528-deb18472ab5f" providerId="ADAL" clId="{6BA2EF53-4194-47C8-8C3B-A8F96A2054F8}" dt="2024-04-16T17:24:54.129" v="471" actId="14100"/>
          <ac:spMkLst>
            <pc:docMk/>
            <pc:sldMk cId="0" sldId="461"/>
            <ac:spMk id="35846" creationId="{DD616BFA-B05D-4A20-BC42-84960135D79C}"/>
          </ac:spMkLst>
        </pc:spChg>
        <pc:spChg chg="mod">
          <ac:chgData name="Hoque, Tamzidul" userId="05c62d7d-08c4-4ed9-b528-deb18472ab5f" providerId="ADAL" clId="{6BA2EF53-4194-47C8-8C3B-A8F96A2054F8}" dt="2024-04-16T17:24:54.129" v="471" actId="14100"/>
          <ac:spMkLst>
            <pc:docMk/>
            <pc:sldMk cId="0" sldId="461"/>
            <ac:spMk id="35847" creationId="{5DD337AC-5901-4CF4-8FC6-D23E05E9AD56}"/>
          </ac:spMkLst>
        </pc:spChg>
        <pc:spChg chg="mod">
          <ac:chgData name="Hoque, Tamzidul" userId="05c62d7d-08c4-4ed9-b528-deb18472ab5f" providerId="ADAL" clId="{6BA2EF53-4194-47C8-8C3B-A8F96A2054F8}" dt="2024-04-16T17:24:54.129" v="471" actId="14100"/>
          <ac:spMkLst>
            <pc:docMk/>
            <pc:sldMk cId="0" sldId="461"/>
            <ac:spMk id="35848" creationId="{B7CF689C-9457-4F27-ADDA-6775B338ACFF}"/>
          </ac:spMkLst>
        </pc:spChg>
        <pc:spChg chg="mod">
          <ac:chgData name="Hoque, Tamzidul" userId="05c62d7d-08c4-4ed9-b528-deb18472ab5f" providerId="ADAL" clId="{6BA2EF53-4194-47C8-8C3B-A8F96A2054F8}" dt="2024-04-16T17:24:54.129" v="471" actId="14100"/>
          <ac:spMkLst>
            <pc:docMk/>
            <pc:sldMk cId="0" sldId="461"/>
            <ac:spMk id="35849" creationId="{A1350C7C-82C4-472C-B655-A28A06BC4A6B}"/>
          </ac:spMkLst>
        </pc:spChg>
        <pc:spChg chg="mod">
          <ac:chgData name="Hoque, Tamzidul" userId="05c62d7d-08c4-4ed9-b528-deb18472ab5f" providerId="ADAL" clId="{6BA2EF53-4194-47C8-8C3B-A8F96A2054F8}" dt="2024-04-16T17:24:54.129" v="471" actId="14100"/>
          <ac:spMkLst>
            <pc:docMk/>
            <pc:sldMk cId="0" sldId="461"/>
            <ac:spMk id="35850" creationId="{FF35A679-C901-4AE2-8BFD-C2972A41DCC0}"/>
          </ac:spMkLst>
        </pc:spChg>
        <pc:spChg chg="mod">
          <ac:chgData name="Hoque, Tamzidul" userId="05c62d7d-08c4-4ed9-b528-deb18472ab5f" providerId="ADAL" clId="{6BA2EF53-4194-47C8-8C3B-A8F96A2054F8}" dt="2024-04-16T17:24:54.129" v="471" actId="14100"/>
          <ac:spMkLst>
            <pc:docMk/>
            <pc:sldMk cId="0" sldId="461"/>
            <ac:spMk id="35851" creationId="{87E846E6-2CDE-4A00-844E-B3A9442C958A}"/>
          </ac:spMkLst>
        </pc:spChg>
        <pc:spChg chg="mod">
          <ac:chgData name="Hoque, Tamzidul" userId="05c62d7d-08c4-4ed9-b528-deb18472ab5f" providerId="ADAL" clId="{6BA2EF53-4194-47C8-8C3B-A8F96A2054F8}" dt="2024-04-16T17:24:54.129" v="471" actId="14100"/>
          <ac:spMkLst>
            <pc:docMk/>
            <pc:sldMk cId="0" sldId="461"/>
            <ac:spMk id="35852" creationId="{FF56F6C8-D6AB-4E81-A515-483027AC7803}"/>
          </ac:spMkLst>
        </pc:spChg>
        <pc:spChg chg="mod">
          <ac:chgData name="Hoque, Tamzidul" userId="05c62d7d-08c4-4ed9-b528-deb18472ab5f" providerId="ADAL" clId="{6BA2EF53-4194-47C8-8C3B-A8F96A2054F8}" dt="2024-04-16T17:24:54.129" v="471" actId="14100"/>
          <ac:spMkLst>
            <pc:docMk/>
            <pc:sldMk cId="0" sldId="461"/>
            <ac:spMk id="35853" creationId="{02CC5D89-9803-4E40-B4B0-F417592DA728}"/>
          </ac:spMkLst>
        </pc:spChg>
        <pc:spChg chg="mod">
          <ac:chgData name="Hoque, Tamzidul" userId="05c62d7d-08c4-4ed9-b528-deb18472ab5f" providerId="ADAL" clId="{6BA2EF53-4194-47C8-8C3B-A8F96A2054F8}" dt="2024-04-16T17:24:54.129" v="471" actId="14100"/>
          <ac:spMkLst>
            <pc:docMk/>
            <pc:sldMk cId="0" sldId="461"/>
            <ac:spMk id="35854" creationId="{3576E848-1FC0-41FF-A211-A180B2CF984D}"/>
          </ac:spMkLst>
        </pc:spChg>
        <pc:spChg chg="mod">
          <ac:chgData name="Hoque, Tamzidul" userId="05c62d7d-08c4-4ed9-b528-deb18472ab5f" providerId="ADAL" clId="{6BA2EF53-4194-47C8-8C3B-A8F96A2054F8}" dt="2024-04-16T17:24:54.129" v="471" actId="14100"/>
          <ac:spMkLst>
            <pc:docMk/>
            <pc:sldMk cId="0" sldId="461"/>
            <ac:spMk id="35855" creationId="{E80DFAE6-316C-46FB-B221-351AE7205188}"/>
          </ac:spMkLst>
        </pc:spChg>
        <pc:spChg chg="mod">
          <ac:chgData name="Hoque, Tamzidul" userId="05c62d7d-08c4-4ed9-b528-deb18472ab5f" providerId="ADAL" clId="{6BA2EF53-4194-47C8-8C3B-A8F96A2054F8}" dt="2024-04-16T17:24:54.129" v="471" actId="14100"/>
          <ac:spMkLst>
            <pc:docMk/>
            <pc:sldMk cId="0" sldId="461"/>
            <ac:spMk id="35856" creationId="{A83A718F-E683-4218-BA24-E94313833642}"/>
          </ac:spMkLst>
        </pc:spChg>
        <pc:spChg chg="mod">
          <ac:chgData name="Hoque, Tamzidul" userId="05c62d7d-08c4-4ed9-b528-deb18472ab5f" providerId="ADAL" clId="{6BA2EF53-4194-47C8-8C3B-A8F96A2054F8}" dt="2024-04-16T17:24:54.129" v="471" actId="14100"/>
          <ac:spMkLst>
            <pc:docMk/>
            <pc:sldMk cId="0" sldId="461"/>
            <ac:spMk id="35857" creationId="{58F5580C-1668-4953-8AD7-90732D2A41CF}"/>
          </ac:spMkLst>
        </pc:spChg>
        <pc:spChg chg="mod">
          <ac:chgData name="Hoque, Tamzidul" userId="05c62d7d-08c4-4ed9-b528-deb18472ab5f" providerId="ADAL" clId="{6BA2EF53-4194-47C8-8C3B-A8F96A2054F8}" dt="2024-04-16T17:24:54.129" v="471" actId="14100"/>
          <ac:spMkLst>
            <pc:docMk/>
            <pc:sldMk cId="0" sldId="461"/>
            <ac:spMk id="35858" creationId="{3BAA590F-C395-4BBF-A415-2892DB26AA8A}"/>
          </ac:spMkLst>
        </pc:spChg>
        <pc:spChg chg="mod">
          <ac:chgData name="Hoque, Tamzidul" userId="05c62d7d-08c4-4ed9-b528-deb18472ab5f" providerId="ADAL" clId="{6BA2EF53-4194-47C8-8C3B-A8F96A2054F8}" dt="2024-04-16T17:24:54.129" v="471" actId="14100"/>
          <ac:spMkLst>
            <pc:docMk/>
            <pc:sldMk cId="0" sldId="461"/>
            <ac:spMk id="35859" creationId="{0614FE30-8B98-4310-945A-B5F419B05B78}"/>
          </ac:spMkLst>
        </pc:spChg>
        <pc:spChg chg="mod">
          <ac:chgData name="Hoque, Tamzidul" userId="05c62d7d-08c4-4ed9-b528-deb18472ab5f" providerId="ADAL" clId="{6BA2EF53-4194-47C8-8C3B-A8F96A2054F8}" dt="2024-04-16T17:24:54.129" v="471" actId="14100"/>
          <ac:spMkLst>
            <pc:docMk/>
            <pc:sldMk cId="0" sldId="461"/>
            <ac:spMk id="35860" creationId="{D165B2BA-CFAA-4D47-8381-0A8DF5AB5059}"/>
          </ac:spMkLst>
        </pc:spChg>
        <pc:spChg chg="mod">
          <ac:chgData name="Hoque, Tamzidul" userId="05c62d7d-08c4-4ed9-b528-deb18472ab5f" providerId="ADAL" clId="{6BA2EF53-4194-47C8-8C3B-A8F96A2054F8}" dt="2024-04-16T17:24:54.129" v="471" actId="14100"/>
          <ac:spMkLst>
            <pc:docMk/>
            <pc:sldMk cId="0" sldId="461"/>
            <ac:spMk id="35861" creationId="{4127C3F3-EB06-48DD-B89C-638F0CED4293}"/>
          </ac:spMkLst>
        </pc:spChg>
        <pc:spChg chg="mod">
          <ac:chgData name="Hoque, Tamzidul" userId="05c62d7d-08c4-4ed9-b528-deb18472ab5f" providerId="ADAL" clId="{6BA2EF53-4194-47C8-8C3B-A8F96A2054F8}" dt="2024-04-16T17:24:54.129" v="471" actId="14100"/>
          <ac:spMkLst>
            <pc:docMk/>
            <pc:sldMk cId="0" sldId="461"/>
            <ac:spMk id="35862" creationId="{903C91EC-7AC5-4B1A-91A5-C83A7E5B0370}"/>
          </ac:spMkLst>
        </pc:spChg>
        <pc:spChg chg="mod">
          <ac:chgData name="Hoque, Tamzidul" userId="05c62d7d-08c4-4ed9-b528-deb18472ab5f" providerId="ADAL" clId="{6BA2EF53-4194-47C8-8C3B-A8F96A2054F8}" dt="2024-04-16T17:24:54.129" v="471" actId="14100"/>
          <ac:spMkLst>
            <pc:docMk/>
            <pc:sldMk cId="0" sldId="461"/>
            <ac:spMk id="35863" creationId="{3EC443E5-88D4-432A-A6F2-F73C0C72CB74}"/>
          </ac:spMkLst>
        </pc:spChg>
        <pc:spChg chg="mod">
          <ac:chgData name="Hoque, Tamzidul" userId="05c62d7d-08c4-4ed9-b528-deb18472ab5f" providerId="ADAL" clId="{6BA2EF53-4194-47C8-8C3B-A8F96A2054F8}" dt="2024-04-16T17:24:54.129" v="471" actId="14100"/>
          <ac:spMkLst>
            <pc:docMk/>
            <pc:sldMk cId="0" sldId="461"/>
            <ac:spMk id="35864" creationId="{FFBC7BF3-FB09-49AC-8D85-B4D1341B3A68}"/>
          </ac:spMkLst>
        </pc:spChg>
        <pc:spChg chg="mod">
          <ac:chgData name="Hoque, Tamzidul" userId="05c62d7d-08c4-4ed9-b528-deb18472ab5f" providerId="ADAL" clId="{6BA2EF53-4194-47C8-8C3B-A8F96A2054F8}" dt="2024-04-16T17:24:54.129" v="471" actId="14100"/>
          <ac:spMkLst>
            <pc:docMk/>
            <pc:sldMk cId="0" sldId="461"/>
            <ac:spMk id="35865" creationId="{AE615270-3743-4002-A4E0-A36BCD085B8F}"/>
          </ac:spMkLst>
        </pc:spChg>
        <pc:spChg chg="mod">
          <ac:chgData name="Hoque, Tamzidul" userId="05c62d7d-08c4-4ed9-b528-deb18472ab5f" providerId="ADAL" clId="{6BA2EF53-4194-47C8-8C3B-A8F96A2054F8}" dt="2024-04-16T17:24:54.129" v="471" actId="14100"/>
          <ac:spMkLst>
            <pc:docMk/>
            <pc:sldMk cId="0" sldId="461"/>
            <ac:spMk id="35866" creationId="{AAB3F492-0681-4B2A-9EA8-07B5FB8B0AAE}"/>
          </ac:spMkLst>
        </pc:spChg>
        <pc:spChg chg="mod">
          <ac:chgData name="Hoque, Tamzidul" userId="05c62d7d-08c4-4ed9-b528-deb18472ab5f" providerId="ADAL" clId="{6BA2EF53-4194-47C8-8C3B-A8F96A2054F8}" dt="2024-04-16T17:24:54.129" v="471" actId="14100"/>
          <ac:spMkLst>
            <pc:docMk/>
            <pc:sldMk cId="0" sldId="461"/>
            <ac:spMk id="35867" creationId="{9629935A-A75A-4B7E-845A-C3919AFBCECF}"/>
          </ac:spMkLst>
        </pc:spChg>
        <pc:spChg chg="mod">
          <ac:chgData name="Hoque, Tamzidul" userId="05c62d7d-08c4-4ed9-b528-deb18472ab5f" providerId="ADAL" clId="{6BA2EF53-4194-47C8-8C3B-A8F96A2054F8}" dt="2024-04-16T17:24:54.129" v="471" actId="14100"/>
          <ac:spMkLst>
            <pc:docMk/>
            <pc:sldMk cId="0" sldId="461"/>
            <ac:spMk id="35868" creationId="{C969CE2A-6AC5-494E-8590-62035FE880C0}"/>
          </ac:spMkLst>
        </pc:spChg>
        <pc:spChg chg="mod">
          <ac:chgData name="Hoque, Tamzidul" userId="05c62d7d-08c4-4ed9-b528-deb18472ab5f" providerId="ADAL" clId="{6BA2EF53-4194-47C8-8C3B-A8F96A2054F8}" dt="2024-04-16T17:24:54.129" v="471" actId="14100"/>
          <ac:spMkLst>
            <pc:docMk/>
            <pc:sldMk cId="0" sldId="461"/>
            <ac:spMk id="35869" creationId="{5E982D61-BBF8-4EF5-806A-04FBEC0ED204}"/>
          </ac:spMkLst>
        </pc:spChg>
        <pc:spChg chg="mod">
          <ac:chgData name="Hoque, Tamzidul" userId="05c62d7d-08c4-4ed9-b528-deb18472ab5f" providerId="ADAL" clId="{6BA2EF53-4194-47C8-8C3B-A8F96A2054F8}" dt="2024-04-16T17:24:54.129" v="471" actId="14100"/>
          <ac:spMkLst>
            <pc:docMk/>
            <pc:sldMk cId="0" sldId="461"/>
            <ac:spMk id="35870" creationId="{EBE6AC84-9927-41B8-A67E-1ED35BFBFAD3}"/>
          </ac:spMkLst>
        </pc:spChg>
        <pc:spChg chg="mod">
          <ac:chgData name="Hoque, Tamzidul" userId="05c62d7d-08c4-4ed9-b528-deb18472ab5f" providerId="ADAL" clId="{6BA2EF53-4194-47C8-8C3B-A8F96A2054F8}" dt="2024-04-16T17:24:54.129" v="471" actId="14100"/>
          <ac:spMkLst>
            <pc:docMk/>
            <pc:sldMk cId="0" sldId="461"/>
            <ac:spMk id="35871" creationId="{C5286BEC-DA41-450E-8DF1-5A9014C9EF9A}"/>
          </ac:spMkLst>
        </pc:spChg>
        <pc:spChg chg="mod">
          <ac:chgData name="Hoque, Tamzidul" userId="05c62d7d-08c4-4ed9-b528-deb18472ab5f" providerId="ADAL" clId="{6BA2EF53-4194-47C8-8C3B-A8F96A2054F8}" dt="2024-04-16T17:24:54.129" v="471" actId="14100"/>
          <ac:spMkLst>
            <pc:docMk/>
            <pc:sldMk cId="0" sldId="461"/>
            <ac:spMk id="35872" creationId="{B9C26E13-05C5-4CD8-9204-CFE766B04160}"/>
          </ac:spMkLst>
        </pc:spChg>
        <pc:spChg chg="mod">
          <ac:chgData name="Hoque, Tamzidul" userId="05c62d7d-08c4-4ed9-b528-deb18472ab5f" providerId="ADAL" clId="{6BA2EF53-4194-47C8-8C3B-A8F96A2054F8}" dt="2024-04-16T17:24:54.129" v="471" actId="14100"/>
          <ac:spMkLst>
            <pc:docMk/>
            <pc:sldMk cId="0" sldId="461"/>
            <ac:spMk id="35873" creationId="{79825AB6-1CD1-47E2-83FB-487CE95CDFEE}"/>
          </ac:spMkLst>
        </pc:spChg>
        <pc:spChg chg="mod">
          <ac:chgData name="Hoque, Tamzidul" userId="05c62d7d-08c4-4ed9-b528-deb18472ab5f" providerId="ADAL" clId="{6BA2EF53-4194-47C8-8C3B-A8F96A2054F8}" dt="2024-04-16T17:24:54.129" v="471" actId="14100"/>
          <ac:spMkLst>
            <pc:docMk/>
            <pc:sldMk cId="0" sldId="461"/>
            <ac:spMk id="35874" creationId="{17C7B369-CC84-49A7-BBBD-CC8F44396F4C}"/>
          </ac:spMkLst>
        </pc:spChg>
        <pc:spChg chg="mod">
          <ac:chgData name="Hoque, Tamzidul" userId="05c62d7d-08c4-4ed9-b528-deb18472ab5f" providerId="ADAL" clId="{6BA2EF53-4194-47C8-8C3B-A8F96A2054F8}" dt="2024-04-16T17:24:54.129" v="471" actId="14100"/>
          <ac:spMkLst>
            <pc:docMk/>
            <pc:sldMk cId="0" sldId="461"/>
            <ac:spMk id="35875" creationId="{A400EAE7-7749-4D18-B609-003211A4421C}"/>
          </ac:spMkLst>
        </pc:spChg>
        <pc:spChg chg="mod">
          <ac:chgData name="Hoque, Tamzidul" userId="05c62d7d-08c4-4ed9-b528-deb18472ab5f" providerId="ADAL" clId="{6BA2EF53-4194-47C8-8C3B-A8F96A2054F8}" dt="2024-04-16T17:24:54.129" v="471" actId="14100"/>
          <ac:spMkLst>
            <pc:docMk/>
            <pc:sldMk cId="0" sldId="461"/>
            <ac:spMk id="35876" creationId="{A617F0F0-B353-4C33-BBA7-89FCAB5A9227}"/>
          </ac:spMkLst>
        </pc:spChg>
        <pc:spChg chg="mod">
          <ac:chgData name="Hoque, Tamzidul" userId="05c62d7d-08c4-4ed9-b528-deb18472ab5f" providerId="ADAL" clId="{6BA2EF53-4194-47C8-8C3B-A8F96A2054F8}" dt="2024-04-16T17:24:54.129" v="471" actId="14100"/>
          <ac:spMkLst>
            <pc:docMk/>
            <pc:sldMk cId="0" sldId="461"/>
            <ac:spMk id="35877" creationId="{8C2BB2FF-178A-4F8E-A2B5-495952A2B234}"/>
          </ac:spMkLst>
        </pc:spChg>
        <pc:spChg chg="mod">
          <ac:chgData name="Hoque, Tamzidul" userId="05c62d7d-08c4-4ed9-b528-deb18472ab5f" providerId="ADAL" clId="{6BA2EF53-4194-47C8-8C3B-A8F96A2054F8}" dt="2024-04-16T17:24:54.129" v="471" actId="14100"/>
          <ac:spMkLst>
            <pc:docMk/>
            <pc:sldMk cId="0" sldId="461"/>
            <ac:spMk id="35878" creationId="{57A935DB-1244-4962-9422-160EA99AA5E0}"/>
          </ac:spMkLst>
        </pc:spChg>
        <pc:spChg chg="mod">
          <ac:chgData name="Hoque, Tamzidul" userId="05c62d7d-08c4-4ed9-b528-deb18472ab5f" providerId="ADAL" clId="{6BA2EF53-4194-47C8-8C3B-A8F96A2054F8}" dt="2024-04-16T17:24:54.129" v="471" actId="14100"/>
          <ac:spMkLst>
            <pc:docMk/>
            <pc:sldMk cId="0" sldId="461"/>
            <ac:spMk id="35879" creationId="{E5244F68-3647-4BC4-9691-59EE22C05838}"/>
          </ac:spMkLst>
        </pc:spChg>
        <pc:spChg chg="mod">
          <ac:chgData name="Hoque, Tamzidul" userId="05c62d7d-08c4-4ed9-b528-deb18472ab5f" providerId="ADAL" clId="{6BA2EF53-4194-47C8-8C3B-A8F96A2054F8}" dt="2024-04-16T17:24:54.129" v="471" actId="14100"/>
          <ac:spMkLst>
            <pc:docMk/>
            <pc:sldMk cId="0" sldId="461"/>
            <ac:spMk id="35880" creationId="{45DEED74-11AA-4265-BF64-423741FE2A23}"/>
          </ac:spMkLst>
        </pc:spChg>
        <pc:spChg chg="mod">
          <ac:chgData name="Hoque, Tamzidul" userId="05c62d7d-08c4-4ed9-b528-deb18472ab5f" providerId="ADAL" clId="{6BA2EF53-4194-47C8-8C3B-A8F96A2054F8}" dt="2024-04-16T17:24:54.129" v="471" actId="14100"/>
          <ac:spMkLst>
            <pc:docMk/>
            <pc:sldMk cId="0" sldId="461"/>
            <ac:spMk id="35881" creationId="{74399D9B-4467-4008-A2DD-CEAAA6B59110}"/>
          </ac:spMkLst>
        </pc:spChg>
        <pc:spChg chg="mod">
          <ac:chgData name="Hoque, Tamzidul" userId="05c62d7d-08c4-4ed9-b528-deb18472ab5f" providerId="ADAL" clId="{6BA2EF53-4194-47C8-8C3B-A8F96A2054F8}" dt="2024-04-16T17:24:54.129" v="471" actId="14100"/>
          <ac:spMkLst>
            <pc:docMk/>
            <pc:sldMk cId="0" sldId="461"/>
            <ac:spMk id="35882" creationId="{2F1D1419-2EF1-496C-A25C-ABD809077000}"/>
          </ac:spMkLst>
        </pc:spChg>
        <pc:spChg chg="mod">
          <ac:chgData name="Hoque, Tamzidul" userId="05c62d7d-08c4-4ed9-b528-deb18472ab5f" providerId="ADAL" clId="{6BA2EF53-4194-47C8-8C3B-A8F96A2054F8}" dt="2024-04-16T17:26:08.775" v="544" actId="20577"/>
          <ac:spMkLst>
            <pc:docMk/>
            <pc:sldMk cId="0" sldId="461"/>
            <ac:spMk id="35883" creationId="{ADB5324B-C2E5-4550-B7BA-D94211766F7F}"/>
          </ac:spMkLst>
        </pc:spChg>
        <pc:spChg chg="mod">
          <ac:chgData name="Hoque, Tamzidul" userId="05c62d7d-08c4-4ed9-b528-deb18472ab5f" providerId="ADAL" clId="{6BA2EF53-4194-47C8-8C3B-A8F96A2054F8}" dt="2024-04-16T17:25:10.588" v="474" actId="1076"/>
          <ac:spMkLst>
            <pc:docMk/>
            <pc:sldMk cId="0" sldId="461"/>
            <ac:spMk id="35885" creationId="{1D9F116E-3BFC-4748-84CA-5C9349B57031}"/>
          </ac:spMkLst>
        </pc:spChg>
        <pc:spChg chg="mod">
          <ac:chgData name="Hoque, Tamzidul" userId="05c62d7d-08c4-4ed9-b528-deb18472ab5f" providerId="ADAL" clId="{6BA2EF53-4194-47C8-8C3B-A8F96A2054F8}" dt="2024-04-16T17:24:54.129" v="471" actId="14100"/>
          <ac:spMkLst>
            <pc:docMk/>
            <pc:sldMk cId="0" sldId="461"/>
            <ac:spMk id="35886" creationId="{068CDD7F-57A5-4DB0-A08B-2F1D03881E6A}"/>
          </ac:spMkLst>
        </pc:spChg>
        <pc:spChg chg="mod">
          <ac:chgData name="Hoque, Tamzidul" userId="05c62d7d-08c4-4ed9-b528-deb18472ab5f" providerId="ADAL" clId="{6BA2EF53-4194-47C8-8C3B-A8F96A2054F8}" dt="2024-04-16T17:24:54.129" v="471" actId="14100"/>
          <ac:spMkLst>
            <pc:docMk/>
            <pc:sldMk cId="0" sldId="461"/>
            <ac:spMk id="35887" creationId="{19EE4703-CA27-4C1D-8566-752B0C6D7B2C}"/>
          </ac:spMkLst>
        </pc:spChg>
        <pc:spChg chg="mod">
          <ac:chgData name="Hoque, Tamzidul" userId="05c62d7d-08c4-4ed9-b528-deb18472ab5f" providerId="ADAL" clId="{6BA2EF53-4194-47C8-8C3B-A8F96A2054F8}" dt="2024-04-16T17:24:54.129" v="471" actId="14100"/>
          <ac:spMkLst>
            <pc:docMk/>
            <pc:sldMk cId="0" sldId="461"/>
            <ac:spMk id="35888" creationId="{69D7B3AF-A1A5-4BD7-8B63-FE33E633EC81}"/>
          </ac:spMkLst>
        </pc:spChg>
        <pc:spChg chg="mod">
          <ac:chgData name="Hoque, Tamzidul" userId="05c62d7d-08c4-4ed9-b528-deb18472ab5f" providerId="ADAL" clId="{6BA2EF53-4194-47C8-8C3B-A8F96A2054F8}" dt="2024-04-16T17:24:54.129" v="471" actId="14100"/>
          <ac:spMkLst>
            <pc:docMk/>
            <pc:sldMk cId="0" sldId="461"/>
            <ac:spMk id="35890" creationId="{C27ECBFC-D15A-4E46-BC8D-3721A311FAB4}"/>
          </ac:spMkLst>
        </pc:spChg>
        <pc:spChg chg="mod">
          <ac:chgData name="Hoque, Tamzidul" userId="05c62d7d-08c4-4ed9-b528-deb18472ab5f" providerId="ADAL" clId="{6BA2EF53-4194-47C8-8C3B-A8F96A2054F8}" dt="2024-04-16T17:24:54.129" v="471" actId="14100"/>
          <ac:spMkLst>
            <pc:docMk/>
            <pc:sldMk cId="0" sldId="461"/>
            <ac:spMk id="35917" creationId="{5E6B5D19-2466-4996-AB11-014C5F710A51}"/>
          </ac:spMkLst>
        </pc:spChg>
        <pc:graphicFrameChg chg="mod">
          <ac:chgData name="Hoque, Tamzidul" userId="05c62d7d-08c4-4ed9-b528-deb18472ab5f" providerId="ADAL" clId="{6BA2EF53-4194-47C8-8C3B-A8F96A2054F8}" dt="2024-04-16T17:26:17.265" v="545" actId="1076"/>
          <ac:graphicFrameMkLst>
            <pc:docMk/>
            <pc:sldMk cId="0" sldId="461"/>
            <ac:graphicFrameMk id="45" creationId="{DAB18F8C-E06B-4414-8F88-BF585C542E03}"/>
          </ac:graphicFrameMkLst>
        </pc:graphicFrameChg>
      </pc:sldChg>
      <pc:sldChg chg="addSp delSp modSp mod">
        <pc:chgData name="Hoque, Tamzidul" userId="05c62d7d-08c4-4ed9-b528-deb18472ab5f" providerId="ADAL" clId="{6BA2EF53-4194-47C8-8C3B-A8F96A2054F8}" dt="2024-04-16T17:26:38.377" v="571" actId="14100"/>
        <pc:sldMkLst>
          <pc:docMk/>
          <pc:sldMk cId="0" sldId="463"/>
        </pc:sldMkLst>
        <pc:spChg chg="add del mod">
          <ac:chgData name="Hoque, Tamzidul" userId="05c62d7d-08c4-4ed9-b528-deb18472ab5f" providerId="ADAL" clId="{6BA2EF53-4194-47C8-8C3B-A8F96A2054F8}" dt="2024-04-16T17:22:56.208" v="411"/>
          <ac:spMkLst>
            <pc:docMk/>
            <pc:sldMk cId="0" sldId="463"/>
            <ac:spMk id="3" creationId="{89E0AB9C-B7F4-5DF0-65A3-822598D59562}"/>
          </ac:spMkLst>
        </pc:spChg>
        <pc:spChg chg="mod">
          <ac:chgData name="Hoque, Tamzidul" userId="05c62d7d-08c4-4ed9-b528-deb18472ab5f" providerId="ADAL" clId="{6BA2EF53-4194-47C8-8C3B-A8F96A2054F8}" dt="2024-04-16T17:21:53.848" v="391" actId="571"/>
          <ac:spMkLst>
            <pc:docMk/>
            <pc:sldMk cId="0" sldId="463"/>
            <ac:spMk id="5" creationId="{B4B53E6F-1FF4-6D58-7627-819C0C681233}"/>
          </ac:spMkLst>
        </pc:spChg>
        <pc:spChg chg="mod">
          <ac:chgData name="Hoque, Tamzidul" userId="05c62d7d-08c4-4ed9-b528-deb18472ab5f" providerId="ADAL" clId="{6BA2EF53-4194-47C8-8C3B-A8F96A2054F8}" dt="2024-04-16T17:21:53.848" v="391" actId="571"/>
          <ac:spMkLst>
            <pc:docMk/>
            <pc:sldMk cId="0" sldId="463"/>
            <ac:spMk id="6" creationId="{91169DE6-0C6E-8D40-F7A7-41D998E2EFA1}"/>
          </ac:spMkLst>
        </pc:spChg>
        <pc:spChg chg="mod">
          <ac:chgData name="Hoque, Tamzidul" userId="05c62d7d-08c4-4ed9-b528-deb18472ab5f" providerId="ADAL" clId="{6BA2EF53-4194-47C8-8C3B-A8F96A2054F8}" dt="2024-04-16T17:21:53.848" v="391" actId="571"/>
          <ac:spMkLst>
            <pc:docMk/>
            <pc:sldMk cId="0" sldId="463"/>
            <ac:spMk id="7" creationId="{CEEB225A-F269-B795-EF2A-0F6F9CE82A0E}"/>
          </ac:spMkLst>
        </pc:spChg>
        <pc:spChg chg="add mod">
          <ac:chgData name="Hoque, Tamzidul" userId="05c62d7d-08c4-4ed9-b528-deb18472ab5f" providerId="ADAL" clId="{6BA2EF53-4194-47C8-8C3B-A8F96A2054F8}" dt="2024-04-16T17:24:36.572" v="468" actId="1076"/>
          <ac:spMkLst>
            <pc:docMk/>
            <pc:sldMk cId="0" sldId="463"/>
            <ac:spMk id="8" creationId="{3441E0E1-1EFB-8C5A-58B8-A184B83F5E75}"/>
          </ac:spMkLst>
        </pc:spChg>
        <pc:spChg chg="mod">
          <ac:chgData name="Hoque, Tamzidul" userId="05c62d7d-08c4-4ed9-b528-deb18472ab5f" providerId="ADAL" clId="{6BA2EF53-4194-47C8-8C3B-A8F96A2054F8}" dt="2024-04-16T17:26:38.377" v="571" actId="14100"/>
          <ac:spMkLst>
            <pc:docMk/>
            <pc:sldMk cId="0" sldId="463"/>
            <ac:spMk id="16" creationId="{789EFA29-341C-4BB8-A527-49608836268E}"/>
          </ac:spMkLst>
        </pc:spChg>
        <pc:spChg chg="mod">
          <ac:chgData name="Hoque, Tamzidul" userId="05c62d7d-08c4-4ed9-b528-deb18472ab5f" providerId="ADAL" clId="{6BA2EF53-4194-47C8-8C3B-A8F96A2054F8}" dt="2024-04-16T17:22:54.924" v="409" actId="20577"/>
          <ac:spMkLst>
            <pc:docMk/>
            <pc:sldMk cId="0" sldId="463"/>
            <ac:spMk id="33794" creationId="{9E188F19-8C07-4C9E-98DE-A1FC62F6E5A4}"/>
          </ac:spMkLst>
        </pc:spChg>
        <pc:spChg chg="mod">
          <ac:chgData name="Hoque, Tamzidul" userId="05c62d7d-08c4-4ed9-b528-deb18472ab5f" providerId="ADAL" clId="{6BA2EF53-4194-47C8-8C3B-A8F96A2054F8}" dt="2024-04-16T17:21:57.740" v="392" actId="1076"/>
          <ac:spMkLst>
            <pc:docMk/>
            <pc:sldMk cId="0" sldId="463"/>
            <ac:spMk id="33797" creationId="{C30CD316-BC3C-4ABA-B667-A4787378801C}"/>
          </ac:spMkLst>
        </pc:spChg>
        <pc:spChg chg="mod">
          <ac:chgData name="Hoque, Tamzidul" userId="05c62d7d-08c4-4ed9-b528-deb18472ab5f" providerId="ADAL" clId="{6BA2EF53-4194-47C8-8C3B-A8F96A2054F8}" dt="2024-04-16T17:21:57.740" v="392" actId="1076"/>
          <ac:spMkLst>
            <pc:docMk/>
            <pc:sldMk cId="0" sldId="463"/>
            <ac:spMk id="33798" creationId="{F0F2E0FF-5758-46B9-83A0-F500BBB26C6B}"/>
          </ac:spMkLst>
        </pc:spChg>
        <pc:spChg chg="mod">
          <ac:chgData name="Hoque, Tamzidul" userId="05c62d7d-08c4-4ed9-b528-deb18472ab5f" providerId="ADAL" clId="{6BA2EF53-4194-47C8-8C3B-A8F96A2054F8}" dt="2024-04-16T17:21:57.740" v="392" actId="1076"/>
          <ac:spMkLst>
            <pc:docMk/>
            <pc:sldMk cId="0" sldId="463"/>
            <ac:spMk id="33799" creationId="{EBEDFECD-BB87-4655-8F7B-40B707444DD3}"/>
          </ac:spMkLst>
        </pc:spChg>
        <pc:spChg chg="mod">
          <ac:chgData name="Hoque, Tamzidul" userId="05c62d7d-08c4-4ed9-b528-deb18472ab5f" providerId="ADAL" clId="{6BA2EF53-4194-47C8-8C3B-A8F96A2054F8}" dt="2024-04-16T17:21:57.740" v="392" actId="1076"/>
          <ac:spMkLst>
            <pc:docMk/>
            <pc:sldMk cId="0" sldId="463"/>
            <ac:spMk id="33800" creationId="{70DB40C5-E45C-4DE7-972B-D9765BE2D8BE}"/>
          </ac:spMkLst>
        </pc:spChg>
        <pc:grpChg chg="add mod">
          <ac:chgData name="Hoque, Tamzidul" userId="05c62d7d-08c4-4ed9-b528-deb18472ab5f" providerId="ADAL" clId="{6BA2EF53-4194-47C8-8C3B-A8F96A2054F8}" dt="2024-04-16T17:21:53.848" v="391" actId="571"/>
          <ac:grpSpMkLst>
            <pc:docMk/>
            <pc:sldMk cId="0" sldId="463"/>
            <ac:grpSpMk id="4" creationId="{43EDE185-DD27-6DA1-1AB1-5D1EDC3F97B4}"/>
          </ac:grpSpMkLst>
        </pc:grpChg>
        <pc:grpChg chg="mod">
          <ac:chgData name="Hoque, Tamzidul" userId="05c62d7d-08c4-4ed9-b528-deb18472ab5f" providerId="ADAL" clId="{6BA2EF53-4194-47C8-8C3B-A8F96A2054F8}" dt="2024-04-16T17:21:57.740" v="392" actId="1076"/>
          <ac:grpSpMkLst>
            <pc:docMk/>
            <pc:sldMk cId="0" sldId="463"/>
            <ac:grpSpMk id="33795" creationId="{313D22CE-BDD0-4EBB-ACBE-7A80501E5D9A}"/>
          </ac:grpSpMkLst>
        </pc:grpChg>
      </pc:sldChg>
      <pc:sldChg chg="addSp delSp modSp mod">
        <pc:chgData name="Hoque, Tamzidul" userId="05c62d7d-08c4-4ed9-b528-deb18472ab5f" providerId="ADAL" clId="{6BA2EF53-4194-47C8-8C3B-A8F96A2054F8}" dt="2024-04-16T17:40:02.084" v="801" actId="207"/>
        <pc:sldMkLst>
          <pc:docMk/>
          <pc:sldMk cId="1246860737" sldId="474"/>
        </pc:sldMkLst>
        <pc:spChg chg="mod">
          <ac:chgData name="Hoque, Tamzidul" userId="05c62d7d-08c4-4ed9-b528-deb18472ab5f" providerId="ADAL" clId="{6BA2EF53-4194-47C8-8C3B-A8F96A2054F8}" dt="2024-04-16T17:36:12.888" v="730"/>
          <ac:spMkLst>
            <pc:docMk/>
            <pc:sldMk cId="1246860737" sldId="474"/>
            <ac:spMk id="2" creationId="{461743D7-7CE3-4167-806D-783190EE0C1C}"/>
          </ac:spMkLst>
        </pc:spChg>
        <pc:spChg chg="mod">
          <ac:chgData name="Hoque, Tamzidul" userId="05c62d7d-08c4-4ed9-b528-deb18472ab5f" providerId="ADAL" clId="{6BA2EF53-4194-47C8-8C3B-A8F96A2054F8}" dt="2024-04-16T17:40:02.084" v="801" actId="207"/>
          <ac:spMkLst>
            <pc:docMk/>
            <pc:sldMk cId="1246860737" sldId="474"/>
            <ac:spMk id="3" creationId="{F1C0B4FD-67A7-45AB-9866-494D31EA4B0A}"/>
          </ac:spMkLst>
        </pc:spChg>
        <pc:spChg chg="add del mod">
          <ac:chgData name="Hoque, Tamzidul" userId="05c62d7d-08c4-4ed9-b528-deb18472ab5f" providerId="ADAL" clId="{6BA2EF53-4194-47C8-8C3B-A8F96A2054F8}" dt="2024-04-16T17:39:15.038" v="787"/>
          <ac:spMkLst>
            <pc:docMk/>
            <pc:sldMk cId="1246860737" sldId="474"/>
            <ac:spMk id="8" creationId="{1EC20F42-44DC-D28A-D42B-EC6ADF4EC83E}"/>
          </ac:spMkLst>
        </pc:spChg>
        <pc:spChg chg="add mod">
          <ac:chgData name="Hoque, Tamzidul" userId="05c62d7d-08c4-4ed9-b528-deb18472ab5f" providerId="ADAL" clId="{6BA2EF53-4194-47C8-8C3B-A8F96A2054F8}" dt="2024-04-16T17:39:53.315" v="800" actId="20577"/>
          <ac:spMkLst>
            <pc:docMk/>
            <pc:sldMk cId="1246860737" sldId="474"/>
            <ac:spMk id="10" creationId="{76CC544D-13FD-3E62-E3ED-232288A928BE}"/>
          </ac:spMkLst>
        </pc:spChg>
        <pc:picChg chg="mod">
          <ac:chgData name="Hoque, Tamzidul" userId="05c62d7d-08c4-4ed9-b528-deb18472ab5f" providerId="ADAL" clId="{6BA2EF53-4194-47C8-8C3B-A8F96A2054F8}" dt="2024-04-16T17:38:14.227" v="745" actId="14100"/>
          <ac:picMkLst>
            <pc:docMk/>
            <pc:sldMk cId="1246860737" sldId="474"/>
            <ac:picMk id="7" creationId="{597914E1-1966-4535-AABB-CC3B2F229C4B}"/>
          </ac:picMkLst>
        </pc:picChg>
      </pc:sldChg>
      <pc:sldChg chg="modSp mod">
        <pc:chgData name="Hoque, Tamzidul" userId="05c62d7d-08c4-4ed9-b528-deb18472ab5f" providerId="ADAL" clId="{6BA2EF53-4194-47C8-8C3B-A8F96A2054F8}" dt="2024-04-16T17:40:19.820" v="817" actId="20577"/>
        <pc:sldMkLst>
          <pc:docMk/>
          <pc:sldMk cId="2196545056" sldId="475"/>
        </pc:sldMkLst>
        <pc:spChg chg="mod">
          <ac:chgData name="Hoque, Tamzidul" userId="05c62d7d-08c4-4ed9-b528-deb18472ab5f" providerId="ADAL" clId="{6BA2EF53-4194-47C8-8C3B-A8F96A2054F8}" dt="2024-04-16T17:40:19.820" v="817" actId="20577"/>
          <ac:spMkLst>
            <pc:docMk/>
            <pc:sldMk cId="2196545056" sldId="475"/>
            <ac:spMk id="2" creationId="{F91CB7F1-5899-4484-A2A5-0D49ED3911B1}"/>
          </ac:spMkLst>
        </pc:spChg>
      </pc:sldChg>
      <pc:sldChg chg="modSp mod">
        <pc:chgData name="Hoque, Tamzidul" userId="05c62d7d-08c4-4ed9-b528-deb18472ab5f" providerId="ADAL" clId="{6BA2EF53-4194-47C8-8C3B-A8F96A2054F8}" dt="2024-04-16T17:10:12.601" v="275" actId="20577"/>
        <pc:sldMkLst>
          <pc:docMk/>
          <pc:sldMk cId="4178091375" sldId="478"/>
        </pc:sldMkLst>
        <pc:spChg chg="mod">
          <ac:chgData name="Hoque, Tamzidul" userId="05c62d7d-08c4-4ed9-b528-deb18472ab5f" providerId="ADAL" clId="{6BA2EF53-4194-47C8-8C3B-A8F96A2054F8}" dt="2024-04-16T17:10:12.601" v="275" actId="20577"/>
          <ac:spMkLst>
            <pc:docMk/>
            <pc:sldMk cId="4178091375" sldId="478"/>
            <ac:spMk id="3" creationId="{681711DE-4426-AD5E-E7EE-E3734EE5A84B}"/>
          </ac:spMkLst>
        </pc:spChg>
      </pc:sldChg>
      <pc:sldChg chg="modSp new mod">
        <pc:chgData name="Hoque, Tamzidul" userId="05c62d7d-08c4-4ed9-b528-deb18472ab5f" providerId="ADAL" clId="{6BA2EF53-4194-47C8-8C3B-A8F96A2054F8}" dt="2024-04-16T17:27:27.742" v="593" actId="113"/>
        <pc:sldMkLst>
          <pc:docMk/>
          <pc:sldMk cId="2703214525" sldId="479"/>
        </pc:sldMkLst>
        <pc:spChg chg="mod">
          <ac:chgData name="Hoque, Tamzidul" userId="05c62d7d-08c4-4ed9-b528-deb18472ab5f" providerId="ADAL" clId="{6BA2EF53-4194-47C8-8C3B-A8F96A2054F8}" dt="2024-04-16T17:23:17.338" v="417"/>
          <ac:spMkLst>
            <pc:docMk/>
            <pc:sldMk cId="2703214525" sldId="479"/>
            <ac:spMk id="2" creationId="{CA5DBDE3-8AA3-7B86-42C6-F2ADD2AFD854}"/>
          </ac:spMkLst>
        </pc:spChg>
        <pc:spChg chg="mod">
          <ac:chgData name="Hoque, Tamzidul" userId="05c62d7d-08c4-4ed9-b528-deb18472ab5f" providerId="ADAL" clId="{6BA2EF53-4194-47C8-8C3B-A8F96A2054F8}" dt="2024-04-16T17:27:27.742" v="593" actId="113"/>
          <ac:spMkLst>
            <pc:docMk/>
            <pc:sldMk cId="2703214525" sldId="479"/>
            <ac:spMk id="3" creationId="{824701D0-EC41-B072-C516-B59AB137988B}"/>
          </ac:spMkLst>
        </pc:spChg>
      </pc:sldChg>
      <pc:sldChg chg="addSp modSp new mod">
        <pc:chgData name="Hoque, Tamzidul" userId="05c62d7d-08c4-4ed9-b528-deb18472ab5f" providerId="ADAL" clId="{6BA2EF53-4194-47C8-8C3B-A8F96A2054F8}" dt="2024-04-16T17:46:27.793" v="878" actId="20577"/>
        <pc:sldMkLst>
          <pc:docMk/>
          <pc:sldMk cId="1167063725" sldId="480"/>
        </pc:sldMkLst>
        <pc:spChg chg="mod">
          <ac:chgData name="Hoque, Tamzidul" userId="05c62d7d-08c4-4ed9-b528-deb18472ab5f" providerId="ADAL" clId="{6BA2EF53-4194-47C8-8C3B-A8F96A2054F8}" dt="2024-04-16T17:45:15.882" v="853" actId="20577"/>
          <ac:spMkLst>
            <pc:docMk/>
            <pc:sldMk cId="1167063725" sldId="480"/>
            <ac:spMk id="2" creationId="{1DAAB031-FB36-B2F2-74E4-B61B3EBCC2A2}"/>
          </ac:spMkLst>
        </pc:spChg>
        <pc:spChg chg="mod">
          <ac:chgData name="Hoque, Tamzidul" userId="05c62d7d-08c4-4ed9-b528-deb18472ab5f" providerId="ADAL" clId="{6BA2EF53-4194-47C8-8C3B-A8F96A2054F8}" dt="2024-04-16T17:45:49.084" v="863" actId="20577"/>
          <ac:spMkLst>
            <pc:docMk/>
            <pc:sldMk cId="1167063725" sldId="480"/>
            <ac:spMk id="3" creationId="{DEE42A63-3DFE-C6CE-0CCE-07C04EFEE2EC}"/>
          </ac:spMkLst>
        </pc:spChg>
        <pc:spChg chg="add mod">
          <ac:chgData name="Hoque, Tamzidul" userId="05c62d7d-08c4-4ed9-b528-deb18472ab5f" providerId="ADAL" clId="{6BA2EF53-4194-47C8-8C3B-A8F96A2054F8}" dt="2024-04-16T17:46:27.793" v="878" actId="20577"/>
          <ac:spMkLst>
            <pc:docMk/>
            <pc:sldMk cId="1167063725" sldId="480"/>
            <ac:spMk id="7" creationId="{2418EEA5-35A1-B7CC-034F-D4151E1A05D2}"/>
          </ac:spMkLst>
        </pc:spChg>
        <pc:picChg chg="add mod">
          <ac:chgData name="Hoque, Tamzidul" userId="05c62d7d-08c4-4ed9-b528-deb18472ab5f" providerId="ADAL" clId="{6BA2EF53-4194-47C8-8C3B-A8F96A2054F8}" dt="2024-04-16T17:46:14.725" v="866" actId="1076"/>
          <ac:picMkLst>
            <pc:docMk/>
            <pc:sldMk cId="1167063725" sldId="480"/>
            <ac:picMk id="5" creationId="{97BAAA0F-2DC7-E54A-5437-F801ADAB857F}"/>
          </ac:picMkLst>
        </pc:picChg>
      </pc:sldChg>
      <pc:sldChg chg="modSp add mod">
        <pc:chgData name="Hoque, Tamzidul" userId="05c62d7d-08c4-4ed9-b528-deb18472ab5f" providerId="ADAL" clId="{6BA2EF53-4194-47C8-8C3B-A8F96A2054F8}" dt="2024-04-16T17:51:42.901" v="910" actId="27636"/>
        <pc:sldMkLst>
          <pc:docMk/>
          <pc:sldMk cId="1196825536" sldId="481"/>
        </pc:sldMkLst>
        <pc:spChg chg="mod">
          <ac:chgData name="Hoque, Tamzidul" userId="05c62d7d-08c4-4ed9-b528-deb18472ab5f" providerId="ADAL" clId="{6BA2EF53-4194-47C8-8C3B-A8F96A2054F8}" dt="2024-04-16T17:51:42.901" v="910" actId="27636"/>
          <ac:spMkLst>
            <pc:docMk/>
            <pc:sldMk cId="1196825536" sldId="481"/>
            <ac:spMk id="11267" creationId="{2BBE262B-D259-71B2-C4E6-1B7F2844B33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D8D023-19DD-4213-ACD4-C276704CFDED}" type="datetimeFigureOut">
              <a:t>6/26/2024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9423B6-D784-43A9-91AC-497CCEBDF6F7}" type="slidenum">
              <a:t>‹#›</a:t>
            </a:fld>
            <a:endParaRPr lang="en-US"/>
          </a:p>
        </p:txBody>
      </p:sp>
    </p:spTree>
    <p:extLst>
      <p:ext uri="{BB962C8B-B14F-4D97-AF65-F5344CB8AC3E}">
        <p14:creationId xmlns:p14="http://schemas.microsoft.com/office/powerpoint/2010/main" val="2900163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C761DB70-EBDA-4323-A06D-7135180FF7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6DA119D6-74A4-45D9-89AF-3DAE304211BC}" type="slidenum">
              <a:rPr lang="en-US" altLang="zh-CN" sz="1300">
                <a:ea typeface="宋体" panose="02010600030101010101" pitchFamily="2" charset="-122"/>
              </a:rPr>
              <a:pPr>
                <a:spcBef>
                  <a:spcPct val="0"/>
                </a:spcBef>
              </a:pPr>
              <a:t>2</a:t>
            </a:fld>
            <a:endParaRPr lang="en-US" altLang="zh-CN" sz="1300">
              <a:ea typeface="宋体" panose="02010600030101010101" pitchFamily="2" charset="-122"/>
            </a:endParaRPr>
          </a:p>
        </p:txBody>
      </p:sp>
      <p:sp>
        <p:nvSpPr>
          <p:cNvPr id="32771" name="Rectangle 2">
            <a:extLst>
              <a:ext uri="{FF2B5EF4-FFF2-40B4-BE49-F238E27FC236}">
                <a16:creationId xmlns:a16="http://schemas.microsoft.com/office/drawing/2014/main" id="{E4EC95EB-341B-4518-9C4E-BC59133EA04E}"/>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F697005B-EF6F-4CB7-A0ED-504248C3F3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Arial" panose="020B0604020202020204" pitchFamily="34" charset="0"/>
                <a:ea typeface="宋体" panose="02010600030101010101" pitchFamily="2" charset="-122"/>
                <a:cs typeface="Arial" panose="020B0604020202020204" pitchFamily="34" charset="0"/>
              </a:rPr>
              <a:t>Side-channel attacks bypass the theoretical strength of cryptographic algorithms and aim at nonprime, side-channel inputs and outputs. Commonly exploited side-channel outputs include: power consumption, electromagnetic emissions, light, timing and sound. Commonly exploited side-channel inputs include: supply voltage, temperature, light and other primary signal inputs unrelated to cryptographic block. This presentation focuses on physical attacks specific to side-channel outputs.</a:t>
            </a:r>
            <a:endParaRPr lang="zh-CN" altLang="en-US">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C761DB70-EBDA-4323-A06D-7135180FF7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6DA119D6-74A4-45D9-89AF-3DAE304211BC}" type="slidenum">
              <a:rPr lang="en-US" altLang="zh-CN" sz="1300">
                <a:ea typeface="宋体" panose="02010600030101010101" pitchFamily="2" charset="-122"/>
              </a:rPr>
              <a:pPr>
                <a:spcBef>
                  <a:spcPct val="0"/>
                </a:spcBef>
              </a:pPr>
              <a:t>3</a:t>
            </a:fld>
            <a:endParaRPr lang="en-US" altLang="zh-CN" sz="1300">
              <a:ea typeface="宋体" panose="02010600030101010101" pitchFamily="2" charset="-122"/>
            </a:endParaRPr>
          </a:p>
        </p:txBody>
      </p:sp>
      <p:sp>
        <p:nvSpPr>
          <p:cNvPr id="32771" name="Rectangle 2">
            <a:extLst>
              <a:ext uri="{FF2B5EF4-FFF2-40B4-BE49-F238E27FC236}">
                <a16:creationId xmlns:a16="http://schemas.microsoft.com/office/drawing/2014/main" id="{E4EC95EB-341B-4518-9C4E-BC59133EA04E}"/>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F697005B-EF6F-4CB7-A0ED-504248C3F3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Arial" panose="020B0604020202020204" pitchFamily="34" charset="0"/>
                <a:ea typeface="宋体" panose="02010600030101010101" pitchFamily="2" charset="-122"/>
                <a:cs typeface="Arial" panose="020B0604020202020204" pitchFamily="34" charset="0"/>
              </a:rPr>
              <a:t>Side-channel attacks bypass the theoretical strength of cryptographic algorithms and aim at nonprime, side-channel inputs and outputs. Commonly exploited side-channel outputs include: power consumption, electromagnetic emissions, light, timing and sound. Commonly exploited side-channel inputs include: supply voltage, temperature, light and other primary signal inputs unrelated to cryptographic block. This presentation focuses on physical attacks specific to side-channel outputs.</a:t>
            </a:r>
            <a:endParaRPr lang="zh-CN" altLang="en-US">
              <a:latin typeface="Arial" panose="020B0604020202020204" pitchFamily="34" charset="0"/>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1272152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8DD18F7B-FA36-4C6E-83D7-8725DBFD5B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DE995A5B-7F7D-4A3A-B244-186615AF778C}" type="slidenum">
              <a:rPr lang="en-US" altLang="zh-CN" sz="1300">
                <a:ea typeface="宋体" panose="02010600030101010101" pitchFamily="2" charset="-122"/>
              </a:rPr>
              <a:pPr>
                <a:spcBef>
                  <a:spcPct val="0"/>
                </a:spcBef>
              </a:pPr>
              <a:t>9</a:t>
            </a:fld>
            <a:endParaRPr lang="en-US" altLang="zh-CN" sz="1300">
              <a:ea typeface="宋体" panose="02010600030101010101" pitchFamily="2" charset="-122"/>
            </a:endParaRPr>
          </a:p>
        </p:txBody>
      </p:sp>
      <p:sp>
        <p:nvSpPr>
          <p:cNvPr id="60419" name="Rectangle 2">
            <a:extLst>
              <a:ext uri="{FF2B5EF4-FFF2-40B4-BE49-F238E27FC236}">
                <a16:creationId xmlns:a16="http://schemas.microsoft.com/office/drawing/2014/main" id="{D7568C21-4888-460F-B065-231656A811D6}"/>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E0AB5CA9-0EAE-4E09-8C2E-BCA58C2E79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latin typeface="Arial" panose="020B0604020202020204" pitchFamily="34" charset="0"/>
                <a:ea typeface="宋体" panose="02010600030101010101" pitchFamily="2" charset="-122"/>
                <a:cs typeface="Arial" panose="020B0604020202020204" pitchFamily="34" charset="0"/>
              </a:rPr>
              <a:t>The concept of simple power analysis is first proposed by Paul Kocher in 1996. The basic idea is to monitor the device’s power consumption to deduce information about data and operation. A typical application example of SPA is cryptanalysis on data encryption standard(DES), commonly employed to encrypt smart cards. DES is established based on Lucifer proposed by IBM in 1974 and tested by NSA and the general public. DES is a block cipher combining substitutions and permutations with 16 rounds iterations on input bits. Each round has a round key generated from the user-supplied key. </a:t>
            </a:r>
          </a:p>
          <a:p>
            <a:pPr eaLnBrk="1" hangingPunct="1"/>
            <a:endParaRPr lang="en-US" altLang="zh-CN" dirty="0">
              <a:latin typeface="Arial" panose="020B0604020202020204" pitchFamily="34" charset="0"/>
              <a:ea typeface="宋体" panose="02010600030101010101" pitchFamily="2" charset="-122"/>
              <a:cs typeface="Arial" panose="020B0604020202020204" pitchFamily="34" charset="0"/>
            </a:endParaRPr>
          </a:p>
          <a:p>
            <a:pPr eaLnBrk="1" hangingPunct="1"/>
            <a:endParaRPr lang="en-US" altLang="zh-CN" dirty="0">
              <a:latin typeface="Arial" panose="020B0604020202020204" pitchFamily="34" charset="0"/>
              <a:ea typeface="宋体" panose="02010600030101010101" pitchFamily="2" charset="-122"/>
              <a:cs typeface="Arial" panose="020B0604020202020204" pitchFamily="34" charset="0"/>
            </a:endParaRPr>
          </a:p>
          <a:p>
            <a:pPr eaLnBrk="1" hangingPunct="1"/>
            <a:r>
              <a:rPr lang="en-US" altLang="zh-CN" dirty="0">
                <a:latin typeface="Arial" panose="020B0604020202020204" pitchFamily="34" charset="0"/>
                <a:ea typeface="宋体" panose="02010600030101010101" pitchFamily="2" charset="-122"/>
                <a:cs typeface="Arial" panose="020B0604020202020204" pitchFamily="34" charset="0"/>
              </a:rPr>
              <a:t>visual examination vs statistical analysis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B1EB47DC-27A9-4C55-934B-54517AAB79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4742C83D-F95C-4B29-8C95-BFD612990C92}" type="slidenum">
              <a:rPr lang="en-US" altLang="zh-CN" sz="1300">
                <a:ea typeface="宋体" panose="02010600030101010101" pitchFamily="2" charset="-122"/>
              </a:rPr>
              <a:pPr>
                <a:spcBef>
                  <a:spcPct val="0"/>
                </a:spcBef>
              </a:pPr>
              <a:t>10</a:t>
            </a:fld>
            <a:endParaRPr lang="en-US" altLang="zh-CN" sz="1300">
              <a:ea typeface="宋体" panose="02010600030101010101" pitchFamily="2" charset="-122"/>
            </a:endParaRPr>
          </a:p>
        </p:txBody>
      </p:sp>
      <p:sp>
        <p:nvSpPr>
          <p:cNvPr id="62467" name="Rectangle 2">
            <a:extLst>
              <a:ext uri="{FF2B5EF4-FFF2-40B4-BE49-F238E27FC236}">
                <a16:creationId xmlns:a16="http://schemas.microsoft.com/office/drawing/2014/main" id="{71F9AF4F-3F16-409F-877A-B9BAB4C4C1F0}"/>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0A7059D9-24E7-4EC3-9D08-40EED3AFF3BF}"/>
              </a:ext>
            </a:extLst>
          </p:cNvPr>
          <p:cNvSpPr>
            <a:spLocks noGrp="1" noChangeArrowheads="1"/>
          </p:cNvSpPr>
          <p:nvPr>
            <p:ph type="body" idx="1"/>
          </p:nvPr>
        </p:nvSpPr>
        <p:spPr>
          <a:xfrm>
            <a:off x="976313" y="4560888"/>
            <a:ext cx="5362575"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latin typeface="Arial" panose="020B0604020202020204" pitchFamily="34" charset="0"/>
                <a:ea typeface="宋体" panose="02010600030101010101" pitchFamily="2" charset="-122"/>
                <a:cs typeface="Arial" panose="020B0604020202020204" pitchFamily="34" charset="0"/>
              </a:rPr>
              <a:t>The basic structure of DES is shown as the right figure. Both input and output are 64-bit blocks. The input block is divided into left and right half (32 bits) for iteration. Substitution and permutation are combined for confusion and diffusion respectively. A user-supplied key is used at first. Each round has a 64-bit round key, among which 56 bits are used for encryption and 8 bits are used for error checking, including odd and even check. The left half would be generated directly from the right half of former round. All basic encryption operations are simple logical operations like left shift and XOR. </a:t>
            </a:r>
            <a:endParaRPr lang="zh-CN" altLang="en-US" dirty="0">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58A12DA4-60C0-462A-A9E9-B86F05E74F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DBAD5420-880E-4E33-8C15-EE3759AE094B}" type="slidenum">
              <a:rPr lang="en-US" altLang="zh-CN" sz="1300">
                <a:ea typeface="宋体" panose="02010600030101010101" pitchFamily="2" charset="-122"/>
              </a:rPr>
              <a:pPr>
                <a:spcBef>
                  <a:spcPct val="0"/>
                </a:spcBef>
              </a:pPr>
              <a:t>11</a:t>
            </a:fld>
            <a:endParaRPr lang="en-US" altLang="zh-CN" sz="1300">
              <a:ea typeface="宋体" panose="02010600030101010101" pitchFamily="2" charset="-122"/>
            </a:endParaRPr>
          </a:p>
        </p:txBody>
      </p:sp>
      <p:sp>
        <p:nvSpPr>
          <p:cNvPr id="64515" name="Rectangle 2">
            <a:extLst>
              <a:ext uri="{FF2B5EF4-FFF2-40B4-BE49-F238E27FC236}">
                <a16:creationId xmlns:a16="http://schemas.microsoft.com/office/drawing/2014/main" id="{66B7FDBC-2760-4C8C-8A18-D40F4F63C1B1}"/>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4D09105B-C0D9-4EA0-ACCF-ECB2570BA3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Arial" panose="020B0604020202020204" pitchFamily="34" charset="0"/>
                <a:ea typeface="宋体" panose="02010600030101010101" pitchFamily="2" charset="-122"/>
                <a:cs typeface="Arial" panose="020B0604020202020204" pitchFamily="34" charset="0"/>
              </a:rPr>
              <a:t>This figure displays the power traces of SPA on DES, which reveal the instruction sequence. The upper trace shows the entire encryption process, including the initial phase, 16 DES rounds, and initial permutation. The lower trace shows the detailed view of the second and third rounds. </a:t>
            </a:r>
            <a:endParaRPr lang="zh-CN" altLang="en-US">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“detailed view of the same trace showing the second and third rounds of a DES encryption operation. Many details of the DES operation are now visible. For example, the 28-bit DES key registers C and D are rotated once in round 2 (left arrow) and twice in round 3 (right arrows). In Figure 2, small variations between the rounds just can be perceived. Many of these discernable features are SPA weaknesses caused by conditional jumps based on key bits and computational intermediates.”</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DES key schedule: The DES key schedule computation involves rotating 28- bit key registers. A conditional branch is commonly used to check the bit shifted off</a:t>
            </a:r>
            <a:br>
              <a:rPr lang="en-US" dirty="0"/>
            </a:br>
            <a:r>
              <a:rPr lang="en-US" dirty="0"/>
              <a:t> the end so that \1" bits can be wrapped around. The resulting power consumption traces for a \1" bit and a \0" bit will contain </a:t>
            </a:r>
            <a:r>
              <a:rPr lang="en-US" dirty="0" err="1"/>
              <a:t>dierent</a:t>
            </a:r>
            <a:r>
              <a:rPr lang="en-US" dirty="0"/>
              <a:t> SPA features if the execution paths take </a:t>
            </a:r>
            <a:r>
              <a:rPr lang="en-US" dirty="0" err="1"/>
              <a:t>dierent</a:t>
            </a:r>
            <a:r>
              <a:rPr lang="en-US" dirty="0"/>
              <a:t> branches</a:t>
            </a:r>
          </a:p>
          <a:p>
            <a:endParaRPr lang="en-US" dirty="0"/>
          </a:p>
        </p:txBody>
      </p:sp>
      <p:sp>
        <p:nvSpPr>
          <p:cNvPr id="4" name="Slide Number Placeholder 3"/>
          <p:cNvSpPr>
            <a:spLocks noGrp="1"/>
          </p:cNvSpPr>
          <p:nvPr>
            <p:ph type="sldNum" sz="quarter" idx="5"/>
          </p:nvPr>
        </p:nvSpPr>
        <p:spPr/>
        <p:txBody>
          <a:bodyPr/>
          <a:lstStyle/>
          <a:p>
            <a:pPr>
              <a:defRPr/>
            </a:pPr>
            <a:fld id="{7CE86385-DA55-4144-BE42-903882C07944}" type="slidenum">
              <a:rPr lang="en-US" altLang="zh-CN" smtClean="0"/>
              <a:pPr>
                <a:defRPr/>
              </a:pPr>
              <a:t>12</a:t>
            </a:fld>
            <a:endParaRPr lang="en-US" altLang="zh-CN"/>
          </a:p>
        </p:txBody>
      </p:sp>
    </p:spTree>
    <p:extLst>
      <p:ext uri="{BB962C8B-B14F-4D97-AF65-F5344CB8AC3E}">
        <p14:creationId xmlns:p14="http://schemas.microsoft.com/office/powerpoint/2010/main" val="377853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execution path through an SPA feature where a jump instruction is performed, and the lower trace shows a case where the jump is not taken. The point of divergence is at clock cycle 6 and is clearly visible.</a:t>
            </a:r>
          </a:p>
        </p:txBody>
      </p:sp>
      <p:sp>
        <p:nvSpPr>
          <p:cNvPr id="4" name="Slide Number Placeholder 3"/>
          <p:cNvSpPr>
            <a:spLocks noGrp="1"/>
          </p:cNvSpPr>
          <p:nvPr>
            <p:ph type="sldNum" sz="quarter" idx="5"/>
          </p:nvPr>
        </p:nvSpPr>
        <p:spPr/>
        <p:txBody>
          <a:bodyPr/>
          <a:lstStyle/>
          <a:p>
            <a:pPr>
              <a:defRPr/>
            </a:pPr>
            <a:fld id="{7CE86385-DA55-4144-BE42-903882C07944}" type="slidenum">
              <a:rPr lang="en-US" altLang="zh-CN" smtClean="0"/>
              <a:pPr>
                <a:defRPr/>
              </a:pPr>
              <a:t>13</a:t>
            </a:fld>
            <a:endParaRPr lang="en-US" altLang="zh-CN"/>
          </a:p>
        </p:txBody>
      </p:sp>
    </p:spTree>
    <p:extLst>
      <p:ext uri="{BB962C8B-B14F-4D97-AF65-F5344CB8AC3E}">
        <p14:creationId xmlns:p14="http://schemas.microsoft.com/office/powerpoint/2010/main" val="32475413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25EF5C4A-890D-35BA-2600-4C0DDEB9B7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F0D1C6B3-A6A2-4B0F-9AA1-760985E8CFFA}" type="slidenum">
              <a:rPr lang="en-US" altLang="zh-CN" sz="1300" smtClean="0">
                <a:ea typeface="宋体" panose="02010600030101010101" pitchFamily="2" charset="-122"/>
              </a:rPr>
              <a:pPr>
                <a:spcBef>
                  <a:spcPct val="0"/>
                </a:spcBef>
              </a:pPr>
              <a:t>14</a:t>
            </a:fld>
            <a:endParaRPr lang="en-US" altLang="zh-CN" sz="1300">
              <a:ea typeface="宋体" panose="02010600030101010101" pitchFamily="2" charset="-122"/>
            </a:endParaRPr>
          </a:p>
        </p:txBody>
      </p:sp>
      <p:sp>
        <p:nvSpPr>
          <p:cNvPr id="8195" name="Rectangle 2">
            <a:extLst>
              <a:ext uri="{FF2B5EF4-FFF2-40B4-BE49-F238E27FC236}">
                <a16:creationId xmlns:a16="http://schemas.microsoft.com/office/drawing/2014/main" id="{FEB7E156-0EA8-8114-C297-925456B7371F}"/>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C6FC6C1B-7079-E325-3167-2AB6BBAD3C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Arial" panose="020B0604020202020204" pitchFamily="34" charset="0"/>
                <a:ea typeface="宋体" panose="02010600030101010101" pitchFamily="2" charset="-122"/>
                <a:cs typeface="Arial" panose="020B0604020202020204" pitchFamily="34" charset="0"/>
              </a:rPr>
              <a:t>Running time of a crypto processor can be also used as an information channel. For example, imagine you put $28 in one pot and $10 in the other. If there are 10 notes in the blue pot and 7 notes in the red pot, you cannot determine what is in each pot according to whether the result is odd or even. </a:t>
            </a:r>
            <a:endParaRPr lang="zh-CN" altLang="en-US">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10988F73-D142-A522-A181-020434995E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F9CBA310-5244-4169-8D40-C15D7E239C18}" type="slidenum">
              <a:rPr lang="en-US" altLang="zh-CN" sz="1300" smtClean="0">
                <a:ea typeface="宋体" panose="02010600030101010101" pitchFamily="2" charset="-122"/>
              </a:rPr>
              <a:pPr>
                <a:spcBef>
                  <a:spcPct val="0"/>
                </a:spcBef>
              </a:pPr>
              <a:t>15</a:t>
            </a:fld>
            <a:endParaRPr lang="en-US" altLang="zh-CN" sz="1300">
              <a:ea typeface="宋体" panose="02010600030101010101" pitchFamily="2" charset="-122"/>
            </a:endParaRPr>
          </a:p>
        </p:txBody>
      </p:sp>
      <p:sp>
        <p:nvSpPr>
          <p:cNvPr id="10243" name="Rectangle 2">
            <a:extLst>
              <a:ext uri="{FF2B5EF4-FFF2-40B4-BE49-F238E27FC236}">
                <a16:creationId xmlns:a16="http://schemas.microsoft.com/office/drawing/2014/main" id="{E4626679-0B44-EA2F-6670-303C71D963E9}"/>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4043DCFA-A3E8-1ACF-209C-AD341309DE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Arial" panose="020B0604020202020204" pitchFamily="34" charset="0"/>
                <a:ea typeface="宋体" panose="02010600030101010101" pitchFamily="2" charset="-122"/>
                <a:cs typeface="Arial" panose="020B0604020202020204" pitchFamily="34" charset="0"/>
              </a:rPr>
              <a:t>However, one can discern where each amount is by monitoring the time it takes to give the answer. </a:t>
            </a:r>
            <a:endParaRPr lang="zh-CN" altLang="en-US">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52115E13-E199-D1D3-6169-5060373C0A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4582247A-77D7-41BF-90C2-E177EE77A06A}" type="slidenum">
              <a:rPr lang="en-US" altLang="zh-CN" sz="1300" smtClean="0">
                <a:ea typeface="宋体" panose="02010600030101010101" pitchFamily="2" charset="-122"/>
              </a:rPr>
              <a:pPr>
                <a:spcBef>
                  <a:spcPct val="0"/>
                </a:spcBef>
              </a:pPr>
              <a:t>17</a:t>
            </a:fld>
            <a:endParaRPr lang="en-US" altLang="zh-CN" sz="1300">
              <a:ea typeface="宋体" panose="02010600030101010101" pitchFamily="2" charset="-122"/>
            </a:endParaRPr>
          </a:p>
        </p:txBody>
      </p:sp>
      <p:sp>
        <p:nvSpPr>
          <p:cNvPr id="12291" name="Rectangle 2">
            <a:extLst>
              <a:ext uri="{FF2B5EF4-FFF2-40B4-BE49-F238E27FC236}">
                <a16:creationId xmlns:a16="http://schemas.microsoft.com/office/drawing/2014/main" id="{110B1312-17A0-E902-CFDF-1DC266FF8063}"/>
              </a:ext>
            </a:extLst>
          </p:cNvPr>
          <p:cNvSpPr>
            <a:spLocks noGrp="1" noRot="1" noChangeAspect="1" noChangeArrowheads="1" noTextEdit="1"/>
          </p:cNvSpPr>
          <p:nvPr>
            <p:ph type="sldImg"/>
          </p:nvPr>
        </p:nvSpPr>
        <p:spPr>
          <a:xfrm>
            <a:off x="460375" y="720725"/>
            <a:ext cx="6397625" cy="3598863"/>
          </a:xfrm>
          <a:ln/>
        </p:spPr>
      </p:sp>
      <p:sp>
        <p:nvSpPr>
          <p:cNvPr id="12292" name="Rectangle 3">
            <a:extLst>
              <a:ext uri="{FF2B5EF4-FFF2-40B4-BE49-F238E27FC236}">
                <a16:creationId xmlns:a16="http://schemas.microsoft.com/office/drawing/2014/main" id="{438191A3-5EED-E3C2-6EDA-88EC92F6C98A}"/>
              </a:ext>
            </a:extLst>
          </p:cNvPr>
          <p:cNvSpPr>
            <a:spLocks noGrp="1" noChangeArrowheads="1"/>
          </p:cNvSpPr>
          <p:nvPr>
            <p:ph type="body" idx="1"/>
          </p:nvPr>
        </p:nvSpPr>
        <p:spPr>
          <a:xfrm>
            <a:off x="974725" y="4559300"/>
            <a:ext cx="5365750"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Arial" panose="020B0604020202020204" pitchFamily="34" charset="0"/>
                <a:ea typeface="宋体" panose="02010600030101010101" pitchFamily="2" charset="-122"/>
                <a:cs typeface="Arial" panose="020B0604020202020204" pitchFamily="34" charset="0"/>
              </a:rPr>
              <a:t>Security of RSA cryptosystem relies on the assumption that it is difficult to factor a large prime. </a:t>
            </a:r>
            <a:endParaRPr lang="zh-CN" altLang="en-US">
              <a:latin typeface="Arial" panose="020B0604020202020204" pitchFamily="34" charset="0"/>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3635886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EB118952-57BC-C8A8-AF08-456C1AC480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FA322076-8A6C-46F4-9F03-6B1550C3D05C}" type="slidenum">
              <a:rPr lang="en-US" altLang="zh-CN" sz="1300" smtClean="0">
                <a:ea typeface="宋体" panose="02010600030101010101" pitchFamily="2" charset="-122"/>
              </a:rPr>
              <a:pPr>
                <a:spcBef>
                  <a:spcPct val="0"/>
                </a:spcBef>
              </a:pPr>
              <a:t>18</a:t>
            </a:fld>
            <a:endParaRPr lang="en-US" altLang="zh-CN" sz="1300">
              <a:ea typeface="宋体" panose="02010600030101010101" pitchFamily="2" charset="-122"/>
            </a:endParaRPr>
          </a:p>
        </p:txBody>
      </p:sp>
      <p:sp>
        <p:nvSpPr>
          <p:cNvPr id="16387" name="Rectangle 2">
            <a:extLst>
              <a:ext uri="{FF2B5EF4-FFF2-40B4-BE49-F238E27FC236}">
                <a16:creationId xmlns:a16="http://schemas.microsoft.com/office/drawing/2014/main" id="{59918ABC-25E0-FE10-C741-2EEDF9EE67A2}"/>
              </a:ext>
            </a:extLst>
          </p:cNvPr>
          <p:cNvSpPr>
            <a:spLocks noGrp="1" noRot="1" noChangeAspect="1" noChangeArrowheads="1" noTextEdit="1"/>
          </p:cNvSpPr>
          <p:nvPr>
            <p:ph type="sldImg"/>
          </p:nvPr>
        </p:nvSpPr>
        <p:spPr>
          <a:xfrm>
            <a:off x="460375" y="720725"/>
            <a:ext cx="6397625" cy="3598863"/>
          </a:xfrm>
          <a:ln/>
        </p:spPr>
      </p:sp>
      <p:sp>
        <p:nvSpPr>
          <p:cNvPr id="16388" name="Rectangle 3">
            <a:extLst>
              <a:ext uri="{FF2B5EF4-FFF2-40B4-BE49-F238E27FC236}">
                <a16:creationId xmlns:a16="http://schemas.microsoft.com/office/drawing/2014/main" id="{A276CCA9-1DC9-A525-B7A3-00C7A7092920}"/>
              </a:ext>
            </a:extLst>
          </p:cNvPr>
          <p:cNvSpPr>
            <a:spLocks noGrp="1" noChangeArrowheads="1"/>
          </p:cNvSpPr>
          <p:nvPr>
            <p:ph type="body" idx="1"/>
          </p:nvPr>
        </p:nvSpPr>
        <p:spPr>
          <a:xfrm>
            <a:off x="974725" y="4559300"/>
            <a:ext cx="5365750"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Arial" panose="020B0604020202020204" pitchFamily="34" charset="0"/>
                <a:ea typeface="宋体" panose="02010600030101010101" pitchFamily="2" charset="-122"/>
                <a:cs typeface="Arial" panose="020B0604020202020204" pitchFamily="34" charset="0"/>
              </a:rPr>
              <a:t>Different mathematical operations in the process of decryption take different time.   </a:t>
            </a:r>
            <a:endParaRPr lang="zh-CN" altLang="en-US">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08B83BA5-F67C-9799-2A77-11C7431C73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6834201C-3951-4511-8E32-F40861B46656}" type="slidenum">
              <a:rPr lang="en-US" altLang="zh-CN" sz="1300" smtClean="0">
                <a:ea typeface="宋体" panose="02010600030101010101" pitchFamily="2" charset="-122"/>
              </a:rPr>
              <a:pPr>
                <a:spcBef>
                  <a:spcPct val="0"/>
                </a:spcBef>
              </a:pPr>
              <a:t>19</a:t>
            </a:fld>
            <a:endParaRPr lang="en-US" altLang="zh-CN" sz="1300">
              <a:ea typeface="宋体" panose="02010600030101010101" pitchFamily="2" charset="-122"/>
            </a:endParaRPr>
          </a:p>
        </p:txBody>
      </p:sp>
      <p:sp>
        <p:nvSpPr>
          <p:cNvPr id="18435" name="Rectangle 2">
            <a:extLst>
              <a:ext uri="{FF2B5EF4-FFF2-40B4-BE49-F238E27FC236}">
                <a16:creationId xmlns:a16="http://schemas.microsoft.com/office/drawing/2014/main" id="{058272EC-F2FA-94DF-5FB3-AF0E3107544C}"/>
              </a:ext>
            </a:extLst>
          </p:cNvPr>
          <p:cNvSpPr>
            <a:spLocks noGrp="1" noRot="1" noChangeAspect="1" noChangeArrowheads="1" noTextEdit="1"/>
          </p:cNvSpPr>
          <p:nvPr>
            <p:ph type="sldImg"/>
          </p:nvPr>
        </p:nvSpPr>
        <p:spPr>
          <a:xfrm>
            <a:off x="460375" y="720725"/>
            <a:ext cx="6397625" cy="3598863"/>
          </a:xfrm>
          <a:ln/>
        </p:spPr>
      </p:sp>
      <p:sp>
        <p:nvSpPr>
          <p:cNvPr id="18436" name="Rectangle 3">
            <a:extLst>
              <a:ext uri="{FF2B5EF4-FFF2-40B4-BE49-F238E27FC236}">
                <a16:creationId xmlns:a16="http://schemas.microsoft.com/office/drawing/2014/main" id="{9F0E07E7-E596-8175-E8AA-D276A901E4F6}"/>
              </a:ext>
            </a:extLst>
          </p:cNvPr>
          <p:cNvSpPr>
            <a:spLocks noGrp="1" noChangeArrowheads="1"/>
          </p:cNvSpPr>
          <p:nvPr>
            <p:ph type="body" idx="1"/>
          </p:nvPr>
        </p:nvSpPr>
        <p:spPr>
          <a:xfrm>
            <a:off x="974725" y="4559300"/>
            <a:ext cx="5365750"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Arial" panose="020B0604020202020204" pitchFamily="34" charset="0"/>
                <a:ea typeface="宋体" panose="02010600030101010101" pitchFamily="2" charset="-122"/>
                <a:cs typeface="Arial" panose="020B0604020202020204" pitchFamily="34" charset="0"/>
              </a:rPr>
              <a:t>The basic idea of Kocher’s attack is to guess some bits of the exponent and predict how long decryption will take. If guess is correct, correlation would be observed, or else prediction would look random. </a:t>
            </a:r>
            <a:endParaRPr lang="zh-CN" altLang="en-US">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2767FF"/>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467498" y="2328844"/>
            <a:ext cx="6661249" cy="628762"/>
          </a:xfrm>
          <a:prstGeom prst="callout1">
            <a:avLst>
              <a:gd name="adj1" fmla="val 151403"/>
              <a:gd name="adj2" fmla="val 99873"/>
              <a:gd name="adj3" fmla="val 151570"/>
              <a:gd name="adj4" fmla="val 213"/>
            </a:avLst>
          </a:prstGeom>
          <a:noFill/>
          <a:ln w="44450">
            <a:solidFill>
              <a:schemeClr val="bg1"/>
            </a:solidFill>
          </a:ln>
        </p:spPr>
        <p:txBody>
          <a:bodyPr wrap="square" tIns="45720" bIns="45720" anchor="ctr">
            <a:spAutoFit/>
          </a:bodyPr>
          <a:lstStyle>
            <a:lvl1pPr algn="l">
              <a:lnSpc>
                <a:spcPct val="83000"/>
              </a:lnSpc>
              <a:defRPr lang="en-US" sz="4200" b="1" kern="1200" cap="all" spc="450" baseline="0" dirty="0">
                <a:solidFill>
                  <a:schemeClr val="bg1"/>
                </a:solidFill>
                <a:effectLst/>
                <a:latin typeface="+mj-lt"/>
                <a:ea typeface="+mn-ea"/>
                <a:cs typeface="+mn-cs"/>
              </a:defRPr>
            </a:lvl1pPr>
          </a:lstStyle>
          <a:p>
            <a:r>
              <a:rPr lang="en-US"/>
              <a:t>Click to add title</a:t>
            </a:r>
          </a:p>
        </p:txBody>
      </p:sp>
      <p:sp>
        <p:nvSpPr>
          <p:cNvPr id="3" name="Subtitle 2"/>
          <p:cNvSpPr>
            <a:spLocks noGrp="1"/>
          </p:cNvSpPr>
          <p:nvPr>
            <p:ph type="subTitle" idx="1" hasCustomPrompt="1"/>
          </p:nvPr>
        </p:nvSpPr>
        <p:spPr>
          <a:xfrm>
            <a:off x="1588530" y="1146085"/>
            <a:ext cx="4207152" cy="347390"/>
          </a:xfrm>
          <a:prstGeom prst="rect">
            <a:avLst/>
          </a:prstGeom>
          <a:solidFill>
            <a:schemeClr val="bg1"/>
          </a:solidFill>
        </p:spPr>
        <p:txBody>
          <a:bodyPr>
            <a:noAutofit/>
          </a:bodyPr>
          <a:lstStyle>
            <a:lvl1pPr marL="0" indent="0" algn="ctr">
              <a:spcBef>
                <a:spcPts val="0"/>
              </a:spcBef>
              <a:buNone/>
              <a:defRPr sz="1800" b="1" cap="all" spc="450" baseline="0">
                <a:solidFill>
                  <a:srgbClr val="2767FF"/>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pic>
        <p:nvPicPr>
          <p:cNvPr id="33" name="Picture 32">
            <a:extLst>
              <a:ext uri="{FF2B5EF4-FFF2-40B4-BE49-F238E27FC236}">
                <a16:creationId xmlns:a16="http://schemas.microsoft.com/office/drawing/2014/main" id="{B4036D0F-E6CC-AD4F-9DE7-1B86DEF9BDD9}"/>
              </a:ext>
            </a:extLst>
          </p:cNvPr>
          <p:cNvPicPr>
            <a:picLocks noChangeAspect="1"/>
          </p:cNvPicPr>
          <p:nvPr/>
        </p:nvPicPr>
        <p:blipFill rotWithShape="1">
          <a:blip r:embed="rId2">
            <a:extLst>
              <a:ext uri="{28A0092B-C50C-407E-A947-70E740481C1C}">
                <a14:useLocalDpi xmlns:a14="http://schemas.microsoft.com/office/drawing/2010/main" val="0"/>
              </a:ext>
            </a:extLst>
          </a:blip>
          <a:srcRect t="-1" b="46405"/>
          <a:stretch/>
        </p:blipFill>
        <p:spPr>
          <a:xfrm>
            <a:off x="7694407" y="5746174"/>
            <a:ext cx="868680" cy="1111825"/>
          </a:xfrm>
          <a:prstGeom prst="rect">
            <a:avLst/>
          </a:prstGeom>
        </p:spPr>
      </p:pic>
      <p:pic>
        <p:nvPicPr>
          <p:cNvPr id="34" name="Picture 33">
            <a:extLst>
              <a:ext uri="{FF2B5EF4-FFF2-40B4-BE49-F238E27FC236}">
                <a16:creationId xmlns:a16="http://schemas.microsoft.com/office/drawing/2014/main" id="{2BF0A6A2-7D8C-F341-9392-3B8CB072239A}"/>
              </a:ext>
            </a:extLst>
          </p:cNvPr>
          <p:cNvPicPr>
            <a:picLocks noChangeAspect="1"/>
          </p:cNvPicPr>
          <p:nvPr/>
        </p:nvPicPr>
        <p:blipFill rotWithShape="1">
          <a:blip r:embed="rId3">
            <a:extLst>
              <a:ext uri="{28A0092B-C50C-407E-A947-70E740481C1C}">
                <a14:useLocalDpi xmlns:a14="http://schemas.microsoft.com/office/drawing/2010/main" val="0"/>
              </a:ext>
            </a:extLst>
          </a:blip>
          <a:srcRect t="64510"/>
          <a:stretch/>
        </p:blipFill>
        <p:spPr>
          <a:xfrm>
            <a:off x="10367640" y="-1"/>
            <a:ext cx="1239147" cy="1233171"/>
          </a:xfrm>
          <a:prstGeom prst="rect">
            <a:avLst/>
          </a:prstGeom>
        </p:spPr>
      </p:pic>
      <p:pic>
        <p:nvPicPr>
          <p:cNvPr id="35" name="Picture 34">
            <a:extLst>
              <a:ext uri="{FF2B5EF4-FFF2-40B4-BE49-F238E27FC236}">
                <a16:creationId xmlns:a16="http://schemas.microsoft.com/office/drawing/2014/main" id="{85C8E371-A18B-9649-9D46-C040852A6B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63764" y="764795"/>
            <a:ext cx="1239147" cy="3474720"/>
          </a:xfrm>
          <a:prstGeom prst="rect">
            <a:avLst/>
          </a:prstGeom>
        </p:spPr>
      </p:pic>
      <p:sp>
        <p:nvSpPr>
          <p:cNvPr id="42" name="Text Placeholder 41">
            <a:extLst>
              <a:ext uri="{FF2B5EF4-FFF2-40B4-BE49-F238E27FC236}">
                <a16:creationId xmlns:a16="http://schemas.microsoft.com/office/drawing/2014/main" id="{B2A50F33-1127-9044-987A-9E84151D8711}"/>
              </a:ext>
            </a:extLst>
          </p:cNvPr>
          <p:cNvSpPr>
            <a:spLocks noGrp="1"/>
          </p:cNvSpPr>
          <p:nvPr userDrawn="1">
            <p:ph type="body" sz="quarter" idx="10" hasCustomPrompt="1"/>
          </p:nvPr>
        </p:nvSpPr>
        <p:spPr>
          <a:xfrm>
            <a:off x="1482971" y="3921067"/>
            <a:ext cx="7507518" cy="738664"/>
          </a:xfrm>
          <a:prstGeom prst="callout1">
            <a:avLst>
              <a:gd name="adj1" fmla="val 142408"/>
              <a:gd name="adj2" fmla="val 100539"/>
              <a:gd name="adj3" fmla="val 142808"/>
              <a:gd name="adj4" fmla="val 61"/>
            </a:avLst>
          </a:prstGeom>
          <a:ln w="44450">
            <a:solidFill>
              <a:schemeClr val="bg1"/>
            </a:solidFill>
          </a:ln>
        </p:spPr>
        <p:txBody>
          <a:bodyPr wrap="square">
            <a:spAutoFit/>
          </a:bodyPr>
          <a:lstStyle>
            <a:lvl1pPr marL="0" indent="0">
              <a:buFontTx/>
              <a:buNone/>
              <a:defRPr sz="4200" b="1" cap="all" spc="450" baseline="0">
                <a:ln>
                  <a:noFill/>
                </a:ln>
                <a:solidFill>
                  <a:schemeClr val="bg1"/>
                </a:solidFill>
                <a:latin typeface="+mj-lt"/>
              </a:defRPr>
            </a:lvl1pPr>
          </a:lstStyle>
          <a:p>
            <a:pPr lvl="0"/>
            <a:r>
              <a:rPr lang="en-US"/>
              <a:t>Second line of title    </a:t>
            </a:r>
          </a:p>
        </p:txBody>
      </p:sp>
      <p:pic>
        <p:nvPicPr>
          <p:cNvPr id="7" name="Picture 6">
            <a:extLst>
              <a:ext uri="{FF2B5EF4-FFF2-40B4-BE49-F238E27FC236}">
                <a16:creationId xmlns:a16="http://schemas.microsoft.com/office/drawing/2014/main" id="{96DE7726-77AE-414C-AA4F-BA3F269E53DE}"/>
              </a:ext>
            </a:extLst>
          </p:cNvPr>
          <p:cNvPicPr>
            <a:picLocks noChangeAspect="1"/>
          </p:cNvPicPr>
          <p:nvPr userDrawn="1"/>
        </p:nvPicPr>
        <p:blipFill>
          <a:blip r:embed="rId5"/>
          <a:stretch>
            <a:fillRect/>
          </a:stretch>
        </p:blipFill>
        <p:spPr>
          <a:xfrm>
            <a:off x="9070581" y="5955776"/>
            <a:ext cx="2536206" cy="555450"/>
          </a:xfrm>
          <a:prstGeom prst="rect">
            <a:avLst/>
          </a:prstGeom>
        </p:spPr>
      </p:pic>
    </p:spTree>
    <p:extLst>
      <p:ext uri="{BB962C8B-B14F-4D97-AF65-F5344CB8AC3E}">
        <p14:creationId xmlns:p14="http://schemas.microsoft.com/office/powerpoint/2010/main" val="356683014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DDE5ED">
            <a:alpha val="4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9034885" cy="446735"/>
          </a:xfrm>
        </p:spPr>
        <p:txBody>
          <a:bodyPr/>
          <a:lstStyle/>
          <a:p>
            <a:r>
              <a:rPr lang="en-US"/>
              <a:t>Click to edit Master title style</a:t>
            </a:r>
          </a:p>
        </p:txBody>
      </p:sp>
      <p:sp>
        <p:nvSpPr>
          <p:cNvPr id="13" name="Date Placeholder 12">
            <a:extLst>
              <a:ext uri="{FF2B5EF4-FFF2-40B4-BE49-F238E27FC236}">
                <a16:creationId xmlns:a16="http://schemas.microsoft.com/office/drawing/2014/main" id="{1B304764-A6E3-F44A-9B34-CAF3E6772206}"/>
              </a:ext>
            </a:extLst>
          </p:cNvPr>
          <p:cNvSpPr>
            <a:spLocks noGrp="1"/>
          </p:cNvSpPr>
          <p:nvPr>
            <p:ph type="dt" sz="half" idx="10"/>
          </p:nvPr>
        </p:nvSpPr>
        <p:spPr/>
        <p:txBody>
          <a:bodyPr/>
          <a:lstStyle/>
          <a:p>
            <a:endParaRPr lang="en-US"/>
          </a:p>
        </p:txBody>
      </p:sp>
      <p:sp>
        <p:nvSpPr>
          <p:cNvPr id="14" name="Footer Placeholder 13">
            <a:extLst>
              <a:ext uri="{FF2B5EF4-FFF2-40B4-BE49-F238E27FC236}">
                <a16:creationId xmlns:a16="http://schemas.microsoft.com/office/drawing/2014/main" id="{0F8A9C23-D111-364B-B2F1-E065431733AA}"/>
              </a:ext>
            </a:extLst>
          </p:cNvPr>
          <p:cNvSpPr>
            <a:spLocks noGrp="1"/>
          </p:cNvSpPr>
          <p:nvPr>
            <p:ph type="ftr" sz="quarter" idx="11"/>
          </p:nvPr>
        </p:nvSpPr>
        <p:spPr>
          <a:xfrm>
            <a:off x="2436175" y="6307672"/>
            <a:ext cx="7124445" cy="274320"/>
          </a:xfrm>
          <a:prstGeom prst="rect">
            <a:avLst/>
          </a:prstGeom>
        </p:spPr>
        <p:txBody>
          <a:bodyPr/>
          <a:lstStyle/>
          <a:p>
            <a:r>
              <a:rPr lang="en-US"/>
              <a:t>Footer</a:t>
            </a:r>
          </a:p>
        </p:txBody>
      </p:sp>
      <p:sp>
        <p:nvSpPr>
          <p:cNvPr id="15" name="Slide Number Placeholder 14">
            <a:extLst>
              <a:ext uri="{FF2B5EF4-FFF2-40B4-BE49-F238E27FC236}">
                <a16:creationId xmlns:a16="http://schemas.microsoft.com/office/drawing/2014/main" id="{E45059F5-336C-CA4C-9356-F25990B6431E}"/>
              </a:ext>
            </a:extLst>
          </p:cNvPr>
          <p:cNvSpPr>
            <a:spLocks noGrp="1"/>
          </p:cNvSpPr>
          <p:nvPr>
            <p:ph type="sldNum" sz="quarter" idx="12"/>
          </p:nvPr>
        </p:nvSpPr>
        <p:spPr/>
        <p:txBody>
          <a:bodyPr/>
          <a:lstStyle/>
          <a:p>
            <a:fld id="{B48861FF-540E-3548-A2AC-BB567E5765C3}" type="slidenum">
              <a:rPr lang="en-US" smtClean="0"/>
              <a:pPr/>
              <a:t>‹#›</a:t>
            </a:fld>
            <a:endParaRPr lang="en-US"/>
          </a:p>
        </p:txBody>
      </p:sp>
      <p:sp>
        <p:nvSpPr>
          <p:cNvPr id="5" name="Content Placeholder 4">
            <a:extLst>
              <a:ext uri="{FF2B5EF4-FFF2-40B4-BE49-F238E27FC236}">
                <a16:creationId xmlns:a16="http://schemas.microsoft.com/office/drawing/2014/main" id="{6B405C21-E491-BC4E-BEEA-DC2984EA7009}"/>
              </a:ext>
            </a:extLst>
          </p:cNvPr>
          <p:cNvSpPr>
            <a:spLocks noGrp="1"/>
          </p:cNvSpPr>
          <p:nvPr>
            <p:ph sz="quarter" idx="13"/>
          </p:nvPr>
        </p:nvSpPr>
        <p:spPr>
          <a:xfrm>
            <a:off x="1066800" y="1511300"/>
            <a:ext cx="10058400" cy="4572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5779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F04137"/>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A26C5FE-DDD3-6645-A255-E80B266A4C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56249"/>
          <a:stretch/>
        </p:blipFill>
        <p:spPr>
          <a:xfrm>
            <a:off x="10272625" y="0"/>
            <a:ext cx="868680" cy="907606"/>
          </a:xfrm>
          <a:prstGeom prst="rect">
            <a:avLst/>
          </a:prstGeom>
        </p:spPr>
      </p:pic>
      <p:pic>
        <p:nvPicPr>
          <p:cNvPr id="16" name="Picture 15">
            <a:extLst>
              <a:ext uri="{FF2B5EF4-FFF2-40B4-BE49-F238E27FC236}">
                <a16:creationId xmlns:a16="http://schemas.microsoft.com/office/drawing/2014/main" id="{429CD684-1424-7E44-89BF-1FDC7AC58324}"/>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b="45627"/>
          <a:stretch/>
        </p:blipFill>
        <p:spPr>
          <a:xfrm>
            <a:off x="9355851" y="4968711"/>
            <a:ext cx="1239147" cy="1889289"/>
          </a:xfrm>
          <a:prstGeom prst="rect">
            <a:avLst/>
          </a:prstGeom>
        </p:spPr>
      </p:pic>
      <p:sp>
        <p:nvSpPr>
          <p:cNvPr id="20" name="Title 1">
            <a:extLst>
              <a:ext uri="{FF2B5EF4-FFF2-40B4-BE49-F238E27FC236}">
                <a16:creationId xmlns:a16="http://schemas.microsoft.com/office/drawing/2014/main" id="{49013512-CA4A-B745-8FB9-1A54E5B23DE3}"/>
              </a:ext>
            </a:extLst>
          </p:cNvPr>
          <p:cNvSpPr>
            <a:spLocks noGrp="1"/>
          </p:cNvSpPr>
          <p:nvPr>
            <p:ph type="ctrTitle" hasCustomPrompt="1"/>
          </p:nvPr>
        </p:nvSpPr>
        <p:spPr>
          <a:xfrm>
            <a:off x="1467498" y="1803680"/>
            <a:ext cx="6661249" cy="628762"/>
          </a:xfrm>
          <a:prstGeom prst="callout1">
            <a:avLst>
              <a:gd name="adj1" fmla="val 152089"/>
              <a:gd name="adj2" fmla="val 98902"/>
              <a:gd name="adj3" fmla="val 151570"/>
              <a:gd name="adj4" fmla="val 213"/>
            </a:avLst>
          </a:prstGeom>
          <a:noFill/>
          <a:ln w="44450">
            <a:solidFill>
              <a:schemeClr val="bg1"/>
            </a:solidFill>
          </a:ln>
        </p:spPr>
        <p:txBody>
          <a:bodyPr wrap="square" tIns="45720" bIns="45720" anchor="ctr">
            <a:spAutoFit/>
          </a:bodyPr>
          <a:lstStyle>
            <a:lvl1pPr algn="l">
              <a:lnSpc>
                <a:spcPct val="83000"/>
              </a:lnSpc>
              <a:defRPr lang="en-US" sz="4200" b="1" kern="1200" cap="all" spc="450" baseline="0" dirty="0">
                <a:solidFill>
                  <a:schemeClr val="bg1"/>
                </a:solidFill>
                <a:effectLst/>
                <a:latin typeface="+mj-lt"/>
                <a:ea typeface="+mn-ea"/>
                <a:cs typeface="+mn-cs"/>
              </a:defRPr>
            </a:lvl1pPr>
          </a:lstStyle>
          <a:p>
            <a:r>
              <a:rPr lang="en-US"/>
              <a:t>Click to add title  </a:t>
            </a:r>
          </a:p>
        </p:txBody>
      </p:sp>
      <p:sp>
        <p:nvSpPr>
          <p:cNvPr id="25" name="Text Placeholder 41">
            <a:extLst>
              <a:ext uri="{FF2B5EF4-FFF2-40B4-BE49-F238E27FC236}">
                <a16:creationId xmlns:a16="http://schemas.microsoft.com/office/drawing/2014/main" id="{8F4CE4FA-E97A-1F46-8C6F-93D575A7606A}"/>
              </a:ext>
            </a:extLst>
          </p:cNvPr>
          <p:cNvSpPr>
            <a:spLocks noGrp="1"/>
          </p:cNvSpPr>
          <p:nvPr>
            <p:ph type="body" sz="quarter" idx="10" hasCustomPrompt="1"/>
          </p:nvPr>
        </p:nvSpPr>
        <p:spPr>
          <a:xfrm>
            <a:off x="1482971" y="3502810"/>
            <a:ext cx="7497012" cy="738664"/>
          </a:xfrm>
          <a:prstGeom prst="callout1">
            <a:avLst>
              <a:gd name="adj1" fmla="val 140743"/>
              <a:gd name="adj2" fmla="val 98415"/>
              <a:gd name="adj3" fmla="val 142808"/>
              <a:gd name="adj4" fmla="val 61"/>
            </a:avLst>
          </a:prstGeom>
          <a:ln w="44450">
            <a:solidFill>
              <a:schemeClr val="bg1"/>
            </a:solidFill>
          </a:ln>
        </p:spPr>
        <p:txBody>
          <a:bodyPr wrap="square">
            <a:spAutoFit/>
          </a:bodyPr>
          <a:lstStyle>
            <a:lvl1pPr marL="0" indent="0">
              <a:buFontTx/>
              <a:buNone/>
              <a:defRPr sz="4200" b="1" cap="all" spc="450" baseline="0">
                <a:ln>
                  <a:noFill/>
                </a:ln>
                <a:solidFill>
                  <a:schemeClr val="bg1"/>
                </a:solidFill>
                <a:latin typeface="+mj-lt"/>
              </a:defRPr>
            </a:lvl1pPr>
          </a:lstStyle>
          <a:p>
            <a:pPr lvl="0"/>
            <a:r>
              <a:rPr lang="en-US"/>
              <a:t>Second line of title      </a:t>
            </a:r>
          </a:p>
        </p:txBody>
      </p:sp>
      <p:pic>
        <p:nvPicPr>
          <p:cNvPr id="7" name="Picture 6">
            <a:extLst>
              <a:ext uri="{FF2B5EF4-FFF2-40B4-BE49-F238E27FC236}">
                <a16:creationId xmlns:a16="http://schemas.microsoft.com/office/drawing/2014/main" id="{83367277-8BE6-464D-B29E-E610810EDAC2}"/>
              </a:ext>
            </a:extLst>
          </p:cNvPr>
          <p:cNvPicPr>
            <a:picLocks noChangeAspect="1"/>
          </p:cNvPicPr>
          <p:nvPr userDrawn="1"/>
        </p:nvPicPr>
        <p:blipFill>
          <a:blip r:embed="rId4"/>
          <a:stretch>
            <a:fillRect/>
          </a:stretch>
        </p:blipFill>
        <p:spPr>
          <a:xfrm>
            <a:off x="10892842" y="5919242"/>
            <a:ext cx="901052" cy="572401"/>
          </a:xfrm>
          <a:prstGeom prst="rect">
            <a:avLst/>
          </a:prstGeom>
        </p:spPr>
      </p:pic>
    </p:spTree>
    <p:extLst>
      <p:ext uri="{BB962C8B-B14F-4D97-AF65-F5344CB8AC3E}">
        <p14:creationId xmlns:p14="http://schemas.microsoft.com/office/powerpoint/2010/main" val="421386236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DDE5ED">
            <a:alpha val="40000"/>
          </a:srgbClr>
        </a:solidFill>
        <a:effectLst/>
      </p:bgPr>
    </p:bg>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6800" y="1426789"/>
            <a:ext cx="4754880" cy="3749040"/>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70320" y="1426789"/>
            <a:ext cx="4754880" cy="3749040"/>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58D46903-12A5-4A4A-91DE-B8D617FDA6C6}"/>
              </a:ext>
            </a:extLst>
          </p:cNvPr>
          <p:cNvSpPr>
            <a:spLocks noGrp="1"/>
          </p:cNvSpPr>
          <p:nvPr>
            <p:ph type="dt" sz="half" idx="10"/>
          </p:nvPr>
        </p:nvSpPr>
        <p:spPr/>
        <p:txBody>
          <a:bodyPr/>
          <a:lstStyle/>
          <a:p>
            <a:endParaRPr lang="en-US"/>
          </a:p>
        </p:txBody>
      </p:sp>
      <p:sp>
        <p:nvSpPr>
          <p:cNvPr id="12" name="Footer Placeholder 11">
            <a:extLst>
              <a:ext uri="{FF2B5EF4-FFF2-40B4-BE49-F238E27FC236}">
                <a16:creationId xmlns:a16="http://schemas.microsoft.com/office/drawing/2014/main" id="{DFA4DB4B-0E9F-9942-9277-BEF9ECDF0D65}"/>
              </a:ext>
            </a:extLst>
          </p:cNvPr>
          <p:cNvSpPr>
            <a:spLocks noGrp="1"/>
          </p:cNvSpPr>
          <p:nvPr>
            <p:ph type="ftr" sz="quarter" idx="11"/>
          </p:nvPr>
        </p:nvSpPr>
        <p:spPr>
          <a:xfrm>
            <a:off x="2436175" y="6307672"/>
            <a:ext cx="7124445" cy="274320"/>
          </a:xfrm>
          <a:prstGeom prst="rect">
            <a:avLst/>
          </a:prstGeom>
        </p:spPr>
        <p:txBody>
          <a:bodyPr/>
          <a:lstStyle/>
          <a:p>
            <a:r>
              <a:rPr lang="en-US"/>
              <a:t>Footer</a:t>
            </a:r>
          </a:p>
        </p:txBody>
      </p:sp>
      <p:sp>
        <p:nvSpPr>
          <p:cNvPr id="13" name="Slide Number Placeholder 12">
            <a:extLst>
              <a:ext uri="{FF2B5EF4-FFF2-40B4-BE49-F238E27FC236}">
                <a16:creationId xmlns:a16="http://schemas.microsoft.com/office/drawing/2014/main" id="{8727DA26-7BCD-E245-8DDF-83534B1D2750}"/>
              </a:ext>
            </a:extLst>
          </p:cNvPr>
          <p:cNvSpPr>
            <a:spLocks noGrp="1"/>
          </p:cNvSpPr>
          <p:nvPr>
            <p:ph type="sldNum" sz="quarter" idx="12"/>
          </p:nvPr>
        </p:nvSpPr>
        <p:spPr/>
        <p:txBody>
          <a:bodyPr/>
          <a:lstStyle/>
          <a:p>
            <a:fld id="{B48861FF-540E-3548-A2AC-BB567E5765C3}" type="slidenum">
              <a:rPr lang="en-US" smtClean="0"/>
              <a:pPr/>
              <a:t>‹#›</a:t>
            </a:fld>
            <a:endParaRPr lang="en-US"/>
          </a:p>
        </p:txBody>
      </p:sp>
    </p:spTree>
    <p:extLst>
      <p:ext uri="{BB962C8B-B14F-4D97-AF65-F5344CB8AC3E}">
        <p14:creationId xmlns:p14="http://schemas.microsoft.com/office/powerpoint/2010/main" val="1864490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hasCustomPrompt="1"/>
          </p:nvPr>
        </p:nvSpPr>
        <p:spPr>
          <a:xfrm>
            <a:off x="1069848" y="2074334"/>
            <a:ext cx="4754880" cy="640080"/>
          </a:xfrm>
          <a:prstGeom prst="rect">
            <a:avLst/>
          </a:prstGeom>
        </p:spPr>
        <p:txBody>
          <a:bodyPr anchor="ctr">
            <a:noAutofit/>
          </a:bodyPr>
          <a:lstStyle>
            <a:lvl1pPr marL="0" indent="0" algn="l">
              <a:spcBef>
                <a:spcPts val="0"/>
              </a:spcBef>
              <a:buNone/>
              <a:defRPr sz="1800" b="1" cap="all" spc="250" baseline="0">
                <a:solidFill>
                  <a:srgbClr val="F04137"/>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add subtitle</a:t>
            </a:r>
          </a:p>
        </p:txBody>
      </p:sp>
      <p:sp>
        <p:nvSpPr>
          <p:cNvPr id="4" name="Content Placeholder 3"/>
          <p:cNvSpPr>
            <a:spLocks noGrp="1"/>
          </p:cNvSpPr>
          <p:nvPr>
            <p:ph sz="half" idx="2"/>
          </p:nvPr>
        </p:nvSpPr>
        <p:spPr>
          <a:xfrm>
            <a:off x="1069848" y="2755898"/>
            <a:ext cx="4754880" cy="3200400"/>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373368" y="2074334"/>
            <a:ext cx="4754880" cy="640080"/>
          </a:xfrm>
          <a:prstGeom prst="rect">
            <a:avLst/>
          </a:prstGeom>
        </p:spPr>
        <p:txBody>
          <a:bodyPr anchor="ctr">
            <a:noAutofit/>
          </a:bodyPr>
          <a:lstStyle>
            <a:lvl1pPr marL="0" indent="0" algn="l">
              <a:spcBef>
                <a:spcPts val="0"/>
              </a:spcBef>
              <a:buNone/>
              <a:defRPr sz="1900" b="1" cap="all" spc="250" baseline="0">
                <a:solidFill>
                  <a:srgbClr val="F04137"/>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add subtitle</a:t>
            </a:r>
          </a:p>
        </p:txBody>
      </p:sp>
      <p:sp>
        <p:nvSpPr>
          <p:cNvPr id="6" name="Content Placeholder 5"/>
          <p:cNvSpPr>
            <a:spLocks noGrp="1"/>
          </p:cNvSpPr>
          <p:nvPr>
            <p:ph sz="quarter" idx="4"/>
          </p:nvPr>
        </p:nvSpPr>
        <p:spPr>
          <a:xfrm>
            <a:off x="6373368" y="2756581"/>
            <a:ext cx="4754880" cy="3200400"/>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a:extLst>
              <a:ext uri="{FF2B5EF4-FFF2-40B4-BE49-F238E27FC236}">
                <a16:creationId xmlns:a16="http://schemas.microsoft.com/office/drawing/2014/main" id="{918FA918-65B4-214A-9CAB-F8053AA504F5}"/>
              </a:ext>
            </a:extLst>
          </p:cNvPr>
          <p:cNvSpPr>
            <a:spLocks noGrp="1"/>
          </p:cNvSpPr>
          <p:nvPr>
            <p:ph type="dt" sz="half" idx="10"/>
          </p:nvPr>
        </p:nvSpPr>
        <p:spPr/>
        <p:txBody>
          <a:bodyPr/>
          <a:lstStyle/>
          <a:p>
            <a:endParaRPr lang="en-US"/>
          </a:p>
        </p:txBody>
      </p:sp>
      <p:sp>
        <p:nvSpPr>
          <p:cNvPr id="15" name="Footer Placeholder 14">
            <a:extLst>
              <a:ext uri="{FF2B5EF4-FFF2-40B4-BE49-F238E27FC236}">
                <a16:creationId xmlns:a16="http://schemas.microsoft.com/office/drawing/2014/main" id="{0305BCAB-C80A-734E-8FE8-C4F5BA37B462}"/>
              </a:ext>
            </a:extLst>
          </p:cNvPr>
          <p:cNvSpPr>
            <a:spLocks noGrp="1"/>
          </p:cNvSpPr>
          <p:nvPr>
            <p:ph type="ftr" sz="quarter" idx="11"/>
          </p:nvPr>
        </p:nvSpPr>
        <p:spPr>
          <a:xfrm>
            <a:off x="2436175" y="6307672"/>
            <a:ext cx="7124445" cy="274320"/>
          </a:xfrm>
          <a:prstGeom prst="rect">
            <a:avLst/>
          </a:prstGeom>
        </p:spPr>
        <p:txBody>
          <a:bodyPr/>
          <a:lstStyle/>
          <a:p>
            <a:r>
              <a:rPr lang="en-US"/>
              <a:t>Footer</a:t>
            </a:r>
          </a:p>
        </p:txBody>
      </p:sp>
      <p:sp>
        <p:nvSpPr>
          <p:cNvPr id="16" name="Slide Number Placeholder 15">
            <a:extLst>
              <a:ext uri="{FF2B5EF4-FFF2-40B4-BE49-F238E27FC236}">
                <a16:creationId xmlns:a16="http://schemas.microsoft.com/office/drawing/2014/main" id="{6A860183-361F-1C4B-B886-3F6FF0405BA9}"/>
              </a:ext>
            </a:extLst>
          </p:cNvPr>
          <p:cNvSpPr>
            <a:spLocks noGrp="1"/>
          </p:cNvSpPr>
          <p:nvPr>
            <p:ph type="sldNum" sz="quarter" idx="12"/>
          </p:nvPr>
        </p:nvSpPr>
        <p:spPr/>
        <p:txBody>
          <a:bodyPr/>
          <a:lstStyle/>
          <a:p>
            <a:fld id="{B48861FF-540E-3548-A2AC-BB567E5765C3}" type="slidenum">
              <a:rPr lang="en-US" smtClean="0"/>
              <a:pPr/>
              <a:t>‹#›</a:t>
            </a:fld>
            <a:endParaRPr lang="en-US"/>
          </a:p>
        </p:txBody>
      </p:sp>
    </p:spTree>
    <p:extLst>
      <p:ext uri="{BB962C8B-B14F-4D97-AF65-F5344CB8AC3E}">
        <p14:creationId xmlns:p14="http://schemas.microsoft.com/office/powerpoint/2010/main" val="4257636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Date Placeholder 8">
            <a:extLst>
              <a:ext uri="{FF2B5EF4-FFF2-40B4-BE49-F238E27FC236}">
                <a16:creationId xmlns:a16="http://schemas.microsoft.com/office/drawing/2014/main" id="{E0A4C793-3B9B-E84F-97F0-4DDEE7663BBC}"/>
              </a:ext>
            </a:extLst>
          </p:cNvPr>
          <p:cNvSpPr>
            <a:spLocks noGrp="1"/>
          </p:cNvSpPr>
          <p:nvPr>
            <p:ph type="dt" sz="half" idx="10"/>
          </p:nvPr>
        </p:nvSpPr>
        <p:spPr/>
        <p:txBody>
          <a:bodyPr/>
          <a:lstStyle/>
          <a:p>
            <a:endParaRPr lang="en-US"/>
          </a:p>
        </p:txBody>
      </p:sp>
      <p:sp>
        <p:nvSpPr>
          <p:cNvPr id="10" name="Footer Placeholder 9">
            <a:extLst>
              <a:ext uri="{FF2B5EF4-FFF2-40B4-BE49-F238E27FC236}">
                <a16:creationId xmlns:a16="http://schemas.microsoft.com/office/drawing/2014/main" id="{DB9923D7-99ED-ED48-A074-DF1596B69DBB}"/>
              </a:ext>
            </a:extLst>
          </p:cNvPr>
          <p:cNvSpPr>
            <a:spLocks noGrp="1"/>
          </p:cNvSpPr>
          <p:nvPr>
            <p:ph type="ftr" sz="quarter" idx="11"/>
          </p:nvPr>
        </p:nvSpPr>
        <p:spPr>
          <a:xfrm>
            <a:off x="2436175" y="6307672"/>
            <a:ext cx="7124445" cy="274320"/>
          </a:xfrm>
          <a:prstGeom prst="rect">
            <a:avLst/>
          </a:prstGeom>
        </p:spPr>
        <p:txBody>
          <a:bodyPr/>
          <a:lstStyle/>
          <a:p>
            <a:r>
              <a:rPr lang="en-US"/>
              <a:t>Footer</a:t>
            </a:r>
          </a:p>
        </p:txBody>
      </p:sp>
      <p:sp>
        <p:nvSpPr>
          <p:cNvPr id="11" name="Slide Number Placeholder 10">
            <a:extLst>
              <a:ext uri="{FF2B5EF4-FFF2-40B4-BE49-F238E27FC236}">
                <a16:creationId xmlns:a16="http://schemas.microsoft.com/office/drawing/2014/main" id="{028A27DD-1453-9F49-9E4D-6FEAD51D38C6}"/>
              </a:ext>
            </a:extLst>
          </p:cNvPr>
          <p:cNvSpPr>
            <a:spLocks noGrp="1"/>
          </p:cNvSpPr>
          <p:nvPr>
            <p:ph type="sldNum" sz="quarter" idx="12"/>
          </p:nvPr>
        </p:nvSpPr>
        <p:spPr/>
        <p:txBody>
          <a:bodyPr/>
          <a:lstStyle/>
          <a:p>
            <a:fld id="{B48861FF-540E-3548-A2AC-BB567E5765C3}" type="slidenum">
              <a:rPr lang="en-US" smtClean="0"/>
              <a:pPr/>
              <a:t>‹#›</a:t>
            </a:fld>
            <a:endParaRPr lang="en-US"/>
          </a:p>
        </p:txBody>
      </p:sp>
    </p:spTree>
    <p:extLst>
      <p:ext uri="{BB962C8B-B14F-4D97-AF65-F5344CB8AC3E}">
        <p14:creationId xmlns:p14="http://schemas.microsoft.com/office/powerpoint/2010/main" val="3718812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5B0A00E-20BE-C948-867E-3668DC439D0E}"/>
              </a:ext>
            </a:extLst>
          </p:cNvPr>
          <p:cNvSpPr>
            <a:spLocks noGrp="1"/>
          </p:cNvSpPr>
          <p:nvPr>
            <p:ph type="dt" sz="half" idx="10"/>
          </p:nvPr>
        </p:nvSpPr>
        <p:spPr/>
        <p:txBody>
          <a:bodyPr/>
          <a:lstStyle/>
          <a:p>
            <a:endParaRPr lang="en-US"/>
          </a:p>
        </p:txBody>
      </p:sp>
      <p:sp>
        <p:nvSpPr>
          <p:cNvPr id="4" name="Slide Number Placeholder 3">
            <a:extLst>
              <a:ext uri="{FF2B5EF4-FFF2-40B4-BE49-F238E27FC236}">
                <a16:creationId xmlns:a16="http://schemas.microsoft.com/office/drawing/2014/main" id="{04405E73-AE62-7044-B3B7-B031E8E02025}"/>
              </a:ext>
            </a:extLst>
          </p:cNvPr>
          <p:cNvSpPr>
            <a:spLocks noGrp="1"/>
          </p:cNvSpPr>
          <p:nvPr>
            <p:ph type="sldNum" sz="quarter" idx="11"/>
          </p:nvPr>
        </p:nvSpPr>
        <p:spPr/>
        <p:txBody>
          <a:bodyPr/>
          <a:lstStyle/>
          <a:p>
            <a:fld id="{B48861FF-540E-3548-A2AC-BB567E5765C3}" type="slidenum">
              <a:rPr lang="en-US" smtClean="0"/>
              <a:pPr/>
              <a:t>‹#›</a:t>
            </a:fld>
            <a:endParaRPr lang="en-US"/>
          </a:p>
        </p:txBody>
      </p:sp>
      <p:sp>
        <p:nvSpPr>
          <p:cNvPr id="5" name="Footer Placeholder 4">
            <a:extLst>
              <a:ext uri="{FF2B5EF4-FFF2-40B4-BE49-F238E27FC236}">
                <a16:creationId xmlns:a16="http://schemas.microsoft.com/office/drawing/2014/main" id="{3EE0DF0A-9E92-A44E-A7A9-FF0CE2540938}"/>
              </a:ext>
            </a:extLst>
          </p:cNvPr>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416208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sp>
        <p:nvSpPr>
          <p:cNvPr id="15" name="Rectangle 14"/>
          <p:cNvSpPr/>
          <p:nvPr/>
        </p:nvSpPr>
        <p:spPr>
          <a:xfrm>
            <a:off x="9020386" y="0"/>
            <a:ext cx="3171614" cy="6858000"/>
          </a:xfrm>
          <a:prstGeom prst="rect">
            <a:avLst/>
          </a:prstGeom>
          <a:solidFill>
            <a:srgbClr val="2767FF"/>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noFill/>
            </a:endParaRPr>
          </a:p>
        </p:txBody>
      </p:sp>
      <p:sp>
        <p:nvSpPr>
          <p:cNvPr id="3" name="Content Placeholder 2"/>
          <p:cNvSpPr>
            <a:spLocks noGrp="1"/>
          </p:cNvSpPr>
          <p:nvPr>
            <p:ph idx="1"/>
          </p:nvPr>
        </p:nvSpPr>
        <p:spPr>
          <a:xfrm>
            <a:off x="685800" y="609600"/>
            <a:ext cx="7772400" cy="5334000"/>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201707" y="2268971"/>
            <a:ext cx="2430780" cy="3674629"/>
          </a:xfrm>
          <a:prstGeom prst="rect">
            <a:avLst/>
          </a:prstGeo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 name="Title 1">
            <a:extLst>
              <a:ext uri="{FF2B5EF4-FFF2-40B4-BE49-F238E27FC236}">
                <a16:creationId xmlns:a16="http://schemas.microsoft.com/office/drawing/2014/main" id="{6134F033-E8B3-FC49-A373-38528C1F1702}"/>
              </a:ext>
            </a:extLst>
          </p:cNvPr>
          <p:cNvSpPr>
            <a:spLocks noGrp="1"/>
          </p:cNvSpPr>
          <p:nvPr>
            <p:ph type="title" hasCustomPrompt="1"/>
          </p:nvPr>
        </p:nvSpPr>
        <p:spPr>
          <a:xfrm>
            <a:off x="9204832" y="718987"/>
            <a:ext cx="2301368" cy="830997"/>
          </a:xfrm>
          <a:prstGeom prst="callout1">
            <a:avLst>
              <a:gd name="adj1" fmla="val 130380"/>
              <a:gd name="adj2" fmla="val 97389"/>
              <a:gd name="adj3" fmla="val 130532"/>
              <a:gd name="adj4" fmla="val 882"/>
            </a:avLst>
          </a:prstGeom>
          <a:ln>
            <a:solidFill>
              <a:schemeClr val="bg1"/>
            </a:solidFill>
          </a:ln>
        </p:spPr>
        <p:txBody>
          <a:bodyPr wrap="square">
            <a:spAutoFit/>
          </a:bodyPr>
          <a:lstStyle>
            <a:lvl1pPr>
              <a:lnSpc>
                <a:spcPct val="100000"/>
              </a:lnSpc>
              <a:defRPr sz="2400">
                <a:solidFill>
                  <a:schemeClr val="bg1"/>
                </a:solidFill>
              </a:defRPr>
            </a:lvl1pPr>
          </a:lstStyle>
          <a:p>
            <a:r>
              <a:rPr lang="en-US"/>
              <a:t>Click to  add title</a:t>
            </a:r>
          </a:p>
        </p:txBody>
      </p:sp>
      <p:sp>
        <p:nvSpPr>
          <p:cNvPr id="11" name="Date Placeholder 10">
            <a:extLst>
              <a:ext uri="{FF2B5EF4-FFF2-40B4-BE49-F238E27FC236}">
                <a16:creationId xmlns:a16="http://schemas.microsoft.com/office/drawing/2014/main" id="{841F8B18-227C-FD4B-9CE2-DB080376EC89}"/>
              </a:ext>
            </a:extLst>
          </p:cNvPr>
          <p:cNvSpPr>
            <a:spLocks noGrp="1"/>
          </p:cNvSpPr>
          <p:nvPr>
            <p:ph type="dt" sz="half" idx="10"/>
          </p:nvPr>
        </p:nvSpPr>
        <p:spPr/>
        <p:txBody>
          <a:bodyPr/>
          <a:lstStyle/>
          <a:p>
            <a:endParaRPr lang="en-US"/>
          </a:p>
        </p:txBody>
      </p:sp>
      <p:sp>
        <p:nvSpPr>
          <p:cNvPr id="12" name="Footer Placeholder 11">
            <a:extLst>
              <a:ext uri="{FF2B5EF4-FFF2-40B4-BE49-F238E27FC236}">
                <a16:creationId xmlns:a16="http://schemas.microsoft.com/office/drawing/2014/main" id="{103DEA8E-EF8B-B54D-BB93-3910E00B8C48}"/>
              </a:ext>
            </a:extLst>
          </p:cNvPr>
          <p:cNvSpPr>
            <a:spLocks noGrp="1"/>
          </p:cNvSpPr>
          <p:nvPr>
            <p:ph type="ftr" sz="quarter" idx="11"/>
          </p:nvPr>
        </p:nvSpPr>
        <p:spPr>
          <a:xfrm>
            <a:off x="2436175" y="6307672"/>
            <a:ext cx="6354079" cy="274320"/>
          </a:xfrm>
          <a:prstGeom prst="rect">
            <a:avLst/>
          </a:prstGeom>
        </p:spPr>
        <p:txBody>
          <a:bodyPr/>
          <a:lstStyle/>
          <a:p>
            <a:r>
              <a:rPr lang="en-US"/>
              <a:t>Footer</a:t>
            </a:r>
          </a:p>
        </p:txBody>
      </p:sp>
      <p:sp>
        <p:nvSpPr>
          <p:cNvPr id="13" name="Slide Number Placeholder 12">
            <a:extLst>
              <a:ext uri="{FF2B5EF4-FFF2-40B4-BE49-F238E27FC236}">
                <a16:creationId xmlns:a16="http://schemas.microsoft.com/office/drawing/2014/main" id="{266535B3-74BE-824E-A5F3-911F27976C37}"/>
              </a:ext>
            </a:extLst>
          </p:cNvPr>
          <p:cNvSpPr>
            <a:spLocks noGrp="1"/>
          </p:cNvSpPr>
          <p:nvPr>
            <p:ph type="sldNum" sz="quarter" idx="12"/>
          </p:nvPr>
        </p:nvSpPr>
        <p:spPr/>
        <p:txBody>
          <a:bodyPr/>
          <a:lstStyle>
            <a:lvl1pPr>
              <a:defRPr>
                <a:solidFill>
                  <a:schemeClr val="bg1"/>
                </a:solidFill>
              </a:defRPr>
            </a:lvl1pPr>
          </a:lstStyle>
          <a:p>
            <a:fld id="{B48861FF-540E-3548-A2AC-BB567E5765C3}" type="slidenum">
              <a:rPr lang="en-US" smtClean="0"/>
              <a:pPr/>
              <a:t>‹#›</a:t>
            </a:fld>
            <a:endParaRPr lang="en-US"/>
          </a:p>
        </p:txBody>
      </p:sp>
    </p:spTree>
    <p:extLst>
      <p:ext uri="{BB962C8B-B14F-4D97-AF65-F5344CB8AC3E}">
        <p14:creationId xmlns:p14="http://schemas.microsoft.com/office/powerpoint/2010/main" val="2125427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11" name="Vertical Content Placeholder 10">
            <a:extLst>
              <a:ext uri="{FF2B5EF4-FFF2-40B4-BE49-F238E27FC236}">
                <a16:creationId xmlns:a16="http://schemas.microsoft.com/office/drawing/2014/main" id="{31988C9D-6340-4641-B3D6-CEF598BDBE21}"/>
              </a:ext>
            </a:extLst>
          </p:cNvPr>
          <p:cNvSpPr>
            <a:spLocks noGrp="1"/>
          </p:cNvSpPr>
          <p:nvPr>
            <p:ph orient="vert" sz="quarter" idx="13"/>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7150303C-5D28-5F4D-B861-06B060BC6FAA}"/>
              </a:ext>
            </a:extLst>
          </p:cNvPr>
          <p:cNvSpPr>
            <a:spLocks noGrp="1"/>
          </p:cNvSpPr>
          <p:nvPr>
            <p:ph type="dt" sz="half" idx="14"/>
          </p:nvPr>
        </p:nvSpPr>
        <p:spPr/>
        <p:txBody>
          <a:bodyPr/>
          <a:lstStyle/>
          <a:p>
            <a:endParaRPr lang="en-US"/>
          </a:p>
        </p:txBody>
      </p:sp>
      <p:sp>
        <p:nvSpPr>
          <p:cNvPr id="10" name="Footer Placeholder 9">
            <a:extLst>
              <a:ext uri="{FF2B5EF4-FFF2-40B4-BE49-F238E27FC236}">
                <a16:creationId xmlns:a16="http://schemas.microsoft.com/office/drawing/2014/main" id="{73AD7D3E-5692-7146-9F5F-0A8B2ECB2653}"/>
              </a:ext>
            </a:extLst>
          </p:cNvPr>
          <p:cNvSpPr>
            <a:spLocks noGrp="1"/>
          </p:cNvSpPr>
          <p:nvPr>
            <p:ph type="ftr" sz="quarter" idx="15"/>
          </p:nvPr>
        </p:nvSpPr>
        <p:spPr>
          <a:xfrm>
            <a:off x="2436175" y="6307672"/>
            <a:ext cx="7124445" cy="274320"/>
          </a:xfrm>
          <a:prstGeom prst="rect">
            <a:avLst/>
          </a:prstGeom>
        </p:spPr>
        <p:txBody>
          <a:bodyPr/>
          <a:lstStyle/>
          <a:p>
            <a:r>
              <a:rPr lang="en-US"/>
              <a:t>Footer</a:t>
            </a:r>
          </a:p>
        </p:txBody>
      </p:sp>
      <p:sp>
        <p:nvSpPr>
          <p:cNvPr id="12" name="Slide Number Placeholder 11">
            <a:extLst>
              <a:ext uri="{FF2B5EF4-FFF2-40B4-BE49-F238E27FC236}">
                <a16:creationId xmlns:a16="http://schemas.microsoft.com/office/drawing/2014/main" id="{918759A6-6AAC-6447-921C-D80252E61805}"/>
              </a:ext>
            </a:extLst>
          </p:cNvPr>
          <p:cNvSpPr>
            <a:spLocks noGrp="1"/>
          </p:cNvSpPr>
          <p:nvPr>
            <p:ph type="sldNum" sz="quarter" idx="16"/>
          </p:nvPr>
        </p:nvSpPr>
        <p:spPr/>
        <p:txBody>
          <a:bodyPr/>
          <a:lstStyle/>
          <a:p>
            <a:fld id="{B48861FF-540E-3548-A2AC-BB567E5765C3}" type="slidenum">
              <a:rPr lang="en-US" smtClean="0"/>
              <a:pPr/>
              <a:t>‹#›</a:t>
            </a:fld>
            <a:endParaRPr lang="en-US"/>
          </a:p>
        </p:txBody>
      </p:sp>
    </p:spTree>
    <p:extLst>
      <p:ext uri="{BB962C8B-B14F-4D97-AF65-F5344CB8AC3E}">
        <p14:creationId xmlns:p14="http://schemas.microsoft.com/office/powerpoint/2010/main" val="1370598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11" name="Vertical Content Placeholder 10">
            <a:extLst>
              <a:ext uri="{FF2B5EF4-FFF2-40B4-BE49-F238E27FC236}">
                <a16:creationId xmlns:a16="http://schemas.microsoft.com/office/drawing/2014/main" id="{46DD52FC-9FA7-9D47-961B-79256696D98C}"/>
              </a:ext>
            </a:extLst>
          </p:cNvPr>
          <p:cNvSpPr>
            <a:spLocks noGrp="1"/>
          </p:cNvSpPr>
          <p:nvPr>
            <p:ph orient="vert" sz="quarter" idx="13"/>
          </p:nvPr>
        </p:nvSpPr>
        <p:spPr>
          <a:xfrm>
            <a:off x="1066800" y="762000"/>
            <a:ext cx="9013825" cy="5257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10337532" y="762000"/>
            <a:ext cx="1016267" cy="5257800"/>
          </a:xfrm>
        </p:spPr>
        <p:txBody>
          <a:bodyPr vert="eaVert"/>
          <a:lstStyle/>
          <a:p>
            <a:r>
              <a:rPr lang="en-US"/>
              <a:t>Click to edit Master title style</a:t>
            </a:r>
          </a:p>
        </p:txBody>
      </p:sp>
      <p:sp>
        <p:nvSpPr>
          <p:cNvPr id="6" name="Date Placeholder 5">
            <a:extLst>
              <a:ext uri="{FF2B5EF4-FFF2-40B4-BE49-F238E27FC236}">
                <a16:creationId xmlns:a16="http://schemas.microsoft.com/office/drawing/2014/main" id="{6A526289-57CA-F843-8A8F-87F100C51C3F}"/>
              </a:ext>
            </a:extLst>
          </p:cNvPr>
          <p:cNvSpPr>
            <a:spLocks noGrp="1"/>
          </p:cNvSpPr>
          <p:nvPr>
            <p:ph type="dt" sz="half" idx="14"/>
          </p:nvPr>
        </p:nvSpPr>
        <p:spPr/>
        <p:txBody>
          <a:bodyPr/>
          <a:lstStyle/>
          <a:p>
            <a:endParaRPr lang="en-US"/>
          </a:p>
        </p:txBody>
      </p:sp>
      <p:sp>
        <p:nvSpPr>
          <p:cNvPr id="10" name="Footer Placeholder 9">
            <a:extLst>
              <a:ext uri="{FF2B5EF4-FFF2-40B4-BE49-F238E27FC236}">
                <a16:creationId xmlns:a16="http://schemas.microsoft.com/office/drawing/2014/main" id="{FA61B23C-61B2-4C44-A5C8-9CFD7CFB1597}"/>
              </a:ext>
            </a:extLst>
          </p:cNvPr>
          <p:cNvSpPr>
            <a:spLocks noGrp="1"/>
          </p:cNvSpPr>
          <p:nvPr>
            <p:ph type="ftr" sz="quarter" idx="15"/>
          </p:nvPr>
        </p:nvSpPr>
        <p:spPr>
          <a:xfrm>
            <a:off x="2436175" y="6307672"/>
            <a:ext cx="7124445" cy="274320"/>
          </a:xfrm>
          <a:prstGeom prst="rect">
            <a:avLst/>
          </a:prstGeom>
        </p:spPr>
        <p:txBody>
          <a:bodyPr/>
          <a:lstStyle/>
          <a:p>
            <a:r>
              <a:rPr lang="en-US"/>
              <a:t>Footer</a:t>
            </a:r>
          </a:p>
        </p:txBody>
      </p:sp>
      <p:sp>
        <p:nvSpPr>
          <p:cNvPr id="12" name="Slide Number Placeholder 11">
            <a:extLst>
              <a:ext uri="{FF2B5EF4-FFF2-40B4-BE49-F238E27FC236}">
                <a16:creationId xmlns:a16="http://schemas.microsoft.com/office/drawing/2014/main" id="{4E46047B-956D-3243-B5FD-F5DC3CCB21D8}"/>
              </a:ext>
            </a:extLst>
          </p:cNvPr>
          <p:cNvSpPr>
            <a:spLocks noGrp="1"/>
          </p:cNvSpPr>
          <p:nvPr>
            <p:ph type="sldNum" sz="quarter" idx="16"/>
          </p:nvPr>
        </p:nvSpPr>
        <p:spPr/>
        <p:txBody>
          <a:bodyPr/>
          <a:lstStyle/>
          <a:p>
            <a:fld id="{B48861FF-540E-3548-A2AC-BB567E5765C3}" type="slidenum">
              <a:rPr lang="en-US" smtClean="0"/>
              <a:pPr/>
              <a:t>‹#›</a:t>
            </a:fld>
            <a:endParaRPr lang="en-US"/>
          </a:p>
        </p:txBody>
      </p:sp>
    </p:spTree>
    <p:extLst>
      <p:ext uri="{BB962C8B-B14F-4D97-AF65-F5344CB8AC3E}">
        <p14:creationId xmlns:p14="http://schemas.microsoft.com/office/powerpoint/2010/main" val="3243610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 Left">
    <p:spTree>
      <p:nvGrpSpPr>
        <p:cNvPr id="1" name=""/>
        <p:cNvGrpSpPr/>
        <p:nvPr/>
      </p:nvGrpSpPr>
      <p:grpSpPr>
        <a:xfrm>
          <a:off x="0" y="0"/>
          <a:ext cx="0" cy="0"/>
          <a:chOff x="0" y="0"/>
          <a:chExt cx="0" cy="0"/>
        </a:xfrm>
      </p:grpSpPr>
      <p:sp>
        <p:nvSpPr>
          <p:cNvPr id="13" name="Vertical Content Placeholder 12">
            <a:extLst>
              <a:ext uri="{FF2B5EF4-FFF2-40B4-BE49-F238E27FC236}">
                <a16:creationId xmlns:a16="http://schemas.microsoft.com/office/drawing/2014/main" id="{D9CE4C93-E6E5-834E-95FE-696ECFBCECE9}"/>
              </a:ext>
            </a:extLst>
          </p:cNvPr>
          <p:cNvSpPr>
            <a:spLocks noGrp="1"/>
          </p:cNvSpPr>
          <p:nvPr>
            <p:ph orient="vert" sz="quarter" idx="13"/>
          </p:nvPr>
        </p:nvSpPr>
        <p:spPr>
          <a:xfrm rot="10800000">
            <a:off x="1952625" y="762000"/>
            <a:ext cx="9420225" cy="5257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rot="10800000">
            <a:off x="838200" y="762000"/>
            <a:ext cx="882387" cy="5257800"/>
          </a:xfrm>
        </p:spPr>
        <p:txBody>
          <a:bodyPr vert="eaVert"/>
          <a:lstStyle/>
          <a:p>
            <a:r>
              <a:rPr lang="en-US"/>
              <a:t>Click to edit Master title style</a:t>
            </a:r>
          </a:p>
        </p:txBody>
      </p:sp>
      <p:sp>
        <p:nvSpPr>
          <p:cNvPr id="6" name="Date Placeholder 5">
            <a:extLst>
              <a:ext uri="{FF2B5EF4-FFF2-40B4-BE49-F238E27FC236}">
                <a16:creationId xmlns:a16="http://schemas.microsoft.com/office/drawing/2014/main" id="{DEA80655-2B7E-B042-853A-953F0EF05448}"/>
              </a:ext>
            </a:extLst>
          </p:cNvPr>
          <p:cNvSpPr>
            <a:spLocks noGrp="1"/>
          </p:cNvSpPr>
          <p:nvPr>
            <p:ph type="dt" sz="half" idx="14"/>
          </p:nvPr>
        </p:nvSpPr>
        <p:spPr/>
        <p:txBody>
          <a:bodyPr/>
          <a:lstStyle/>
          <a:p>
            <a:endParaRPr lang="en-US"/>
          </a:p>
        </p:txBody>
      </p:sp>
      <p:sp>
        <p:nvSpPr>
          <p:cNvPr id="10" name="Footer Placeholder 9">
            <a:extLst>
              <a:ext uri="{FF2B5EF4-FFF2-40B4-BE49-F238E27FC236}">
                <a16:creationId xmlns:a16="http://schemas.microsoft.com/office/drawing/2014/main" id="{FA7090A5-0D6F-9E49-9A0A-FEA22FCC1BFF}"/>
              </a:ext>
            </a:extLst>
          </p:cNvPr>
          <p:cNvSpPr>
            <a:spLocks noGrp="1"/>
          </p:cNvSpPr>
          <p:nvPr>
            <p:ph type="ftr" sz="quarter" idx="15"/>
          </p:nvPr>
        </p:nvSpPr>
        <p:spPr>
          <a:xfrm>
            <a:off x="2436175" y="6307672"/>
            <a:ext cx="7124445" cy="274320"/>
          </a:xfrm>
          <a:prstGeom prst="rect">
            <a:avLst/>
          </a:prstGeom>
        </p:spPr>
        <p:txBody>
          <a:bodyPr/>
          <a:lstStyle/>
          <a:p>
            <a:r>
              <a:rPr lang="en-US"/>
              <a:t>Footer</a:t>
            </a:r>
          </a:p>
        </p:txBody>
      </p:sp>
      <p:sp>
        <p:nvSpPr>
          <p:cNvPr id="11" name="Slide Number Placeholder 10">
            <a:extLst>
              <a:ext uri="{FF2B5EF4-FFF2-40B4-BE49-F238E27FC236}">
                <a16:creationId xmlns:a16="http://schemas.microsoft.com/office/drawing/2014/main" id="{2B904694-41A7-0F42-87ED-DD4ADBE8C6C4}"/>
              </a:ext>
            </a:extLst>
          </p:cNvPr>
          <p:cNvSpPr>
            <a:spLocks noGrp="1"/>
          </p:cNvSpPr>
          <p:nvPr>
            <p:ph type="sldNum" sz="quarter" idx="16"/>
          </p:nvPr>
        </p:nvSpPr>
        <p:spPr/>
        <p:txBody>
          <a:bodyPr/>
          <a:lstStyle/>
          <a:p>
            <a:fld id="{B48861FF-540E-3548-A2AC-BB567E5765C3}" type="slidenum">
              <a:rPr lang="en-US" smtClean="0"/>
              <a:pPr/>
              <a:t>‹#›</a:t>
            </a:fld>
            <a:endParaRPr lang="en-US"/>
          </a:p>
        </p:txBody>
      </p:sp>
    </p:spTree>
    <p:extLst>
      <p:ext uri="{BB962C8B-B14F-4D97-AF65-F5344CB8AC3E}">
        <p14:creationId xmlns:p14="http://schemas.microsoft.com/office/powerpoint/2010/main" val="3638607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838200"/>
          </a:xfrm>
        </p:spPr>
        <p:txBody>
          <a:bodyPr/>
          <a:lstStyle>
            <a:lvl1pPr>
              <a:defRPr>
                <a:latin typeface="Arial" pitchFamily="34" charset="0"/>
                <a:cs typeface="Arial" pitchFamily="34" charset="0"/>
              </a:defRPr>
            </a:lvl1pPr>
          </a:lstStyle>
          <a:p>
            <a:r>
              <a:rPr lang="en-US" altLang="zh-CN"/>
              <a:t>Click to edit Master title style</a:t>
            </a:r>
            <a:endParaRPr lang="en-US" dirty="0"/>
          </a:p>
        </p:txBody>
      </p:sp>
      <p:sp>
        <p:nvSpPr>
          <p:cNvPr id="3" name="Content Placeholder 2"/>
          <p:cNvSpPr>
            <a:spLocks noGrp="1"/>
          </p:cNvSpPr>
          <p:nvPr>
            <p:ph idx="1"/>
          </p:nvPr>
        </p:nvSpPr>
        <p:spPr>
          <a:xfrm>
            <a:off x="254000" y="1054101"/>
            <a:ext cx="11667067" cy="5076825"/>
          </a:xfrm>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a:extLst>
              <a:ext uri="{FF2B5EF4-FFF2-40B4-BE49-F238E27FC236}">
                <a16:creationId xmlns:a16="http://schemas.microsoft.com/office/drawing/2014/main" id="{B5F33404-AD16-4077-B6A4-4ED04EE3841E}"/>
              </a:ext>
            </a:extLst>
          </p:cNvPr>
          <p:cNvSpPr>
            <a:spLocks noGrp="1"/>
          </p:cNvSpPr>
          <p:nvPr>
            <p:ph type="dt" sz="half" idx="10"/>
          </p:nvPr>
        </p:nvSpPr>
        <p:spPr/>
        <p:txBody>
          <a:bodyPr/>
          <a:lstStyle>
            <a:lvl1pPr>
              <a:defRPr>
                <a:latin typeface="Arial" panose="020B0604020202020204" pitchFamily="34" charset="0"/>
              </a:defRPr>
            </a:lvl1pPr>
          </a:lstStyle>
          <a:p>
            <a:pPr>
              <a:defRPr/>
            </a:pPr>
            <a:fld id="{7618463D-CB16-4A8D-8BF7-966F8452CCD3}" type="datetime4">
              <a:rPr lang="en-US" altLang="zh-CN"/>
              <a:pPr>
                <a:defRPr/>
              </a:pPr>
              <a:t>June 26, 2024</a:t>
            </a:fld>
            <a:endParaRPr lang="zh-CN" altLang="en-US"/>
          </a:p>
        </p:txBody>
      </p:sp>
      <p:sp>
        <p:nvSpPr>
          <p:cNvPr id="5" name="Footer Placeholder 4">
            <a:extLst>
              <a:ext uri="{FF2B5EF4-FFF2-40B4-BE49-F238E27FC236}">
                <a16:creationId xmlns:a16="http://schemas.microsoft.com/office/drawing/2014/main" id="{028DF08A-E0DA-49EC-B4ED-257233254D0A}"/>
              </a:ext>
            </a:extLst>
          </p:cNvPr>
          <p:cNvSpPr>
            <a:spLocks noGrp="1"/>
          </p:cNvSpPr>
          <p:nvPr>
            <p:ph type="ftr" sz="quarter" idx="11"/>
          </p:nvPr>
        </p:nvSpPr>
        <p:spPr/>
        <p:txBody>
          <a:bodyPr/>
          <a:lstStyle>
            <a:lvl1pPr>
              <a:defRPr>
                <a:latin typeface="Arial" panose="020B0604020202020204" pitchFamily="34" charset="0"/>
              </a:defRPr>
            </a:lvl1pPr>
          </a:lstStyle>
          <a:p>
            <a:pPr>
              <a:defRPr/>
            </a:pPr>
            <a:endParaRPr lang="zh-CN" altLang="en-US"/>
          </a:p>
        </p:txBody>
      </p:sp>
      <p:sp>
        <p:nvSpPr>
          <p:cNvPr id="6" name="Slide Number Placeholder 5">
            <a:extLst>
              <a:ext uri="{FF2B5EF4-FFF2-40B4-BE49-F238E27FC236}">
                <a16:creationId xmlns:a16="http://schemas.microsoft.com/office/drawing/2014/main" id="{F7864263-9CCB-402D-89B1-E7F03E70CD12}"/>
              </a:ext>
            </a:extLst>
          </p:cNvPr>
          <p:cNvSpPr>
            <a:spLocks noGrp="1"/>
          </p:cNvSpPr>
          <p:nvPr>
            <p:ph type="sldNum" sz="quarter" idx="12"/>
          </p:nvPr>
        </p:nvSpPr>
        <p:spPr/>
        <p:txBody>
          <a:bodyPr/>
          <a:lstStyle>
            <a:lvl1pPr>
              <a:defRPr smtClean="0">
                <a:latin typeface="Arial" panose="020B0604020202020204" pitchFamily="34" charset="0"/>
              </a:defRPr>
            </a:lvl1pPr>
          </a:lstStyle>
          <a:p>
            <a:pPr>
              <a:defRPr/>
            </a:pPr>
            <a:fld id="{50A0F6BE-1175-47FD-A32F-FBBB15F2AA46}" type="slidenum">
              <a:rPr lang="en-US" altLang="zh-CN"/>
              <a:pPr>
                <a:defRPr/>
              </a:pPr>
              <a:t>‹#›</a:t>
            </a:fld>
            <a:endParaRPr lang="en-US" altLang="zh-CN"/>
          </a:p>
        </p:txBody>
      </p:sp>
    </p:spTree>
    <p:extLst>
      <p:ext uri="{BB962C8B-B14F-4D97-AF65-F5344CB8AC3E}">
        <p14:creationId xmlns:p14="http://schemas.microsoft.com/office/powerpoint/2010/main" val="2900940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39552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6800" y="642594"/>
            <a:ext cx="9034885" cy="446735"/>
          </a:xfrm>
          <a:prstGeom prst="rect">
            <a:avLst/>
          </a:prstGeom>
          <a:ln w="44450">
            <a:noFill/>
          </a:ln>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1066800" y="1371600"/>
            <a:ext cx="10058400" cy="466344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66800" y="6307672"/>
            <a:ext cx="1275933" cy="274320"/>
          </a:xfrm>
          <a:prstGeom prst="rect">
            <a:avLst/>
          </a:prstGeom>
        </p:spPr>
        <p:txBody>
          <a:bodyPr vert="horz" lIns="91440" tIns="45720" rIns="91440" bIns="45720" rtlCol="0" anchor="b"/>
          <a:lstStyle>
            <a:lvl1pPr algn="l">
              <a:defRPr sz="85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9662160" y="6307672"/>
            <a:ext cx="1463040" cy="274320"/>
          </a:xfrm>
          <a:prstGeom prst="rect">
            <a:avLst/>
          </a:prstGeom>
        </p:spPr>
        <p:txBody>
          <a:bodyPr vert="horz" lIns="91440" tIns="45720" rIns="91440" bIns="45720" rtlCol="0" anchor="b"/>
          <a:lstStyle>
            <a:lvl1pPr algn="r">
              <a:defRPr sz="850">
                <a:solidFill>
                  <a:schemeClr val="tx1">
                    <a:lumMod val="75000"/>
                    <a:lumOff val="25000"/>
                  </a:schemeClr>
                </a:solidFill>
              </a:defRPr>
            </a:lvl1pPr>
          </a:lstStyle>
          <a:p>
            <a:fld id="{B48861FF-540E-3548-A2AC-BB567E5765C3}" type="slidenum">
              <a:rPr lang="en-US" smtClean="0"/>
              <a:pPr/>
              <a:t>‹#›</a:t>
            </a:fld>
            <a:endParaRPr lang="en-US"/>
          </a:p>
        </p:txBody>
      </p:sp>
      <p:sp>
        <p:nvSpPr>
          <p:cNvPr id="7" name="Footer Placeholder 6">
            <a:extLst>
              <a:ext uri="{FF2B5EF4-FFF2-40B4-BE49-F238E27FC236}">
                <a16:creationId xmlns:a16="http://schemas.microsoft.com/office/drawing/2014/main" id="{FE87BBC1-8790-1F40-A017-B4344BC0329B}"/>
              </a:ext>
            </a:extLst>
          </p:cNvPr>
          <p:cNvSpPr>
            <a:spLocks noGrp="1"/>
          </p:cNvSpPr>
          <p:nvPr>
            <p:ph type="ftr" sz="quarter" idx="3"/>
          </p:nvPr>
        </p:nvSpPr>
        <p:spPr>
          <a:xfrm>
            <a:off x="2422825" y="6307672"/>
            <a:ext cx="7181711" cy="274320"/>
          </a:xfrm>
          <a:prstGeom prst="rect">
            <a:avLst/>
          </a:prstGeom>
        </p:spPr>
        <p:txBody>
          <a:bodyPr vert="horz" lIns="91440" tIns="45720" rIns="91440" bIns="45720" rtlCol="0" anchor="ctr"/>
          <a:lstStyle>
            <a:lvl1pPr algn="l">
              <a:defRPr sz="850">
                <a:solidFill>
                  <a:schemeClr val="tx1">
                    <a:tint val="75000"/>
                  </a:schemeClr>
                </a:solidFill>
              </a:defRPr>
            </a:lvl1pPr>
          </a:lstStyle>
          <a:p>
            <a:endParaRPr lang="en-US"/>
          </a:p>
        </p:txBody>
      </p:sp>
    </p:spTree>
    <p:extLst>
      <p:ext uri="{BB962C8B-B14F-4D97-AF65-F5344CB8AC3E}">
        <p14:creationId xmlns:p14="http://schemas.microsoft.com/office/powerpoint/2010/main" val="2473051541"/>
      </p:ext>
    </p:extLst>
  </p:cSld>
  <p:clrMap bg1="lt1" tx1="dk1" bg2="lt2" tx2="dk2" accent1="accent1" accent2="accent2" accent3="accent3" accent4="accent4" accent5="accent5" accent6="accent6" hlink="hlink" folHlink="folHlink"/>
  <p:sldLayoutIdLst>
    <p:sldLayoutId id="2147483965" r:id="rId1"/>
    <p:sldLayoutId id="2147483966" r:id="rId2"/>
    <p:sldLayoutId id="2147483967" r:id="rId3"/>
    <p:sldLayoutId id="2147483968" r:id="rId4"/>
    <p:sldLayoutId id="2147483969" r:id="rId5"/>
    <p:sldLayoutId id="2147483970" r:id="rId6"/>
    <p:sldLayoutId id="2147483977" r:id="rId7"/>
    <p:sldLayoutId id="2147483972" r:id="rId8"/>
    <p:sldLayoutId id="2147483974" r:id="rId9"/>
    <p:sldLayoutId id="2147483975" r:id="rId10"/>
    <p:sldLayoutId id="2147483976" r:id="rId11"/>
    <p:sldLayoutId id="2147483979" r:id="rId12"/>
    <p:sldLayoutId id="2147483980" r:id="rId13"/>
  </p:sldLayoutIdLst>
  <p:hf sldNum="0" hdr="0" ftr="0" dt="0"/>
  <p:txStyles>
    <p:titleStyle>
      <a:lvl1pPr algn="l" defTabSz="914400" rtl="0" eaLnBrk="1" latinLnBrk="0" hangingPunct="1">
        <a:lnSpc>
          <a:spcPct val="90000"/>
        </a:lnSpc>
        <a:spcBef>
          <a:spcPct val="0"/>
        </a:spcBef>
        <a:buNone/>
        <a:defRPr lang="en-US" sz="3000" b="1" kern="1200" cap="all" spc="450" baseline="0" dirty="0">
          <a:solidFill>
            <a:srgbClr val="2767FF"/>
          </a:solidFill>
          <a:effectLst/>
          <a:latin typeface="+mj-lt"/>
          <a:ea typeface="+mn-ea"/>
          <a:cs typeface="+mn-cs"/>
        </a:defRPr>
      </a:lvl1pPr>
    </p:titleStyle>
    <p:bodyStyle>
      <a:lvl1pPr marL="274320" indent="-274320" algn="l" defTabSz="914400" rtl="0" eaLnBrk="1" latinLnBrk="0" hangingPunct="1">
        <a:lnSpc>
          <a:spcPct val="100000"/>
        </a:lnSpc>
        <a:spcBef>
          <a:spcPts val="1000"/>
        </a:spcBef>
        <a:spcAft>
          <a:spcPts val="0"/>
        </a:spcAft>
        <a:buClr>
          <a:schemeClr val="tx1">
            <a:lumMod val="85000"/>
            <a:lumOff val="15000"/>
          </a:schemeClr>
        </a:buClr>
        <a:buFont typeface="Arial" panose="020B0604020202020204" pitchFamily="34" charset="0"/>
        <a:buChar char="•"/>
        <a:defRPr sz="3200" kern="1200" baseline="0">
          <a:solidFill>
            <a:schemeClr val="tx1"/>
          </a:solidFill>
          <a:latin typeface="+mn-lt"/>
          <a:ea typeface="+mn-ea"/>
          <a:cs typeface="+mn-cs"/>
        </a:defRPr>
      </a:lvl1pPr>
      <a:lvl2pPr marL="457200" indent="-182880" algn="l" defTabSz="914400" rtl="0" eaLnBrk="1" latinLnBrk="0" hangingPunct="1">
        <a:lnSpc>
          <a:spcPct val="100000"/>
        </a:lnSpc>
        <a:spcBef>
          <a:spcPts val="1000"/>
        </a:spcBef>
        <a:buClr>
          <a:schemeClr val="tx1">
            <a:lumMod val="85000"/>
            <a:lumOff val="15000"/>
          </a:schemeClr>
        </a:buClr>
        <a:buFont typeface="Arial" panose="020B0604020202020204" pitchFamily="34" charset="0"/>
        <a:buChar char="•"/>
        <a:defRPr sz="2000" kern="1200" baseline="0">
          <a:solidFill>
            <a:schemeClr val="tx1"/>
          </a:solidFill>
          <a:latin typeface="+mn-lt"/>
          <a:ea typeface="+mn-ea"/>
          <a:cs typeface="+mn-cs"/>
        </a:defRPr>
      </a:lvl2pPr>
      <a:lvl3pPr marL="731520" indent="-182880" algn="l" defTabSz="914400" rtl="0" eaLnBrk="1" latinLnBrk="0" hangingPunct="1">
        <a:lnSpc>
          <a:spcPct val="100000"/>
        </a:lnSpc>
        <a:spcBef>
          <a:spcPts val="1000"/>
        </a:spcBef>
        <a:buClr>
          <a:schemeClr val="tx1">
            <a:lumMod val="85000"/>
            <a:lumOff val="15000"/>
          </a:schemeClr>
        </a:buClr>
        <a:buFont typeface="Arial" panose="020B0604020202020204"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1000"/>
        </a:spcBef>
        <a:buClr>
          <a:schemeClr val="tx1">
            <a:lumMod val="85000"/>
            <a:lumOff val="15000"/>
          </a:schemeClr>
        </a:buClr>
        <a:buFont typeface="Arial" panose="020B0604020202020204"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1000"/>
        </a:spcBef>
        <a:buClr>
          <a:schemeClr val="tx1">
            <a:lumMod val="85000"/>
            <a:lumOff val="15000"/>
          </a:schemeClr>
        </a:buClr>
        <a:buFont typeface="Arial" panose="020B0604020202020204"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oogle.com/url?sa=i&amp;url=https%3A%2F%2Fen.wikipedia.org%2Fwiki%2FPower_analysis&amp;psig=AOvVaw0GaGDLxBiAswgWTmI-3pVM&amp;ust=1713374258708000&amp;source=images&amp;cd=vfe&amp;opi=89978449&amp;ved=0CBQQjhxqFwoTCIjPg9Kex4UDFQAAAAAdAAAAABAE" TargetMode="External"/><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9894"/>
            <a:ext cx="9144000" cy="1815634"/>
          </a:xfrm>
        </p:spPr>
        <p:txBody>
          <a:bodyPr>
            <a:normAutofit fontScale="90000"/>
          </a:bodyPr>
          <a:lstStyle/>
          <a:p>
            <a:r>
              <a:rPr lang="en-US" b="1" i="0" dirty="0">
                <a:solidFill>
                  <a:srgbClr val="333333"/>
                </a:solidFill>
                <a:effectLst/>
                <a:latin typeface="Lucida Sans"/>
              </a:rPr>
              <a:t>EECS </a:t>
            </a:r>
            <a:r>
              <a:rPr lang="en-US" b="1" dirty="0">
                <a:solidFill>
                  <a:srgbClr val="333333"/>
                </a:solidFill>
                <a:latin typeface="Lucida Sans"/>
              </a:rPr>
              <a:t>388</a:t>
            </a:r>
            <a:r>
              <a:rPr lang="en-US" b="1" i="0" dirty="0">
                <a:solidFill>
                  <a:srgbClr val="333333"/>
                </a:solidFill>
                <a:effectLst/>
                <a:latin typeface="Lucida Sans"/>
              </a:rPr>
              <a:t>:</a:t>
            </a:r>
            <a:r>
              <a:rPr lang="en-US" b="1" dirty="0">
                <a:solidFill>
                  <a:srgbClr val="333333"/>
                </a:solidFill>
                <a:latin typeface="Lucida Sans"/>
                <a:ea typeface="+mj-lt"/>
                <a:cs typeface="+mj-lt"/>
              </a:rPr>
              <a:t> </a:t>
            </a:r>
            <a:br>
              <a:rPr lang="en-US" b="1" dirty="0">
                <a:solidFill>
                  <a:srgbClr val="333333"/>
                </a:solidFill>
                <a:latin typeface="Lucida Sans"/>
                <a:ea typeface="+mj-lt"/>
                <a:cs typeface="+mj-lt"/>
              </a:rPr>
            </a:br>
            <a:r>
              <a:rPr lang="en-US" b="1" dirty="0">
                <a:latin typeface="Lucida Sans"/>
                <a:ea typeface="+mj-lt"/>
                <a:cs typeface="+mj-lt"/>
              </a:rPr>
              <a:t>Embedded Systems</a:t>
            </a:r>
          </a:p>
        </p:txBody>
      </p:sp>
      <p:sp>
        <p:nvSpPr>
          <p:cNvPr id="3" name="Subtitle 2"/>
          <p:cNvSpPr>
            <a:spLocks noGrp="1"/>
          </p:cNvSpPr>
          <p:nvPr>
            <p:ph type="subTitle" idx="1"/>
          </p:nvPr>
        </p:nvSpPr>
        <p:spPr/>
        <p:txBody>
          <a:bodyPr vert="horz" lIns="91440" tIns="45720" rIns="91440" bIns="45720" rtlCol="0" anchor="t">
            <a:normAutofit/>
          </a:bodyPr>
          <a:lstStyle/>
          <a:p>
            <a:r>
              <a:rPr lang="en-US" sz="4400" dirty="0">
                <a:solidFill>
                  <a:srgbClr val="2767FF"/>
                </a:solidFill>
                <a:latin typeface="Lucida Sans"/>
              </a:rPr>
              <a:t>Side Channel Attacks</a:t>
            </a:r>
          </a:p>
        </p:txBody>
      </p:sp>
    </p:spTree>
    <p:extLst>
      <p:ext uri="{BB962C8B-B14F-4D97-AF65-F5344CB8AC3E}">
        <p14:creationId xmlns:p14="http://schemas.microsoft.com/office/powerpoint/2010/main" val="3813374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75D0E9F0-2D0A-4F1A-B5A0-4E0852E80333}"/>
              </a:ext>
            </a:extLst>
          </p:cNvPr>
          <p:cNvSpPr>
            <a:spLocks noGrp="1" noChangeArrowheads="1"/>
          </p:cNvSpPr>
          <p:nvPr>
            <p:ph type="title"/>
          </p:nvPr>
        </p:nvSpPr>
        <p:spPr>
          <a:xfrm>
            <a:off x="304799" y="76200"/>
            <a:ext cx="11817531" cy="838200"/>
          </a:xfrm>
        </p:spPr>
        <p:txBody>
          <a:bodyPr/>
          <a:lstStyle/>
          <a:p>
            <a:pPr eaLnBrk="1" hangingPunct="1"/>
            <a:r>
              <a:rPr lang="en-US" altLang="zh-CN" sz="3600" dirty="0">
                <a:ea typeface="宋体" panose="02010600030101010101" pitchFamily="2" charset="-122"/>
              </a:rPr>
              <a:t>What Really is Side-Channel Attack?</a:t>
            </a:r>
          </a:p>
        </p:txBody>
      </p:sp>
      <p:sp>
        <p:nvSpPr>
          <p:cNvPr id="31747" name="Rectangle 3">
            <a:extLst>
              <a:ext uri="{FF2B5EF4-FFF2-40B4-BE49-F238E27FC236}">
                <a16:creationId xmlns:a16="http://schemas.microsoft.com/office/drawing/2014/main" id="{EE3D6A61-12ED-490D-B63D-60E278CDBEE1}"/>
              </a:ext>
            </a:extLst>
          </p:cNvPr>
          <p:cNvSpPr>
            <a:spLocks noGrp="1" noChangeArrowheads="1"/>
          </p:cNvSpPr>
          <p:nvPr>
            <p:ph idx="1"/>
          </p:nvPr>
        </p:nvSpPr>
        <p:spPr>
          <a:xfrm>
            <a:off x="304800" y="914401"/>
            <a:ext cx="6514012" cy="5468982"/>
          </a:xfrm>
        </p:spPr>
        <p:txBody>
          <a:bodyPr>
            <a:normAutofit/>
          </a:bodyPr>
          <a:lstStyle/>
          <a:p>
            <a:pPr eaLnBrk="1" hangingPunct="1"/>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Motivation: </a:t>
            </a:r>
          </a:p>
          <a:p>
            <a:pPr lvl="1"/>
            <a:r>
              <a:rPr lang="en-US" altLang="zh-CN" dirty="0">
                <a:ea typeface="宋体" panose="02010600030101010101" pitchFamily="2" charset="-122"/>
              </a:rPr>
              <a:t>Extract secret data being processed inside a hardware (e.g., cryptographic keys)</a:t>
            </a:r>
          </a:p>
          <a:p>
            <a:pPr lvl="1"/>
            <a:r>
              <a:rPr lang="en-US" altLang="zh-CN" dirty="0">
                <a:ea typeface="宋体" panose="02010600030101010101" pitchFamily="2" charset="-122"/>
              </a:rPr>
              <a:t>Extract information on the internal operation of the hardware (e.g., algorithmic steps)</a:t>
            </a:r>
          </a:p>
          <a:p>
            <a:pPr lvl="1"/>
            <a:r>
              <a:rPr lang="en-US" altLang="zh-CN" dirty="0">
                <a:ea typeface="宋体" panose="02010600030101010101" pitchFamily="2" charset="-122"/>
              </a:rPr>
              <a:t>Other forms of eavesdropping</a:t>
            </a:r>
          </a:p>
          <a:p>
            <a:pPr eaLnBrk="1" hangingPunct="1"/>
            <a:r>
              <a:rPr lang="en-US" altLang="zh-CN" sz="2800" dirty="0">
                <a:ea typeface="宋体" panose="02010600030101010101" pitchFamily="2" charset="-122"/>
              </a:rPr>
              <a:t>How? </a:t>
            </a:r>
          </a:p>
          <a:p>
            <a:pPr lvl="1"/>
            <a:r>
              <a:rPr lang="en-US" altLang="zh-CN" dirty="0">
                <a:ea typeface="宋体" panose="02010600030101010101" pitchFamily="2" charset="-122"/>
              </a:rPr>
              <a:t>Without directly looking at the internal bus or data in memory </a:t>
            </a:r>
          </a:p>
          <a:p>
            <a:pPr lvl="1" eaLnBrk="1" hangingPunct="1"/>
            <a:r>
              <a:rPr lang="en-US" altLang="zh-CN" dirty="0">
                <a:ea typeface="宋体" panose="02010600030101010101" pitchFamily="2" charset="-122"/>
              </a:rPr>
              <a:t>Observe indirect data that is emitted during the execution of a computational process</a:t>
            </a:r>
          </a:p>
        </p:txBody>
      </p:sp>
      <p:sp>
        <p:nvSpPr>
          <p:cNvPr id="31748" name="Slide Number Placeholder 3">
            <a:extLst>
              <a:ext uri="{FF2B5EF4-FFF2-40B4-BE49-F238E27FC236}">
                <a16:creationId xmlns:a16="http://schemas.microsoft.com/office/drawing/2014/main" id="{D5F1604D-F925-4B5B-B688-18F8628B085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04D57DF3-38DA-450D-9DEA-5EA31DF31395}" type="slidenum">
              <a:rPr lang="en-US" altLang="zh-CN" sz="1200">
                <a:ea typeface="宋体" panose="02010600030101010101" pitchFamily="2" charset="-122"/>
              </a:rPr>
              <a:pPr>
                <a:spcBef>
                  <a:spcPct val="0"/>
                </a:spcBef>
                <a:buClrTx/>
                <a:buSzTx/>
                <a:buFontTx/>
                <a:buNone/>
              </a:pPr>
              <a:t>2</a:t>
            </a:fld>
            <a:endParaRPr lang="en-US" altLang="zh-CN" sz="1200">
              <a:ea typeface="宋体" panose="02010600030101010101" pitchFamily="2" charset="-122"/>
            </a:endParaRPr>
          </a:p>
        </p:txBody>
      </p:sp>
      <p:sp>
        <p:nvSpPr>
          <p:cNvPr id="31749" name="Date Placeholder 1">
            <a:extLst>
              <a:ext uri="{FF2B5EF4-FFF2-40B4-BE49-F238E27FC236}">
                <a16:creationId xmlns:a16="http://schemas.microsoft.com/office/drawing/2014/main" id="{074C2534-B294-4835-8012-1C5D28713E9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5DC632A2-F961-4A26-9B0B-4B5EEAAD19CD}" type="datetime4">
              <a:rPr lang="en-US" altLang="zh-CN" sz="1200">
                <a:ea typeface="宋体" panose="02010600030101010101" pitchFamily="2" charset="-122"/>
              </a:rPr>
              <a:pPr>
                <a:spcBef>
                  <a:spcPct val="0"/>
                </a:spcBef>
                <a:buClrTx/>
                <a:buSzTx/>
                <a:buFontTx/>
                <a:buNone/>
              </a:pPr>
              <a:t>June 26, 2024</a:t>
            </a:fld>
            <a:endParaRPr lang="zh-CN" altLang="en-US" sz="120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75D0E9F0-2D0A-4F1A-B5A0-4E0852E80333}"/>
              </a:ext>
            </a:extLst>
          </p:cNvPr>
          <p:cNvSpPr>
            <a:spLocks noGrp="1" noChangeArrowheads="1"/>
          </p:cNvSpPr>
          <p:nvPr>
            <p:ph type="title"/>
          </p:nvPr>
        </p:nvSpPr>
        <p:spPr>
          <a:xfrm>
            <a:off x="304799" y="76200"/>
            <a:ext cx="11817531" cy="838200"/>
          </a:xfrm>
        </p:spPr>
        <p:txBody>
          <a:bodyPr/>
          <a:lstStyle/>
          <a:p>
            <a:pPr eaLnBrk="1" hangingPunct="1"/>
            <a:r>
              <a:rPr lang="en-US" altLang="zh-CN" sz="3600" dirty="0">
                <a:ea typeface="宋体" panose="02010600030101010101" pitchFamily="2" charset="-122"/>
              </a:rPr>
              <a:t>What Really is Side-Channel Attack?</a:t>
            </a:r>
          </a:p>
        </p:txBody>
      </p:sp>
      <p:sp>
        <p:nvSpPr>
          <p:cNvPr id="31747" name="Rectangle 3">
            <a:extLst>
              <a:ext uri="{FF2B5EF4-FFF2-40B4-BE49-F238E27FC236}">
                <a16:creationId xmlns:a16="http://schemas.microsoft.com/office/drawing/2014/main" id="{EE3D6A61-12ED-490D-B63D-60E278CDBEE1}"/>
              </a:ext>
            </a:extLst>
          </p:cNvPr>
          <p:cNvSpPr>
            <a:spLocks noGrp="1" noChangeArrowheads="1"/>
          </p:cNvSpPr>
          <p:nvPr>
            <p:ph idx="1"/>
          </p:nvPr>
        </p:nvSpPr>
        <p:spPr>
          <a:xfrm>
            <a:off x="304799" y="914401"/>
            <a:ext cx="9906001" cy="4906963"/>
          </a:xfrm>
        </p:spPr>
        <p:txBody>
          <a:bodyPr>
            <a:normAutofit/>
          </a:bodyPr>
          <a:lstStyle/>
          <a:p>
            <a:pPr eaLnBrk="1" hangingPunct="1"/>
            <a:endParaRPr lang="en-US" altLang="zh-CN" sz="2800" dirty="0">
              <a:ea typeface="宋体" panose="02010600030101010101" pitchFamily="2" charset="-122"/>
            </a:endParaRPr>
          </a:p>
          <a:p>
            <a:pPr eaLnBrk="1" hangingPunct="1"/>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Five commonly exploited side-channel emissions:</a:t>
            </a:r>
          </a:p>
          <a:p>
            <a:pPr lvl="1" eaLnBrk="1" hangingPunct="1"/>
            <a:r>
              <a:rPr lang="en-US" altLang="zh-CN" sz="2400" dirty="0">
                <a:ea typeface="宋体" panose="02010600030101010101" pitchFamily="2" charset="-122"/>
              </a:rPr>
              <a:t>Power Consumption</a:t>
            </a:r>
          </a:p>
          <a:p>
            <a:pPr lvl="1"/>
            <a:r>
              <a:rPr lang="en-US" altLang="zh-CN" sz="2400" dirty="0">
                <a:ea typeface="宋体" panose="02010600030101010101" pitchFamily="2" charset="-122"/>
              </a:rPr>
              <a:t>Timing and Delay</a:t>
            </a:r>
          </a:p>
          <a:p>
            <a:pPr lvl="1" eaLnBrk="1" hangingPunct="1"/>
            <a:r>
              <a:rPr lang="en-US" altLang="zh-CN" sz="2400" dirty="0">
                <a:ea typeface="宋体" panose="02010600030101010101" pitchFamily="2" charset="-122"/>
              </a:rPr>
              <a:t>Electro-Magnetic</a:t>
            </a:r>
          </a:p>
          <a:p>
            <a:pPr lvl="1" eaLnBrk="1" hangingPunct="1"/>
            <a:r>
              <a:rPr lang="en-US" altLang="zh-CN" sz="2400" dirty="0">
                <a:ea typeface="宋体" panose="02010600030101010101" pitchFamily="2" charset="-122"/>
              </a:rPr>
              <a:t>Optical</a:t>
            </a:r>
          </a:p>
          <a:p>
            <a:pPr lvl="1" eaLnBrk="1" hangingPunct="1"/>
            <a:r>
              <a:rPr lang="en-US" altLang="zh-CN" sz="2400" dirty="0">
                <a:ea typeface="宋体" panose="02010600030101010101" pitchFamily="2" charset="-122"/>
              </a:rPr>
              <a:t>Acoustic</a:t>
            </a:r>
          </a:p>
          <a:p>
            <a:pPr lvl="1" eaLnBrk="1" hangingPunct="1"/>
            <a:endParaRPr lang="en-US" altLang="zh-CN" sz="2400" dirty="0">
              <a:ea typeface="宋体" panose="02010600030101010101" pitchFamily="2" charset="-122"/>
            </a:endParaRPr>
          </a:p>
        </p:txBody>
      </p:sp>
      <p:sp>
        <p:nvSpPr>
          <p:cNvPr id="31748" name="Slide Number Placeholder 3">
            <a:extLst>
              <a:ext uri="{FF2B5EF4-FFF2-40B4-BE49-F238E27FC236}">
                <a16:creationId xmlns:a16="http://schemas.microsoft.com/office/drawing/2014/main" id="{D5F1604D-F925-4B5B-B688-18F8628B085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04D57DF3-38DA-450D-9DEA-5EA31DF31395}" type="slidenum">
              <a:rPr lang="en-US" altLang="zh-CN" sz="1200">
                <a:ea typeface="宋体" panose="02010600030101010101" pitchFamily="2" charset="-122"/>
              </a:rPr>
              <a:pPr>
                <a:spcBef>
                  <a:spcPct val="0"/>
                </a:spcBef>
                <a:buClrTx/>
                <a:buSzTx/>
                <a:buFontTx/>
                <a:buNone/>
              </a:pPr>
              <a:t>3</a:t>
            </a:fld>
            <a:endParaRPr lang="en-US" altLang="zh-CN" sz="1200">
              <a:ea typeface="宋体" panose="02010600030101010101" pitchFamily="2" charset="-122"/>
            </a:endParaRPr>
          </a:p>
        </p:txBody>
      </p:sp>
      <p:sp>
        <p:nvSpPr>
          <p:cNvPr id="31749" name="Date Placeholder 1">
            <a:extLst>
              <a:ext uri="{FF2B5EF4-FFF2-40B4-BE49-F238E27FC236}">
                <a16:creationId xmlns:a16="http://schemas.microsoft.com/office/drawing/2014/main" id="{074C2534-B294-4835-8012-1C5D28713E9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5DC632A2-F961-4A26-9B0B-4B5EEAAD19CD}" type="datetime4">
              <a:rPr lang="en-US" altLang="zh-CN" sz="1200">
                <a:ea typeface="宋体" panose="02010600030101010101" pitchFamily="2" charset="-122"/>
              </a:rPr>
              <a:pPr>
                <a:spcBef>
                  <a:spcPct val="0"/>
                </a:spcBef>
                <a:buClrTx/>
                <a:buSzTx/>
                <a:buFontTx/>
                <a:buNone/>
              </a:pPr>
              <a:t>June 26, 2024</a:t>
            </a:fld>
            <a:endParaRPr lang="zh-CN" altLang="en-US" sz="1200">
              <a:ea typeface="宋体" panose="02010600030101010101" pitchFamily="2" charset="-122"/>
            </a:endParaRPr>
          </a:p>
        </p:txBody>
      </p:sp>
    </p:spTree>
    <p:extLst>
      <p:ext uri="{BB962C8B-B14F-4D97-AF65-F5344CB8AC3E}">
        <p14:creationId xmlns:p14="http://schemas.microsoft.com/office/powerpoint/2010/main" val="1678913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B572D-A2E2-A0E1-51F4-31F4F93313A9}"/>
              </a:ext>
            </a:extLst>
          </p:cNvPr>
          <p:cNvSpPr>
            <a:spLocks noGrp="1"/>
          </p:cNvSpPr>
          <p:nvPr>
            <p:ph type="title"/>
          </p:nvPr>
        </p:nvSpPr>
        <p:spPr>
          <a:xfrm>
            <a:off x="1066800" y="642594"/>
            <a:ext cx="10489474" cy="446735"/>
          </a:xfrm>
        </p:spPr>
        <p:txBody>
          <a:bodyPr/>
          <a:lstStyle/>
          <a:p>
            <a:r>
              <a:rPr lang="en-US" dirty="0"/>
              <a:t>Side channel in Embedded Systems </a:t>
            </a:r>
          </a:p>
        </p:txBody>
      </p:sp>
      <p:sp>
        <p:nvSpPr>
          <p:cNvPr id="3" name="Content Placeholder 2">
            <a:extLst>
              <a:ext uri="{FF2B5EF4-FFF2-40B4-BE49-F238E27FC236}">
                <a16:creationId xmlns:a16="http://schemas.microsoft.com/office/drawing/2014/main" id="{681711DE-4426-AD5E-E7EE-E3734EE5A84B}"/>
              </a:ext>
            </a:extLst>
          </p:cNvPr>
          <p:cNvSpPr>
            <a:spLocks noGrp="1"/>
          </p:cNvSpPr>
          <p:nvPr>
            <p:ph sz="quarter" idx="13"/>
          </p:nvPr>
        </p:nvSpPr>
        <p:spPr/>
        <p:txBody>
          <a:bodyPr/>
          <a:lstStyle/>
          <a:p>
            <a:r>
              <a:rPr lang="en-US" dirty="0"/>
              <a:t>Side channel is particularly more important for embedded systems </a:t>
            </a:r>
          </a:p>
          <a:p>
            <a:r>
              <a:rPr lang="en-US" dirty="0"/>
              <a:t>Remote computing systems like servers are generally not accessible to end users</a:t>
            </a:r>
            <a:r>
              <a:rPr lang="en-US" dirty="0">
                <a:sym typeface="Wingdings" panose="05000000000000000000" pitchFamily="2" charset="2"/>
              </a:rPr>
              <a:t> makes SCA difficult </a:t>
            </a:r>
            <a:endParaRPr lang="en-US" dirty="0"/>
          </a:p>
          <a:p>
            <a:r>
              <a:rPr lang="en-US" dirty="0"/>
              <a:t>Embedded devices are generally accessible to end users (smart watch, smart automotive) </a:t>
            </a:r>
          </a:p>
          <a:p>
            <a:r>
              <a:rPr lang="en-US" dirty="0"/>
              <a:t>However, there are few remote SCA attacks!</a:t>
            </a:r>
          </a:p>
        </p:txBody>
      </p:sp>
    </p:spTree>
    <p:extLst>
      <p:ext uri="{BB962C8B-B14F-4D97-AF65-F5344CB8AC3E}">
        <p14:creationId xmlns:p14="http://schemas.microsoft.com/office/powerpoint/2010/main" val="4178091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16">
            <a:extLst>
              <a:ext uri="{FF2B5EF4-FFF2-40B4-BE49-F238E27FC236}">
                <a16:creationId xmlns:a16="http://schemas.microsoft.com/office/drawing/2014/main" id="{83535482-2838-4497-AE8B-CD39463ED607}"/>
              </a:ext>
            </a:extLst>
          </p:cNvPr>
          <p:cNvSpPr txBox="1">
            <a:spLocks noGrp="1"/>
          </p:cNvSpPr>
          <p:nvPr>
            <p:ph type="title"/>
          </p:nvPr>
        </p:nvSpPr>
        <p:spPr>
          <a:xfrm>
            <a:off x="1524000" y="0"/>
            <a:ext cx="9144000" cy="838200"/>
          </a:xfrm>
        </p:spPr>
        <p:txBody>
          <a:bodyPr rtlCol="0">
            <a:noAutofit/>
          </a:bodyPr>
          <a:lstStyle/>
          <a:p>
            <a:pPr marL="460375">
              <a:defRPr/>
            </a:pPr>
            <a:r>
              <a:rPr sz="3600" spc="-55" dirty="0">
                <a:ea typeface="ＭＳ Ｐゴシック" charset="0"/>
                <a:cs typeface="Calibri"/>
              </a:rPr>
              <a:t>Power Side channel </a:t>
            </a:r>
            <a:endParaRPr sz="3600" dirty="0">
              <a:ea typeface="ＭＳ Ｐゴシック" charset="0"/>
              <a:cs typeface="Calibri"/>
            </a:endParaRPr>
          </a:p>
        </p:txBody>
      </p:sp>
      <p:sp>
        <p:nvSpPr>
          <p:cNvPr id="34821" name="object 25">
            <a:extLst>
              <a:ext uri="{FF2B5EF4-FFF2-40B4-BE49-F238E27FC236}">
                <a16:creationId xmlns:a16="http://schemas.microsoft.com/office/drawing/2014/main" id="{32F00AA5-AD3A-4534-A5B4-B6154488CBD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marL="25400">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D34E41A7-F724-481D-BA3B-80197F214DF2}" type="slidenum">
              <a:rPr lang="en-US" altLang="en-US" b="1">
                <a:latin typeface="Calibri" panose="020F0502020204030204" pitchFamily="34" charset="0"/>
              </a:rPr>
              <a:pPr/>
              <a:t>5</a:t>
            </a:fld>
            <a:endParaRPr lang="en-US" altLang="en-US">
              <a:latin typeface="Calibri" panose="020F0502020204030204" pitchFamily="34" charset="0"/>
            </a:endParaRPr>
          </a:p>
        </p:txBody>
      </p:sp>
      <p:pic>
        <p:nvPicPr>
          <p:cNvPr id="1026" name="Picture 2" descr="Power analysis - Wikipedia">
            <a:extLst>
              <a:ext uri="{FF2B5EF4-FFF2-40B4-BE49-F238E27FC236}">
                <a16:creationId xmlns:a16="http://schemas.microsoft.com/office/drawing/2014/main" id="{2D00DF10-8877-FFC6-DB38-37C80DDFDE1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78642" y="1493419"/>
            <a:ext cx="4899887" cy="387116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C0C54A7-1591-DA89-7A33-92E5FDCF4E79}"/>
              </a:ext>
            </a:extLst>
          </p:cNvPr>
          <p:cNvSpPr txBox="1"/>
          <p:nvPr/>
        </p:nvSpPr>
        <p:spPr>
          <a:xfrm>
            <a:off x="2464526" y="6444832"/>
            <a:ext cx="915635" cy="369332"/>
          </a:xfrm>
          <a:prstGeom prst="rect">
            <a:avLst/>
          </a:prstGeom>
          <a:noFill/>
        </p:spPr>
        <p:txBody>
          <a:bodyPr wrap="none" rtlCol="0">
            <a:spAutoFit/>
          </a:bodyPr>
          <a:lstStyle/>
          <a:p>
            <a:r>
              <a:rPr lang="en-US" dirty="0">
                <a:hlinkClick r:id="rId3"/>
              </a:rPr>
              <a:t>Source</a:t>
            </a:r>
            <a:endParaRPr lang="en-US" dirty="0"/>
          </a:p>
        </p:txBody>
      </p:sp>
      <p:sp>
        <p:nvSpPr>
          <p:cNvPr id="8" name="TextBox 7">
            <a:extLst>
              <a:ext uri="{FF2B5EF4-FFF2-40B4-BE49-F238E27FC236}">
                <a16:creationId xmlns:a16="http://schemas.microsoft.com/office/drawing/2014/main" id="{9902D968-561E-F010-A22D-EF7E4AC5C9F6}"/>
              </a:ext>
            </a:extLst>
          </p:cNvPr>
          <p:cNvSpPr txBox="1"/>
          <p:nvPr/>
        </p:nvSpPr>
        <p:spPr>
          <a:xfrm>
            <a:off x="243839" y="1309823"/>
            <a:ext cx="5286104" cy="3785652"/>
          </a:xfrm>
          <a:prstGeom prst="rect">
            <a:avLst/>
          </a:prstGeom>
          <a:noFill/>
        </p:spPr>
        <p:txBody>
          <a:bodyPr wrap="square">
            <a:spAutoFit/>
          </a:bodyPr>
          <a:lstStyle/>
          <a:p>
            <a:r>
              <a:rPr lang="en-US" sz="2000" b="1" dirty="0"/>
              <a:t>Attack Setup: </a:t>
            </a:r>
          </a:p>
          <a:p>
            <a:pPr marL="285750" indent="-285750">
              <a:buFont typeface="Arial" panose="020B0604020202020204" pitchFamily="34" charset="0"/>
              <a:buChar char="•"/>
            </a:pPr>
            <a:r>
              <a:rPr lang="en-US" sz="2000" dirty="0"/>
              <a:t>The attacker needs physical access to the device or be able to measure the power consumption remotely. </a:t>
            </a:r>
          </a:p>
          <a:p>
            <a:pPr marL="285750" indent="-285750">
              <a:buFont typeface="Arial" panose="020B0604020202020204" pitchFamily="34" charset="0"/>
              <a:buChar char="•"/>
            </a:pPr>
            <a:r>
              <a:rPr lang="en-US" sz="2000" dirty="0"/>
              <a:t>They collect power usage data while the device is performing cryptographic operations. </a:t>
            </a:r>
          </a:p>
          <a:p>
            <a:pPr marL="285750" indent="-285750">
              <a:buFont typeface="Arial" panose="020B0604020202020204" pitchFamily="34" charset="0"/>
              <a:buChar char="•"/>
            </a:pPr>
            <a:r>
              <a:rPr lang="en-US" sz="2000" dirty="0"/>
              <a:t>This is often done using a high-resolution oscilloscope connected to the power line of the device. </a:t>
            </a:r>
          </a:p>
          <a:p>
            <a:endParaRPr lang="en-US" sz="2000" dirty="0"/>
          </a:p>
          <a:p>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object 2">
            <a:extLst>
              <a:ext uri="{FF2B5EF4-FFF2-40B4-BE49-F238E27FC236}">
                <a16:creationId xmlns:a16="http://schemas.microsoft.com/office/drawing/2014/main" id="{9E188F19-8C07-4C9E-98DE-A1FC62F6E5A4}"/>
              </a:ext>
            </a:extLst>
          </p:cNvPr>
          <p:cNvSpPr txBox="1">
            <a:spLocks noChangeArrowheads="1"/>
          </p:cNvSpPr>
          <p:nvPr/>
        </p:nvSpPr>
        <p:spPr bwMode="auto">
          <a:xfrm>
            <a:off x="461815" y="1560495"/>
            <a:ext cx="5634185"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55600" indent="-344488">
              <a:tabLst>
                <a:tab pos="355600" algn="l"/>
              </a:tabLst>
              <a:defRPr>
                <a:solidFill>
                  <a:schemeClr val="tx1"/>
                </a:solidFill>
                <a:latin typeface="Arial" panose="020B0604020202020204" pitchFamily="34" charset="0"/>
                <a:ea typeface="MS PGothic" panose="020B0600070205080204" pitchFamily="34" charset="-128"/>
              </a:defRPr>
            </a:lvl1pPr>
            <a:lvl2pPr marL="742950" indent="-285750">
              <a:tabLst>
                <a:tab pos="355600" algn="l"/>
              </a:tabLst>
              <a:defRPr>
                <a:solidFill>
                  <a:schemeClr val="tx1"/>
                </a:solidFill>
                <a:latin typeface="Arial" panose="020B0604020202020204" pitchFamily="34" charset="0"/>
                <a:ea typeface="MS PGothic" panose="020B0600070205080204" pitchFamily="34" charset="-128"/>
              </a:defRPr>
            </a:lvl2pPr>
            <a:lvl3pPr marL="1143000" indent="-228600">
              <a:tabLst>
                <a:tab pos="355600" algn="l"/>
              </a:tabLst>
              <a:defRPr>
                <a:solidFill>
                  <a:schemeClr val="tx1"/>
                </a:solidFill>
                <a:latin typeface="Arial" panose="020B0604020202020204" pitchFamily="34" charset="0"/>
                <a:ea typeface="MS PGothic" panose="020B0600070205080204" pitchFamily="34" charset="-128"/>
              </a:defRPr>
            </a:lvl3pPr>
            <a:lvl4pPr marL="1600200" indent="-228600">
              <a:tabLst>
                <a:tab pos="355600" algn="l"/>
              </a:tabLst>
              <a:defRPr>
                <a:solidFill>
                  <a:schemeClr val="tx1"/>
                </a:solidFill>
                <a:latin typeface="Arial" panose="020B0604020202020204" pitchFamily="34" charset="0"/>
                <a:ea typeface="MS PGothic" panose="020B0600070205080204" pitchFamily="34" charset="-128"/>
              </a:defRPr>
            </a:lvl4pPr>
            <a:lvl5pPr marL="2057400" indent="-228600">
              <a:tabLst>
                <a:tab pos="355600" algn="l"/>
              </a:tabLst>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tabLst>
                <a:tab pos="355600" algn="l"/>
              </a:tabLs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tabLst>
                <a:tab pos="355600" algn="l"/>
              </a:tabLs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tabLst>
                <a:tab pos="355600" algn="l"/>
              </a:tabLs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tabLst>
                <a:tab pos="355600" algn="l"/>
              </a:tabLst>
              <a:defRPr>
                <a:solidFill>
                  <a:schemeClr val="tx1"/>
                </a:solidFill>
                <a:latin typeface="Arial" panose="020B0604020202020204" pitchFamily="34" charset="0"/>
                <a:ea typeface="MS PGothic" panose="020B0600070205080204" pitchFamily="34" charset="-128"/>
              </a:defRPr>
            </a:lvl9pPr>
          </a:lstStyle>
          <a:p>
            <a:pPr eaLnBrk="1" hangingPunct="1">
              <a:buFont typeface="Arial" panose="020B0604020202020204" pitchFamily="34" charset="0"/>
              <a:buChar char="•"/>
            </a:pPr>
            <a:r>
              <a:rPr lang="en-US" altLang="en-US" sz="2400" b="1" dirty="0">
                <a:latin typeface="+mj-lt"/>
              </a:rPr>
              <a:t>Not average power over time, not peak power</a:t>
            </a:r>
          </a:p>
          <a:p>
            <a:pPr>
              <a:lnSpc>
                <a:spcPts val="550"/>
              </a:lnSpc>
              <a:spcBef>
                <a:spcPts val="25"/>
              </a:spcBef>
              <a:buFont typeface="Arial" panose="020B0604020202020204" pitchFamily="34" charset="0"/>
              <a:buChar char="•"/>
            </a:pPr>
            <a:endParaRPr lang="en-US" altLang="en-US" sz="500" dirty="0">
              <a:latin typeface="+mj-lt"/>
            </a:endParaRPr>
          </a:p>
          <a:p>
            <a:pPr eaLnBrk="1" hangingPunct="1">
              <a:buFont typeface="Arial" panose="020B0604020202020204" pitchFamily="34" charset="0"/>
              <a:buChar char="•"/>
            </a:pPr>
            <a:r>
              <a:rPr lang="en-US" altLang="en-US" sz="2400" dirty="0">
                <a:latin typeface="+mj-lt"/>
              </a:rPr>
              <a:t>Instantaneous power over time</a:t>
            </a:r>
          </a:p>
          <a:p>
            <a:pPr lvl="1" eaLnBrk="1" hangingPunct="1">
              <a:buFont typeface="Arial" panose="020B0604020202020204" pitchFamily="34" charset="0"/>
              <a:buChar char="•"/>
            </a:pPr>
            <a:r>
              <a:rPr lang="en-US" altLang="en-US" sz="2000" dirty="0">
                <a:latin typeface="+mj-lt"/>
              </a:rPr>
              <a:t>Trace or curve, many samples</a:t>
            </a:r>
          </a:p>
          <a:p>
            <a:pPr lvl="1" eaLnBrk="1" hangingPunct="1">
              <a:buFont typeface="Arial" panose="020B0604020202020204" pitchFamily="34" charset="0"/>
              <a:buChar char="•"/>
            </a:pPr>
            <a:endParaRPr lang="en-US" altLang="en-US" sz="2000" dirty="0">
              <a:latin typeface="+mj-lt"/>
            </a:endParaRPr>
          </a:p>
          <a:p>
            <a:pPr marL="285750" indent="-285750">
              <a:buFont typeface="Arial" panose="020B0604020202020204" pitchFamily="34" charset="0"/>
              <a:buChar char="•"/>
            </a:pPr>
            <a:r>
              <a:rPr lang="en-US" sz="2000" dirty="0"/>
              <a:t>Every operation within the device, such as fetching data from memory, processing, and storing data, has a unique power signature. </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Cryptographic operations, in particular, tend to cause noticeable fluctuations in power usage because they are computationally intensive. </a:t>
            </a:r>
          </a:p>
          <a:p>
            <a:pPr>
              <a:buFont typeface="Arial" panose="020B0604020202020204" pitchFamily="34" charset="0"/>
              <a:buChar char="•"/>
            </a:pPr>
            <a:endParaRPr lang="en-US" altLang="en-US" sz="2000" dirty="0">
              <a:latin typeface="+mj-lt"/>
            </a:endParaRPr>
          </a:p>
        </p:txBody>
      </p:sp>
      <p:grpSp>
        <p:nvGrpSpPr>
          <p:cNvPr id="33795" name="Group 4">
            <a:extLst>
              <a:ext uri="{FF2B5EF4-FFF2-40B4-BE49-F238E27FC236}">
                <a16:creationId xmlns:a16="http://schemas.microsoft.com/office/drawing/2014/main" id="{313D22CE-BDD0-4EBB-ACBE-7A80501E5D9A}"/>
              </a:ext>
            </a:extLst>
          </p:cNvPr>
          <p:cNvGrpSpPr>
            <a:grpSpLocks/>
          </p:cNvGrpSpPr>
          <p:nvPr/>
        </p:nvGrpSpPr>
        <p:grpSpPr bwMode="auto">
          <a:xfrm>
            <a:off x="6250577" y="3276601"/>
            <a:ext cx="5119688" cy="1565275"/>
            <a:chOff x="2922587" y="3821113"/>
            <a:chExt cx="3721100" cy="639762"/>
          </a:xfrm>
        </p:grpSpPr>
        <p:sp>
          <p:nvSpPr>
            <p:cNvPr id="33798" name="object 3">
              <a:extLst>
                <a:ext uri="{FF2B5EF4-FFF2-40B4-BE49-F238E27FC236}">
                  <a16:creationId xmlns:a16="http://schemas.microsoft.com/office/drawing/2014/main" id="{F0F2E0FF-5758-46B9-83A0-F500BBB26C6B}"/>
                </a:ext>
              </a:extLst>
            </p:cNvPr>
            <p:cNvSpPr>
              <a:spLocks noChangeArrowheads="1"/>
            </p:cNvSpPr>
            <p:nvPr/>
          </p:nvSpPr>
          <p:spPr bwMode="auto">
            <a:xfrm>
              <a:off x="3071812" y="3821113"/>
              <a:ext cx="3571875" cy="44608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33799" name="object 4">
              <a:extLst>
                <a:ext uri="{FF2B5EF4-FFF2-40B4-BE49-F238E27FC236}">
                  <a16:creationId xmlns:a16="http://schemas.microsoft.com/office/drawing/2014/main" id="{EBEDFECD-BB87-4655-8F7B-40B707444DD3}"/>
                </a:ext>
              </a:extLst>
            </p:cNvPr>
            <p:cNvSpPr>
              <a:spLocks/>
            </p:cNvSpPr>
            <p:nvPr/>
          </p:nvSpPr>
          <p:spPr bwMode="auto">
            <a:xfrm>
              <a:off x="2981325" y="4343400"/>
              <a:ext cx="3571875" cy="117475"/>
            </a:xfrm>
            <a:custGeom>
              <a:avLst/>
              <a:gdLst>
                <a:gd name="T0" fmla="*/ 3470783 w 3571875"/>
                <a:gd name="T1" fmla="*/ 0 h 117855"/>
                <a:gd name="T2" fmla="*/ 3463036 w 3571875"/>
                <a:gd name="T3" fmla="*/ 1968 h 117855"/>
                <a:gd name="T4" fmla="*/ 3459480 w 3571875"/>
                <a:gd name="T5" fmla="*/ 7746 h 117855"/>
                <a:gd name="T6" fmla="*/ 3456051 w 3571875"/>
                <a:gd name="T7" fmla="*/ 13649 h 117855"/>
                <a:gd name="T8" fmla="*/ 3458083 w 3571875"/>
                <a:gd name="T9" fmla="*/ 21149 h 117855"/>
                <a:gd name="T10" fmla="*/ 3464052 w 3571875"/>
                <a:gd name="T11" fmla="*/ 24592 h 117855"/>
                <a:gd name="T12" fmla="*/ 3499722 w 3571875"/>
                <a:gd name="T13" fmla="*/ 44737 h 117855"/>
                <a:gd name="T14" fmla="*/ 3546729 w 3571875"/>
                <a:gd name="T15" fmla="*/ 44757 h 117855"/>
                <a:gd name="T16" fmla="*/ 3546729 w 3571875"/>
                <a:gd name="T17" fmla="*/ 69351 h 117855"/>
                <a:gd name="T18" fmla="*/ 3499649 w 3571875"/>
                <a:gd name="T19" fmla="*/ 69351 h 117855"/>
                <a:gd name="T20" fmla="*/ 3457956 w 3571875"/>
                <a:gd name="T21" fmla="*/ 92839 h 117855"/>
                <a:gd name="T22" fmla="*/ 3455924 w 3571875"/>
                <a:gd name="T23" fmla="*/ 100336 h 117855"/>
                <a:gd name="T24" fmla="*/ 3463036 w 3571875"/>
                <a:gd name="T25" fmla="*/ 112144 h 117855"/>
                <a:gd name="T26" fmla="*/ 3470783 w 3571875"/>
                <a:gd name="T27" fmla="*/ 114109 h 117855"/>
                <a:gd name="T28" fmla="*/ 3550087 w 3571875"/>
                <a:gd name="T29" fmla="*/ 69351 h 117855"/>
                <a:gd name="T30" fmla="*/ 3546729 w 3571875"/>
                <a:gd name="T31" fmla="*/ 69351 h 117855"/>
                <a:gd name="T32" fmla="*/ 3550122 w 3571875"/>
                <a:gd name="T33" fmla="*/ 69332 h 117855"/>
                <a:gd name="T34" fmla="*/ 3571875 w 3571875"/>
                <a:gd name="T35" fmla="*/ 57054 h 117855"/>
                <a:gd name="T36" fmla="*/ 3476879 w 3571875"/>
                <a:gd name="T37" fmla="*/ 3318 h 117855"/>
                <a:gd name="T38" fmla="*/ 3470783 w 3571875"/>
                <a:gd name="T39" fmla="*/ 0 h 117855"/>
                <a:gd name="T40" fmla="*/ 3521503 w 3571875"/>
                <a:gd name="T41" fmla="*/ 57040 h 117855"/>
                <a:gd name="T42" fmla="*/ 3499684 w 3571875"/>
                <a:gd name="T43" fmla="*/ 69332 h 117855"/>
                <a:gd name="T44" fmla="*/ 3546729 w 3571875"/>
                <a:gd name="T45" fmla="*/ 69351 h 117855"/>
                <a:gd name="T46" fmla="*/ 3546729 w 3571875"/>
                <a:gd name="T47" fmla="*/ 67631 h 117855"/>
                <a:gd name="T48" fmla="*/ 3540252 w 3571875"/>
                <a:gd name="T49" fmla="*/ 67631 h 117855"/>
                <a:gd name="T50" fmla="*/ 3521503 w 3571875"/>
                <a:gd name="T51" fmla="*/ 57040 h 117855"/>
                <a:gd name="T52" fmla="*/ 0 w 3571875"/>
                <a:gd name="T53" fmla="*/ 43283 h 117855"/>
                <a:gd name="T54" fmla="*/ 0 w 3571875"/>
                <a:gd name="T55" fmla="*/ 67875 h 117855"/>
                <a:gd name="T56" fmla="*/ 3499684 w 3571875"/>
                <a:gd name="T57" fmla="*/ 69332 h 117855"/>
                <a:gd name="T58" fmla="*/ 3521503 w 3571875"/>
                <a:gd name="T59" fmla="*/ 57040 h 117855"/>
                <a:gd name="T60" fmla="*/ 3499722 w 3571875"/>
                <a:gd name="T61" fmla="*/ 44737 h 117855"/>
                <a:gd name="T62" fmla="*/ 0 w 3571875"/>
                <a:gd name="T63" fmla="*/ 43283 h 117855"/>
                <a:gd name="T64" fmla="*/ 3540252 w 3571875"/>
                <a:gd name="T65" fmla="*/ 46480 h 117855"/>
                <a:gd name="T66" fmla="*/ 3521503 w 3571875"/>
                <a:gd name="T67" fmla="*/ 57040 h 117855"/>
                <a:gd name="T68" fmla="*/ 3540252 w 3571875"/>
                <a:gd name="T69" fmla="*/ 67631 h 117855"/>
                <a:gd name="T70" fmla="*/ 3540252 w 3571875"/>
                <a:gd name="T71" fmla="*/ 46480 h 117855"/>
                <a:gd name="T72" fmla="*/ 3546729 w 3571875"/>
                <a:gd name="T73" fmla="*/ 46480 h 117855"/>
                <a:gd name="T74" fmla="*/ 3540252 w 3571875"/>
                <a:gd name="T75" fmla="*/ 46480 h 117855"/>
                <a:gd name="T76" fmla="*/ 3540252 w 3571875"/>
                <a:gd name="T77" fmla="*/ 67631 h 117855"/>
                <a:gd name="T78" fmla="*/ 3546729 w 3571875"/>
                <a:gd name="T79" fmla="*/ 67631 h 117855"/>
                <a:gd name="T80" fmla="*/ 3546729 w 3571875"/>
                <a:gd name="T81" fmla="*/ 46480 h 117855"/>
                <a:gd name="T82" fmla="*/ 3499722 w 3571875"/>
                <a:gd name="T83" fmla="*/ 44737 h 117855"/>
                <a:gd name="T84" fmla="*/ 3521503 w 3571875"/>
                <a:gd name="T85" fmla="*/ 57040 h 117855"/>
                <a:gd name="T86" fmla="*/ 3540252 w 3571875"/>
                <a:gd name="T87" fmla="*/ 46480 h 117855"/>
                <a:gd name="T88" fmla="*/ 3546729 w 3571875"/>
                <a:gd name="T89" fmla="*/ 46480 h 117855"/>
                <a:gd name="T90" fmla="*/ 3546729 w 3571875"/>
                <a:gd name="T91" fmla="*/ 44757 h 117855"/>
                <a:gd name="T92" fmla="*/ 3499722 w 3571875"/>
                <a:gd name="T93" fmla="*/ 44737 h 11785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571875" h="117855">
                  <a:moveTo>
                    <a:pt x="3470783" y="0"/>
                  </a:moveTo>
                  <a:lnTo>
                    <a:pt x="3463036" y="2031"/>
                  </a:lnTo>
                  <a:lnTo>
                    <a:pt x="3459480" y="8000"/>
                  </a:lnTo>
                  <a:lnTo>
                    <a:pt x="3456051" y="14096"/>
                  </a:lnTo>
                  <a:lnTo>
                    <a:pt x="3458083" y="21843"/>
                  </a:lnTo>
                  <a:lnTo>
                    <a:pt x="3464052" y="25400"/>
                  </a:lnTo>
                  <a:lnTo>
                    <a:pt x="3499722" y="46207"/>
                  </a:lnTo>
                  <a:lnTo>
                    <a:pt x="3546729" y="46227"/>
                  </a:lnTo>
                  <a:lnTo>
                    <a:pt x="3546729" y="71627"/>
                  </a:lnTo>
                  <a:lnTo>
                    <a:pt x="3499649" y="71627"/>
                  </a:lnTo>
                  <a:lnTo>
                    <a:pt x="3457956" y="95884"/>
                  </a:lnTo>
                  <a:lnTo>
                    <a:pt x="3455924" y="103631"/>
                  </a:lnTo>
                  <a:lnTo>
                    <a:pt x="3463036" y="115824"/>
                  </a:lnTo>
                  <a:lnTo>
                    <a:pt x="3470783" y="117855"/>
                  </a:lnTo>
                  <a:lnTo>
                    <a:pt x="3550087" y="71627"/>
                  </a:lnTo>
                  <a:lnTo>
                    <a:pt x="3546729" y="71627"/>
                  </a:lnTo>
                  <a:lnTo>
                    <a:pt x="3550122" y="71607"/>
                  </a:lnTo>
                  <a:lnTo>
                    <a:pt x="3571875" y="58927"/>
                  </a:lnTo>
                  <a:lnTo>
                    <a:pt x="3476879" y="3428"/>
                  </a:lnTo>
                  <a:lnTo>
                    <a:pt x="3470783" y="0"/>
                  </a:lnTo>
                  <a:close/>
                </a:path>
                <a:path w="3571875" h="117855">
                  <a:moveTo>
                    <a:pt x="3521503" y="58913"/>
                  </a:moveTo>
                  <a:lnTo>
                    <a:pt x="3499684" y="71607"/>
                  </a:lnTo>
                  <a:lnTo>
                    <a:pt x="3546729" y="71627"/>
                  </a:lnTo>
                  <a:lnTo>
                    <a:pt x="3546729" y="69850"/>
                  </a:lnTo>
                  <a:lnTo>
                    <a:pt x="3540252" y="69850"/>
                  </a:lnTo>
                  <a:lnTo>
                    <a:pt x="3521503" y="58913"/>
                  </a:lnTo>
                  <a:close/>
                </a:path>
                <a:path w="3571875" h="117855">
                  <a:moveTo>
                    <a:pt x="0" y="44703"/>
                  </a:moveTo>
                  <a:lnTo>
                    <a:pt x="0" y="70103"/>
                  </a:lnTo>
                  <a:lnTo>
                    <a:pt x="3499684" y="71607"/>
                  </a:lnTo>
                  <a:lnTo>
                    <a:pt x="3521503" y="58913"/>
                  </a:lnTo>
                  <a:lnTo>
                    <a:pt x="3499722" y="46207"/>
                  </a:lnTo>
                  <a:lnTo>
                    <a:pt x="0" y="44703"/>
                  </a:lnTo>
                  <a:close/>
                </a:path>
                <a:path w="3571875" h="117855">
                  <a:moveTo>
                    <a:pt x="3540252" y="48005"/>
                  </a:moveTo>
                  <a:lnTo>
                    <a:pt x="3521503" y="58913"/>
                  </a:lnTo>
                  <a:lnTo>
                    <a:pt x="3540252" y="69850"/>
                  </a:lnTo>
                  <a:lnTo>
                    <a:pt x="3540252" y="48005"/>
                  </a:lnTo>
                  <a:close/>
                </a:path>
                <a:path w="3571875" h="117855">
                  <a:moveTo>
                    <a:pt x="3546729" y="48005"/>
                  </a:moveTo>
                  <a:lnTo>
                    <a:pt x="3540252" y="48005"/>
                  </a:lnTo>
                  <a:lnTo>
                    <a:pt x="3540252" y="69850"/>
                  </a:lnTo>
                  <a:lnTo>
                    <a:pt x="3546729" y="69850"/>
                  </a:lnTo>
                  <a:lnTo>
                    <a:pt x="3546729" y="48005"/>
                  </a:lnTo>
                  <a:close/>
                </a:path>
                <a:path w="3571875" h="117855">
                  <a:moveTo>
                    <a:pt x="3499722" y="46207"/>
                  </a:moveTo>
                  <a:lnTo>
                    <a:pt x="3521503" y="58913"/>
                  </a:lnTo>
                  <a:lnTo>
                    <a:pt x="3540252" y="48005"/>
                  </a:lnTo>
                  <a:lnTo>
                    <a:pt x="3546729" y="48005"/>
                  </a:lnTo>
                  <a:lnTo>
                    <a:pt x="3546729" y="46227"/>
                  </a:lnTo>
                  <a:lnTo>
                    <a:pt x="3499722" y="462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33800" name="object 5">
              <a:extLst>
                <a:ext uri="{FF2B5EF4-FFF2-40B4-BE49-F238E27FC236}">
                  <a16:creationId xmlns:a16="http://schemas.microsoft.com/office/drawing/2014/main" id="{70DB40C5-E45C-4DE7-972B-D9765BE2D8BE}"/>
                </a:ext>
              </a:extLst>
            </p:cNvPr>
            <p:cNvSpPr>
              <a:spLocks/>
            </p:cNvSpPr>
            <p:nvPr/>
          </p:nvSpPr>
          <p:spPr bwMode="auto">
            <a:xfrm>
              <a:off x="2922587" y="3830638"/>
              <a:ext cx="119063" cy="581025"/>
            </a:xfrm>
            <a:custGeom>
              <a:avLst/>
              <a:gdLst>
                <a:gd name="T0" fmla="*/ 65417 w 117855"/>
                <a:gd name="T1" fmla="*/ 50392 h 581025"/>
                <a:gd name="T2" fmla="*/ 51329 w 117855"/>
                <a:gd name="T3" fmla="*/ 72039 h 581025"/>
                <a:gd name="T4" fmla="*/ 49784 w 117855"/>
                <a:gd name="T5" fmla="*/ 581025 h 581025"/>
                <a:gd name="T6" fmla="*/ 77911 w 117855"/>
                <a:gd name="T7" fmla="*/ 581025 h 581025"/>
                <a:gd name="T8" fmla="*/ 79455 w 117855"/>
                <a:gd name="T9" fmla="*/ 72287 h 581025"/>
                <a:gd name="T10" fmla="*/ 65417 w 117855"/>
                <a:gd name="T11" fmla="*/ 50392 h 581025"/>
                <a:gd name="T12" fmla="*/ 81670 w 117855"/>
                <a:gd name="T13" fmla="*/ 25146 h 581025"/>
                <a:gd name="T14" fmla="*/ 79597 w 117855"/>
                <a:gd name="T15" fmla="*/ 25146 h 581025"/>
                <a:gd name="T16" fmla="*/ 79455 w 117855"/>
                <a:gd name="T17" fmla="*/ 72287 h 581025"/>
                <a:gd name="T18" fmla="*/ 102240 w 117855"/>
                <a:gd name="T19" fmla="*/ 107823 h 581025"/>
                <a:gd name="T20" fmla="*/ 106179 w 117855"/>
                <a:gd name="T21" fmla="*/ 113918 h 581025"/>
                <a:gd name="T22" fmla="*/ 114755 w 117855"/>
                <a:gd name="T23" fmla="*/ 115950 h 581025"/>
                <a:gd name="T24" fmla="*/ 121509 w 117855"/>
                <a:gd name="T25" fmla="*/ 112522 h 581025"/>
                <a:gd name="T26" fmla="*/ 128258 w 117855"/>
                <a:gd name="T27" fmla="*/ 108965 h 581025"/>
                <a:gd name="T28" fmla="*/ 130507 w 117855"/>
                <a:gd name="T29" fmla="*/ 101218 h 581025"/>
                <a:gd name="T30" fmla="*/ 126571 w 117855"/>
                <a:gd name="T31" fmla="*/ 95123 h 581025"/>
                <a:gd name="T32" fmla="*/ 81670 w 117855"/>
                <a:gd name="T33" fmla="*/ 25146 h 581025"/>
                <a:gd name="T34" fmla="*/ 65534 w 117855"/>
                <a:gd name="T35" fmla="*/ 0 h 581025"/>
                <a:gd name="T36" fmla="*/ 3937 w 117855"/>
                <a:gd name="T37" fmla="*/ 94868 h 581025"/>
                <a:gd name="T38" fmla="*/ 0 w 117855"/>
                <a:gd name="T39" fmla="*/ 100837 h 581025"/>
                <a:gd name="T40" fmla="*/ 2249 w 117855"/>
                <a:gd name="T41" fmla="*/ 108585 h 581025"/>
                <a:gd name="T42" fmla="*/ 8859 w 117855"/>
                <a:gd name="T43" fmla="*/ 112140 h 581025"/>
                <a:gd name="T44" fmla="*/ 15609 w 117855"/>
                <a:gd name="T45" fmla="*/ 115697 h 581025"/>
                <a:gd name="T46" fmla="*/ 24188 w 117855"/>
                <a:gd name="T47" fmla="*/ 113664 h 581025"/>
                <a:gd name="T48" fmla="*/ 28126 w 117855"/>
                <a:gd name="T49" fmla="*/ 107696 h 581025"/>
                <a:gd name="T50" fmla="*/ 51329 w 117855"/>
                <a:gd name="T51" fmla="*/ 72039 h 581025"/>
                <a:gd name="T52" fmla="*/ 51469 w 117855"/>
                <a:gd name="T53" fmla="*/ 25146 h 581025"/>
                <a:gd name="T54" fmla="*/ 81670 w 117855"/>
                <a:gd name="T55" fmla="*/ 25146 h 581025"/>
                <a:gd name="T56" fmla="*/ 65534 w 117855"/>
                <a:gd name="T57" fmla="*/ 0 h 581025"/>
                <a:gd name="T58" fmla="*/ 79578 w 117855"/>
                <a:gd name="T59" fmla="*/ 31496 h 581025"/>
                <a:gd name="T60" fmla="*/ 53299 w 117855"/>
                <a:gd name="T61" fmla="*/ 31496 h 581025"/>
                <a:gd name="T62" fmla="*/ 77630 w 117855"/>
                <a:gd name="T63" fmla="*/ 31623 h 581025"/>
                <a:gd name="T64" fmla="*/ 65417 w 117855"/>
                <a:gd name="T65" fmla="*/ 50392 h 581025"/>
                <a:gd name="T66" fmla="*/ 79455 w 117855"/>
                <a:gd name="T67" fmla="*/ 72287 h 581025"/>
                <a:gd name="T68" fmla="*/ 79578 w 117855"/>
                <a:gd name="T69" fmla="*/ 31496 h 581025"/>
                <a:gd name="T70" fmla="*/ 79597 w 117855"/>
                <a:gd name="T71" fmla="*/ 25146 h 581025"/>
                <a:gd name="T72" fmla="*/ 51469 w 117855"/>
                <a:gd name="T73" fmla="*/ 25146 h 581025"/>
                <a:gd name="T74" fmla="*/ 51329 w 117855"/>
                <a:gd name="T75" fmla="*/ 72039 h 581025"/>
                <a:gd name="T76" fmla="*/ 65417 w 117855"/>
                <a:gd name="T77" fmla="*/ 50392 h 581025"/>
                <a:gd name="T78" fmla="*/ 53299 w 117855"/>
                <a:gd name="T79" fmla="*/ 31496 h 581025"/>
                <a:gd name="T80" fmla="*/ 79578 w 117855"/>
                <a:gd name="T81" fmla="*/ 31496 h 581025"/>
                <a:gd name="T82" fmla="*/ 79597 w 117855"/>
                <a:gd name="T83" fmla="*/ 25146 h 581025"/>
                <a:gd name="T84" fmla="*/ 53299 w 117855"/>
                <a:gd name="T85" fmla="*/ 31496 h 581025"/>
                <a:gd name="T86" fmla="*/ 65417 w 117855"/>
                <a:gd name="T87" fmla="*/ 50392 h 581025"/>
                <a:gd name="T88" fmla="*/ 77630 w 117855"/>
                <a:gd name="T89" fmla="*/ 31623 h 581025"/>
                <a:gd name="T90" fmla="*/ 53299 w 117855"/>
                <a:gd name="T91" fmla="*/ 31496 h 58102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17855" h="581025">
                  <a:moveTo>
                    <a:pt x="59074" y="50392"/>
                  </a:moveTo>
                  <a:lnTo>
                    <a:pt x="46353" y="72039"/>
                  </a:lnTo>
                  <a:lnTo>
                    <a:pt x="44957" y="581025"/>
                  </a:lnTo>
                  <a:lnTo>
                    <a:pt x="70357" y="581025"/>
                  </a:lnTo>
                  <a:lnTo>
                    <a:pt x="71752" y="72287"/>
                  </a:lnTo>
                  <a:lnTo>
                    <a:pt x="59074" y="50392"/>
                  </a:lnTo>
                  <a:close/>
                </a:path>
                <a:path w="117855" h="581025">
                  <a:moveTo>
                    <a:pt x="73752" y="25146"/>
                  </a:moveTo>
                  <a:lnTo>
                    <a:pt x="71881" y="25146"/>
                  </a:lnTo>
                  <a:lnTo>
                    <a:pt x="71752" y="72287"/>
                  </a:lnTo>
                  <a:lnTo>
                    <a:pt x="92328" y="107823"/>
                  </a:lnTo>
                  <a:lnTo>
                    <a:pt x="95885" y="113918"/>
                  </a:lnTo>
                  <a:lnTo>
                    <a:pt x="103631" y="115950"/>
                  </a:lnTo>
                  <a:lnTo>
                    <a:pt x="109727" y="112522"/>
                  </a:lnTo>
                  <a:lnTo>
                    <a:pt x="115824" y="108965"/>
                  </a:lnTo>
                  <a:lnTo>
                    <a:pt x="117855" y="101218"/>
                  </a:lnTo>
                  <a:lnTo>
                    <a:pt x="114300" y="95123"/>
                  </a:lnTo>
                  <a:lnTo>
                    <a:pt x="73752" y="25146"/>
                  </a:lnTo>
                  <a:close/>
                </a:path>
                <a:path w="117855" h="581025">
                  <a:moveTo>
                    <a:pt x="59181" y="0"/>
                  </a:moveTo>
                  <a:lnTo>
                    <a:pt x="3555" y="94868"/>
                  </a:lnTo>
                  <a:lnTo>
                    <a:pt x="0" y="100837"/>
                  </a:lnTo>
                  <a:lnTo>
                    <a:pt x="2031" y="108585"/>
                  </a:lnTo>
                  <a:lnTo>
                    <a:pt x="8000" y="112140"/>
                  </a:lnTo>
                  <a:lnTo>
                    <a:pt x="14097" y="115697"/>
                  </a:lnTo>
                  <a:lnTo>
                    <a:pt x="21843" y="113664"/>
                  </a:lnTo>
                  <a:lnTo>
                    <a:pt x="25400" y="107696"/>
                  </a:lnTo>
                  <a:lnTo>
                    <a:pt x="46353" y="72039"/>
                  </a:lnTo>
                  <a:lnTo>
                    <a:pt x="46481" y="25146"/>
                  </a:lnTo>
                  <a:lnTo>
                    <a:pt x="73752" y="25146"/>
                  </a:lnTo>
                  <a:lnTo>
                    <a:pt x="59181" y="0"/>
                  </a:lnTo>
                  <a:close/>
                </a:path>
                <a:path w="117855" h="581025">
                  <a:moveTo>
                    <a:pt x="71864" y="31496"/>
                  </a:moveTo>
                  <a:lnTo>
                    <a:pt x="48132" y="31496"/>
                  </a:lnTo>
                  <a:lnTo>
                    <a:pt x="70103" y="31623"/>
                  </a:lnTo>
                  <a:lnTo>
                    <a:pt x="59074" y="50392"/>
                  </a:lnTo>
                  <a:lnTo>
                    <a:pt x="71752" y="72287"/>
                  </a:lnTo>
                  <a:lnTo>
                    <a:pt x="71864" y="31496"/>
                  </a:lnTo>
                  <a:close/>
                </a:path>
                <a:path w="117855" h="581025">
                  <a:moveTo>
                    <a:pt x="71881" y="25146"/>
                  </a:moveTo>
                  <a:lnTo>
                    <a:pt x="46481" y="25146"/>
                  </a:lnTo>
                  <a:lnTo>
                    <a:pt x="46353" y="72039"/>
                  </a:lnTo>
                  <a:lnTo>
                    <a:pt x="59074" y="50392"/>
                  </a:lnTo>
                  <a:lnTo>
                    <a:pt x="48132" y="31496"/>
                  </a:lnTo>
                  <a:lnTo>
                    <a:pt x="71864" y="31496"/>
                  </a:lnTo>
                  <a:lnTo>
                    <a:pt x="71881" y="25146"/>
                  </a:lnTo>
                  <a:close/>
                </a:path>
                <a:path w="117855" h="581025">
                  <a:moveTo>
                    <a:pt x="48132" y="31496"/>
                  </a:moveTo>
                  <a:lnTo>
                    <a:pt x="59074" y="50392"/>
                  </a:lnTo>
                  <a:lnTo>
                    <a:pt x="70103" y="31623"/>
                  </a:lnTo>
                  <a:lnTo>
                    <a:pt x="48132" y="314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grpSp>
      <p:sp>
        <p:nvSpPr>
          <p:cNvPr id="16" name="object 16">
            <a:extLst>
              <a:ext uri="{FF2B5EF4-FFF2-40B4-BE49-F238E27FC236}">
                <a16:creationId xmlns:a16="http://schemas.microsoft.com/office/drawing/2014/main" id="{789EFA29-341C-4BB8-A527-49608836268E}"/>
              </a:ext>
            </a:extLst>
          </p:cNvPr>
          <p:cNvSpPr txBox="1">
            <a:spLocks noGrp="1"/>
          </p:cNvSpPr>
          <p:nvPr>
            <p:ph type="title"/>
          </p:nvPr>
        </p:nvSpPr>
        <p:spPr>
          <a:xfrm>
            <a:off x="130629" y="0"/>
            <a:ext cx="10537371" cy="838200"/>
          </a:xfrm>
        </p:spPr>
        <p:txBody>
          <a:bodyPr rtlCol="0">
            <a:noAutofit/>
          </a:bodyPr>
          <a:lstStyle/>
          <a:p>
            <a:pPr marL="460375">
              <a:defRPr/>
            </a:pPr>
            <a:r>
              <a:rPr sz="3600" spc="-55" dirty="0">
                <a:ea typeface="ＭＳ Ｐゴシック" charset="0"/>
                <a:cs typeface="Calibri"/>
              </a:rPr>
              <a:t>Circuit Operation vs Power Signature </a:t>
            </a:r>
            <a:endParaRPr sz="3600" dirty="0">
              <a:ea typeface="ＭＳ Ｐゴシック" charset="0"/>
              <a:cs typeface="Calibri"/>
            </a:endParaRPr>
          </a:p>
        </p:txBody>
      </p:sp>
      <p:sp>
        <p:nvSpPr>
          <p:cNvPr id="33797" name="Rectangle 3">
            <a:extLst>
              <a:ext uri="{FF2B5EF4-FFF2-40B4-BE49-F238E27FC236}">
                <a16:creationId xmlns:a16="http://schemas.microsoft.com/office/drawing/2014/main" id="{C30CD316-BC3C-4ABA-B667-A4787378801C}"/>
              </a:ext>
            </a:extLst>
          </p:cNvPr>
          <p:cNvSpPr>
            <a:spLocks noChangeArrowheads="1"/>
          </p:cNvSpPr>
          <p:nvPr/>
        </p:nvSpPr>
        <p:spPr bwMode="auto">
          <a:xfrm>
            <a:off x="10898778" y="4876800"/>
            <a:ext cx="6572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r" eaLnBrk="1" hangingPunct="1"/>
            <a:r>
              <a:rPr lang="en-US" altLang="en-US" b="1" dirty="0">
                <a:latin typeface="Calibri" panose="020F0502020204030204" pitchFamily="34" charset="0"/>
              </a:rPr>
              <a:t>Time</a:t>
            </a:r>
            <a:endParaRPr lang="en-US" altLang="en-US" dirty="0">
              <a:latin typeface="Calibri" panose="020F0502020204030204" pitchFamily="34" charset="0"/>
            </a:endParaRPr>
          </a:p>
        </p:txBody>
      </p:sp>
      <p:sp>
        <p:nvSpPr>
          <p:cNvPr id="8" name="Rectangle 3">
            <a:extLst>
              <a:ext uri="{FF2B5EF4-FFF2-40B4-BE49-F238E27FC236}">
                <a16:creationId xmlns:a16="http://schemas.microsoft.com/office/drawing/2014/main" id="{3441E0E1-1EFB-8C5A-58B8-A184B83F5E75}"/>
              </a:ext>
            </a:extLst>
          </p:cNvPr>
          <p:cNvSpPr>
            <a:spLocks noChangeArrowheads="1"/>
          </p:cNvSpPr>
          <p:nvPr/>
        </p:nvSpPr>
        <p:spPr bwMode="auto">
          <a:xfrm>
            <a:off x="5397896" y="2971530"/>
            <a:ext cx="23021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r" eaLnBrk="1" hangingPunct="1"/>
            <a:r>
              <a:rPr lang="en-US" altLang="en-US" b="1" dirty="0">
                <a:latin typeface="Calibri" panose="020F0502020204030204" pitchFamily="34" charset="0"/>
              </a:rPr>
              <a:t>Power Consumption</a:t>
            </a:r>
            <a:endParaRPr lang="en-US" altLang="en-US" dirty="0">
              <a:latin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object 2">
            <a:extLst>
              <a:ext uri="{FF2B5EF4-FFF2-40B4-BE49-F238E27FC236}">
                <a16:creationId xmlns:a16="http://schemas.microsoft.com/office/drawing/2014/main" id="{FA494AC9-9044-4C72-9A67-C445CDF8F188}"/>
              </a:ext>
            </a:extLst>
          </p:cNvPr>
          <p:cNvSpPr>
            <a:spLocks/>
          </p:cNvSpPr>
          <p:nvPr/>
        </p:nvSpPr>
        <p:spPr bwMode="auto">
          <a:xfrm>
            <a:off x="6408739" y="4205289"/>
            <a:ext cx="454025" cy="815975"/>
          </a:xfrm>
          <a:custGeom>
            <a:avLst/>
            <a:gdLst>
              <a:gd name="T0" fmla="*/ 400486 w 454356"/>
              <a:gd name="T1" fmla="*/ 679672 h 816784"/>
              <a:gd name="T2" fmla="*/ 387870 w 454356"/>
              <a:gd name="T3" fmla="*/ 700324 h 816784"/>
              <a:gd name="T4" fmla="*/ 404843 w 454356"/>
              <a:gd name="T5" fmla="*/ 767001 h 816784"/>
              <a:gd name="T6" fmla="*/ 451056 w 454356"/>
              <a:gd name="T7" fmla="*/ 804864 h 816784"/>
              <a:gd name="T8" fmla="*/ 433997 w 454356"/>
              <a:gd name="T9" fmla="*/ 729582 h 816784"/>
              <a:gd name="T10" fmla="*/ 418885 w 454356"/>
              <a:gd name="T11" fmla="*/ 679672 h 816784"/>
              <a:gd name="T12" fmla="*/ 349985 w 454356"/>
              <a:gd name="T13" fmla="*/ 633649 h 816784"/>
              <a:gd name="T14" fmla="*/ 366540 w 454356"/>
              <a:gd name="T15" fmla="*/ 662906 h 816784"/>
              <a:gd name="T16" fmla="*/ 383513 w 454356"/>
              <a:gd name="T17" fmla="*/ 687852 h 816784"/>
              <a:gd name="T18" fmla="*/ 418885 w 454356"/>
              <a:gd name="T19" fmla="*/ 679672 h 816784"/>
              <a:gd name="T20" fmla="*/ 417460 w 454356"/>
              <a:gd name="T21" fmla="*/ 671084 h 816784"/>
              <a:gd name="T22" fmla="*/ 391774 w 454356"/>
              <a:gd name="T23" fmla="*/ 637960 h 816784"/>
              <a:gd name="T24" fmla="*/ 341279 w 454356"/>
              <a:gd name="T25" fmla="*/ 642256 h 816784"/>
              <a:gd name="T26" fmla="*/ 320395 w 454356"/>
              <a:gd name="T27" fmla="*/ 650433 h 816784"/>
              <a:gd name="T28" fmla="*/ 349985 w 454356"/>
              <a:gd name="T29" fmla="*/ 653381 h 816784"/>
              <a:gd name="T30" fmla="*/ 341279 w 454356"/>
              <a:gd name="T31" fmla="*/ 642256 h 816784"/>
              <a:gd name="T32" fmla="*/ 337369 w 454356"/>
              <a:gd name="T33" fmla="*/ 646121 h 816784"/>
              <a:gd name="T34" fmla="*/ 349985 w 454356"/>
              <a:gd name="T35" fmla="*/ 633649 h 816784"/>
              <a:gd name="T36" fmla="*/ 3919 w 454356"/>
              <a:gd name="T37" fmla="*/ 154000 h 816784"/>
              <a:gd name="T38" fmla="*/ 0 w 454356"/>
              <a:gd name="T39" fmla="*/ 300271 h 816784"/>
              <a:gd name="T40" fmla="*/ 3919 w 454356"/>
              <a:gd name="T41" fmla="*/ 425016 h 816784"/>
              <a:gd name="T42" fmla="*/ 16538 w 454356"/>
              <a:gd name="T43" fmla="*/ 525244 h 816784"/>
              <a:gd name="T44" fmla="*/ 71396 w 454356"/>
              <a:gd name="T45" fmla="*/ 608703 h 816784"/>
              <a:gd name="T46" fmla="*/ 105341 w 454356"/>
              <a:gd name="T47" fmla="*/ 625488 h 816784"/>
              <a:gd name="T48" fmla="*/ 172814 w 454356"/>
              <a:gd name="T49" fmla="*/ 637960 h 816784"/>
              <a:gd name="T50" fmla="*/ 218958 w 454356"/>
              <a:gd name="T51" fmla="*/ 650433 h 816784"/>
              <a:gd name="T52" fmla="*/ 269895 w 454356"/>
              <a:gd name="T53" fmla="*/ 642256 h 816784"/>
              <a:gd name="T54" fmla="*/ 349985 w 454356"/>
              <a:gd name="T55" fmla="*/ 633649 h 816784"/>
              <a:gd name="T56" fmla="*/ 362619 w 454356"/>
              <a:gd name="T57" fmla="*/ 621176 h 816784"/>
              <a:gd name="T58" fmla="*/ 320395 w 454356"/>
              <a:gd name="T59" fmla="*/ 612998 h 816784"/>
              <a:gd name="T60" fmla="*/ 198064 w 454356"/>
              <a:gd name="T61" fmla="*/ 608703 h 816784"/>
              <a:gd name="T62" fmla="*/ 105341 w 454356"/>
              <a:gd name="T63" fmla="*/ 604408 h 816784"/>
              <a:gd name="T64" fmla="*/ 107870 w 454356"/>
              <a:gd name="T65" fmla="*/ 588052 h 816784"/>
              <a:gd name="T66" fmla="*/ 75752 w 454356"/>
              <a:gd name="T67" fmla="*/ 566973 h 816784"/>
              <a:gd name="T68" fmla="*/ 46141 w 454356"/>
              <a:gd name="T69" fmla="*/ 554501 h 816784"/>
              <a:gd name="T70" fmla="*/ 58912 w 454356"/>
              <a:gd name="T71" fmla="*/ 542028 h 816784"/>
              <a:gd name="T72" fmla="*/ 46141 w 454356"/>
              <a:gd name="T73" fmla="*/ 479648 h 816784"/>
              <a:gd name="T74" fmla="*/ 37863 w 454356"/>
              <a:gd name="T75" fmla="*/ 366946 h 816784"/>
              <a:gd name="T76" fmla="*/ 42222 w 454356"/>
              <a:gd name="T77" fmla="*/ 229284 h 816784"/>
              <a:gd name="T78" fmla="*/ 54858 w 454356"/>
              <a:gd name="T79" fmla="*/ 3881 h 816784"/>
              <a:gd name="T80" fmla="*/ 269895 w 454356"/>
              <a:gd name="T81" fmla="*/ 604408 h 816784"/>
              <a:gd name="T82" fmla="*/ 218958 w 454356"/>
              <a:gd name="T83" fmla="*/ 612998 h 816784"/>
              <a:gd name="T84" fmla="*/ 299067 w 454356"/>
              <a:gd name="T85" fmla="*/ 608703 h 816784"/>
              <a:gd name="T86" fmla="*/ 105341 w 454356"/>
              <a:gd name="T87" fmla="*/ 588052 h 816784"/>
              <a:gd name="T88" fmla="*/ 117975 w 454356"/>
              <a:gd name="T89" fmla="*/ 591918 h 816784"/>
              <a:gd name="T90" fmla="*/ 105341 w 454356"/>
              <a:gd name="T91" fmla="*/ 588052 h 816784"/>
              <a:gd name="T92" fmla="*/ 117975 w 454356"/>
              <a:gd name="T93" fmla="*/ 591918 h 816784"/>
              <a:gd name="T94" fmla="*/ 184803 w 454356"/>
              <a:gd name="T95" fmla="*/ 604408 h 816784"/>
              <a:gd name="T96" fmla="*/ 151484 w 454356"/>
              <a:gd name="T97" fmla="*/ 596231 h 816784"/>
              <a:gd name="T98" fmla="*/ 107870 w 454356"/>
              <a:gd name="T99" fmla="*/ 588052 h 816784"/>
              <a:gd name="T100" fmla="*/ 110054 w 454356"/>
              <a:gd name="T101" fmla="*/ 588888 h 816784"/>
              <a:gd name="T102" fmla="*/ 58760 w 454356"/>
              <a:gd name="T103" fmla="*/ 542028 h 816784"/>
              <a:gd name="T104" fmla="*/ 63118 w 454356"/>
              <a:gd name="T105" fmla="*/ 554501 h 816784"/>
              <a:gd name="T106" fmla="*/ 58760 w 454356"/>
              <a:gd name="T107" fmla="*/ 542028 h 816784"/>
              <a:gd name="T108" fmla="*/ 63118 w 454356"/>
              <a:gd name="T109" fmla="*/ 554501 h 816784"/>
              <a:gd name="T110" fmla="*/ 59061 w 454356"/>
              <a:gd name="T111" fmla="*/ 542466 h 816784"/>
              <a:gd name="T112" fmla="*/ 58760 w 454356"/>
              <a:gd name="T113" fmla="*/ 542028 h 816784"/>
              <a:gd name="T114" fmla="*/ 58912 w 454356"/>
              <a:gd name="T115" fmla="*/ 542028 h 81678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454356" h="816784">
                <a:moveTo>
                  <a:pt x="421948" y="686442"/>
                </a:moveTo>
                <a:lnTo>
                  <a:pt x="403415" y="686442"/>
                </a:lnTo>
                <a:lnTo>
                  <a:pt x="386318" y="694702"/>
                </a:lnTo>
                <a:lnTo>
                  <a:pt x="390707" y="707298"/>
                </a:lnTo>
                <a:lnTo>
                  <a:pt x="399027" y="736847"/>
                </a:lnTo>
                <a:lnTo>
                  <a:pt x="407804" y="774638"/>
                </a:lnTo>
                <a:lnTo>
                  <a:pt x="416124" y="816784"/>
                </a:lnTo>
                <a:lnTo>
                  <a:pt x="454356" y="812880"/>
                </a:lnTo>
                <a:lnTo>
                  <a:pt x="445930" y="774638"/>
                </a:lnTo>
                <a:lnTo>
                  <a:pt x="437171" y="736847"/>
                </a:lnTo>
                <a:lnTo>
                  <a:pt x="428851" y="707298"/>
                </a:lnTo>
                <a:lnTo>
                  <a:pt x="421948" y="686442"/>
                </a:lnTo>
                <a:close/>
              </a:path>
              <a:path w="454356" h="816784">
                <a:moveTo>
                  <a:pt x="387094" y="639959"/>
                </a:moveTo>
                <a:lnTo>
                  <a:pt x="352545" y="639959"/>
                </a:lnTo>
                <a:lnTo>
                  <a:pt x="352545" y="659888"/>
                </a:lnTo>
                <a:lnTo>
                  <a:pt x="369221" y="669508"/>
                </a:lnTo>
                <a:lnTo>
                  <a:pt x="381930" y="682105"/>
                </a:lnTo>
                <a:lnTo>
                  <a:pt x="386318" y="694702"/>
                </a:lnTo>
                <a:lnTo>
                  <a:pt x="403415" y="686442"/>
                </a:lnTo>
                <a:lnTo>
                  <a:pt x="421948" y="686442"/>
                </a:lnTo>
                <a:lnTo>
                  <a:pt x="420513" y="682105"/>
                </a:lnTo>
                <a:lnTo>
                  <a:pt x="420513" y="677767"/>
                </a:lnTo>
                <a:lnTo>
                  <a:pt x="407804" y="656911"/>
                </a:lnTo>
                <a:lnTo>
                  <a:pt x="394639" y="644314"/>
                </a:lnTo>
                <a:lnTo>
                  <a:pt x="387094" y="639959"/>
                </a:lnTo>
                <a:close/>
              </a:path>
              <a:path w="454356" h="816784">
                <a:moveTo>
                  <a:pt x="343775" y="648652"/>
                </a:moveTo>
                <a:lnTo>
                  <a:pt x="292916" y="648652"/>
                </a:lnTo>
                <a:lnTo>
                  <a:pt x="322739" y="656911"/>
                </a:lnTo>
                <a:lnTo>
                  <a:pt x="352545" y="661249"/>
                </a:lnTo>
                <a:lnTo>
                  <a:pt x="352545" y="659888"/>
                </a:lnTo>
                <a:lnTo>
                  <a:pt x="339836" y="652556"/>
                </a:lnTo>
                <a:lnTo>
                  <a:pt x="343775" y="648652"/>
                </a:lnTo>
                <a:close/>
              </a:path>
              <a:path w="454356" h="816784">
                <a:moveTo>
                  <a:pt x="352545" y="639959"/>
                </a:moveTo>
                <a:lnTo>
                  <a:pt x="339836" y="652556"/>
                </a:lnTo>
                <a:lnTo>
                  <a:pt x="352545" y="659888"/>
                </a:lnTo>
                <a:lnTo>
                  <a:pt x="352545" y="639959"/>
                </a:lnTo>
                <a:close/>
              </a:path>
              <a:path w="454356" h="816784">
                <a:moveTo>
                  <a:pt x="16658" y="0"/>
                </a:moveTo>
                <a:lnTo>
                  <a:pt x="3949" y="155534"/>
                </a:lnTo>
                <a:lnTo>
                  <a:pt x="3949" y="231567"/>
                </a:lnTo>
                <a:lnTo>
                  <a:pt x="0" y="303261"/>
                </a:lnTo>
                <a:lnTo>
                  <a:pt x="0" y="370601"/>
                </a:lnTo>
                <a:lnTo>
                  <a:pt x="3949" y="429248"/>
                </a:lnTo>
                <a:lnTo>
                  <a:pt x="8337" y="484424"/>
                </a:lnTo>
                <a:lnTo>
                  <a:pt x="16658" y="530474"/>
                </a:lnTo>
                <a:lnTo>
                  <a:pt x="33773" y="572619"/>
                </a:lnTo>
                <a:lnTo>
                  <a:pt x="71916" y="614765"/>
                </a:lnTo>
                <a:lnTo>
                  <a:pt x="93402" y="623024"/>
                </a:lnTo>
                <a:lnTo>
                  <a:pt x="106111" y="631717"/>
                </a:lnTo>
                <a:lnTo>
                  <a:pt x="152593" y="639959"/>
                </a:lnTo>
                <a:lnTo>
                  <a:pt x="174078" y="644314"/>
                </a:lnTo>
                <a:lnTo>
                  <a:pt x="186805" y="648652"/>
                </a:lnTo>
                <a:lnTo>
                  <a:pt x="220560" y="656911"/>
                </a:lnTo>
                <a:lnTo>
                  <a:pt x="250384" y="652556"/>
                </a:lnTo>
                <a:lnTo>
                  <a:pt x="271869" y="648652"/>
                </a:lnTo>
                <a:lnTo>
                  <a:pt x="343775" y="648652"/>
                </a:lnTo>
                <a:lnTo>
                  <a:pt x="352545" y="639959"/>
                </a:lnTo>
                <a:lnTo>
                  <a:pt x="387094" y="639959"/>
                </a:lnTo>
                <a:lnTo>
                  <a:pt x="365272" y="627362"/>
                </a:lnTo>
                <a:lnTo>
                  <a:pt x="352545" y="623024"/>
                </a:lnTo>
                <a:lnTo>
                  <a:pt x="322739" y="619103"/>
                </a:lnTo>
                <a:lnTo>
                  <a:pt x="220560" y="619103"/>
                </a:lnTo>
                <a:lnTo>
                  <a:pt x="199513" y="614765"/>
                </a:lnTo>
                <a:lnTo>
                  <a:pt x="186155" y="610427"/>
                </a:lnTo>
                <a:lnTo>
                  <a:pt x="106111" y="610427"/>
                </a:lnTo>
                <a:lnTo>
                  <a:pt x="106111" y="593909"/>
                </a:lnTo>
                <a:lnTo>
                  <a:pt x="108660" y="593909"/>
                </a:lnTo>
                <a:lnTo>
                  <a:pt x="97352" y="589571"/>
                </a:lnTo>
                <a:lnTo>
                  <a:pt x="76305" y="572619"/>
                </a:lnTo>
                <a:lnTo>
                  <a:pt x="67747" y="560023"/>
                </a:lnTo>
                <a:lnTo>
                  <a:pt x="46481" y="560023"/>
                </a:lnTo>
                <a:lnTo>
                  <a:pt x="59190" y="547426"/>
                </a:lnTo>
                <a:lnTo>
                  <a:pt x="59342" y="547426"/>
                </a:lnTo>
                <a:lnTo>
                  <a:pt x="50870" y="522232"/>
                </a:lnTo>
                <a:lnTo>
                  <a:pt x="46481" y="484424"/>
                </a:lnTo>
                <a:lnTo>
                  <a:pt x="42532" y="429248"/>
                </a:lnTo>
                <a:lnTo>
                  <a:pt x="38143" y="370601"/>
                </a:lnTo>
                <a:lnTo>
                  <a:pt x="38143" y="303261"/>
                </a:lnTo>
                <a:lnTo>
                  <a:pt x="42532" y="231567"/>
                </a:lnTo>
                <a:lnTo>
                  <a:pt x="42532" y="155534"/>
                </a:lnTo>
                <a:lnTo>
                  <a:pt x="55258" y="3921"/>
                </a:lnTo>
                <a:lnTo>
                  <a:pt x="16658" y="0"/>
                </a:lnTo>
                <a:close/>
              </a:path>
              <a:path w="454356" h="816784">
                <a:moveTo>
                  <a:pt x="271869" y="610427"/>
                </a:moveTo>
                <a:lnTo>
                  <a:pt x="250384" y="614765"/>
                </a:lnTo>
                <a:lnTo>
                  <a:pt x="220560" y="619103"/>
                </a:lnTo>
                <a:lnTo>
                  <a:pt x="322739" y="619103"/>
                </a:lnTo>
                <a:lnTo>
                  <a:pt x="301254" y="614765"/>
                </a:lnTo>
                <a:lnTo>
                  <a:pt x="271869" y="610427"/>
                </a:lnTo>
                <a:close/>
              </a:path>
              <a:path w="454356" h="816784">
                <a:moveTo>
                  <a:pt x="106111" y="593909"/>
                </a:moveTo>
                <a:lnTo>
                  <a:pt x="106111" y="610427"/>
                </a:lnTo>
                <a:lnTo>
                  <a:pt x="118837" y="597813"/>
                </a:lnTo>
                <a:lnTo>
                  <a:pt x="110859" y="594753"/>
                </a:lnTo>
                <a:lnTo>
                  <a:pt x="106111" y="593909"/>
                </a:lnTo>
                <a:close/>
              </a:path>
              <a:path w="454356" h="816784">
                <a:moveTo>
                  <a:pt x="110859" y="594753"/>
                </a:moveTo>
                <a:lnTo>
                  <a:pt x="118837" y="597813"/>
                </a:lnTo>
                <a:lnTo>
                  <a:pt x="106111" y="610427"/>
                </a:lnTo>
                <a:lnTo>
                  <a:pt x="186155" y="610427"/>
                </a:lnTo>
                <a:lnTo>
                  <a:pt x="174078" y="606506"/>
                </a:lnTo>
                <a:lnTo>
                  <a:pt x="152593" y="602168"/>
                </a:lnTo>
                <a:lnTo>
                  <a:pt x="110859" y="594753"/>
                </a:lnTo>
                <a:close/>
              </a:path>
              <a:path w="454356" h="816784">
                <a:moveTo>
                  <a:pt x="108660" y="593909"/>
                </a:moveTo>
                <a:lnTo>
                  <a:pt x="106111" y="593909"/>
                </a:lnTo>
                <a:lnTo>
                  <a:pt x="110859" y="594753"/>
                </a:lnTo>
                <a:lnTo>
                  <a:pt x="108660" y="593909"/>
                </a:lnTo>
                <a:close/>
              </a:path>
              <a:path w="454356" h="816784">
                <a:moveTo>
                  <a:pt x="59190" y="547426"/>
                </a:moveTo>
                <a:lnTo>
                  <a:pt x="46481" y="560023"/>
                </a:lnTo>
                <a:lnTo>
                  <a:pt x="63578" y="560023"/>
                </a:lnTo>
                <a:lnTo>
                  <a:pt x="59491" y="547869"/>
                </a:lnTo>
                <a:lnTo>
                  <a:pt x="59190" y="547426"/>
                </a:lnTo>
                <a:close/>
              </a:path>
              <a:path w="454356" h="816784">
                <a:moveTo>
                  <a:pt x="59491" y="547869"/>
                </a:moveTo>
                <a:lnTo>
                  <a:pt x="63578" y="560023"/>
                </a:lnTo>
                <a:lnTo>
                  <a:pt x="67747" y="560023"/>
                </a:lnTo>
                <a:lnTo>
                  <a:pt x="59491" y="547869"/>
                </a:lnTo>
                <a:close/>
              </a:path>
              <a:path w="454356" h="816784">
                <a:moveTo>
                  <a:pt x="59342" y="547426"/>
                </a:moveTo>
                <a:lnTo>
                  <a:pt x="59190" y="547426"/>
                </a:lnTo>
                <a:lnTo>
                  <a:pt x="59491" y="547869"/>
                </a:lnTo>
                <a:lnTo>
                  <a:pt x="59342" y="547426"/>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35843" name="object 3">
            <a:extLst>
              <a:ext uri="{FF2B5EF4-FFF2-40B4-BE49-F238E27FC236}">
                <a16:creationId xmlns:a16="http://schemas.microsoft.com/office/drawing/2014/main" id="{DCC66657-22A7-436E-AC26-5FB9CB85BA1F}"/>
              </a:ext>
            </a:extLst>
          </p:cNvPr>
          <p:cNvSpPr>
            <a:spLocks/>
          </p:cNvSpPr>
          <p:nvPr/>
        </p:nvSpPr>
        <p:spPr bwMode="auto">
          <a:xfrm>
            <a:off x="6769100" y="4941889"/>
            <a:ext cx="127000" cy="211137"/>
          </a:xfrm>
          <a:custGeom>
            <a:avLst/>
            <a:gdLst>
              <a:gd name="T0" fmla="*/ 0 w 127526"/>
              <a:gd name="T1" fmla="*/ 21723 h 210711"/>
              <a:gd name="T2" fmla="*/ 89687 w 127526"/>
              <a:gd name="T3" fmla="*/ 215010 h 210711"/>
              <a:gd name="T4" fmla="*/ 110572 w 127526"/>
              <a:gd name="T5" fmla="*/ 77584 h 210711"/>
              <a:gd name="T6" fmla="*/ 69425 w 127526"/>
              <a:gd name="T7" fmla="*/ 77584 h 210711"/>
              <a:gd name="T8" fmla="*/ 0 w 127526"/>
              <a:gd name="T9" fmla="*/ 21723 h 210711"/>
              <a:gd name="T10" fmla="*/ 122362 w 127526"/>
              <a:gd name="T11" fmla="*/ 0 h 210711"/>
              <a:gd name="T12" fmla="*/ 69425 w 127526"/>
              <a:gd name="T13" fmla="*/ 77584 h 210711"/>
              <a:gd name="T14" fmla="*/ 110572 w 127526"/>
              <a:gd name="T15" fmla="*/ 77584 h 210711"/>
              <a:gd name="T16" fmla="*/ 122362 w 127526"/>
              <a:gd name="T17" fmla="*/ 0 h 2107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7526" h="210711">
                <a:moveTo>
                  <a:pt x="0" y="21289"/>
                </a:moveTo>
                <a:lnTo>
                  <a:pt x="93472" y="210711"/>
                </a:lnTo>
                <a:lnTo>
                  <a:pt x="115238" y="76032"/>
                </a:lnTo>
                <a:lnTo>
                  <a:pt x="72355" y="76032"/>
                </a:lnTo>
                <a:lnTo>
                  <a:pt x="0" y="21289"/>
                </a:lnTo>
                <a:close/>
              </a:path>
              <a:path w="127526" h="210711">
                <a:moveTo>
                  <a:pt x="127526" y="0"/>
                </a:moveTo>
                <a:lnTo>
                  <a:pt x="72355" y="76032"/>
                </a:lnTo>
                <a:lnTo>
                  <a:pt x="115238" y="76032"/>
                </a:lnTo>
                <a:lnTo>
                  <a:pt x="127526"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35844" name="object 4">
            <a:extLst>
              <a:ext uri="{FF2B5EF4-FFF2-40B4-BE49-F238E27FC236}">
                <a16:creationId xmlns:a16="http://schemas.microsoft.com/office/drawing/2014/main" id="{D7D3C011-9BAB-44FC-951F-3A4D4FEAB088}"/>
              </a:ext>
            </a:extLst>
          </p:cNvPr>
          <p:cNvSpPr>
            <a:spLocks/>
          </p:cNvSpPr>
          <p:nvPr/>
        </p:nvSpPr>
        <p:spPr bwMode="auto">
          <a:xfrm>
            <a:off x="6253163" y="5110163"/>
            <a:ext cx="0" cy="336550"/>
          </a:xfrm>
          <a:custGeom>
            <a:avLst/>
            <a:gdLst>
              <a:gd name="T0" fmla="*/ 0 h 336714"/>
              <a:gd name="T1" fmla="*/ 335077 h 336714"/>
              <a:gd name="T2" fmla="*/ 0 60000 65536"/>
              <a:gd name="T3" fmla="*/ 0 60000 65536"/>
            </a:gdLst>
            <a:ahLst/>
            <a:cxnLst>
              <a:cxn ang="T2">
                <a:pos x="0" y="T0"/>
              </a:cxn>
              <a:cxn ang="T3">
                <a:pos x="0" y="T1"/>
              </a:cxn>
            </a:cxnLst>
            <a:rect l="0" t="0" r="r" b="b"/>
            <a:pathLst>
              <a:path h="336714">
                <a:moveTo>
                  <a:pt x="0" y="0"/>
                </a:moveTo>
                <a:lnTo>
                  <a:pt x="0" y="336714"/>
                </a:lnTo>
              </a:path>
            </a:pathLst>
          </a:custGeom>
          <a:noFill/>
          <a:ln w="2231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45" name="object 5">
            <a:extLst>
              <a:ext uri="{FF2B5EF4-FFF2-40B4-BE49-F238E27FC236}">
                <a16:creationId xmlns:a16="http://schemas.microsoft.com/office/drawing/2014/main" id="{476A8842-8C22-4D98-BAEE-EFFFE0FE7A5C}"/>
              </a:ext>
            </a:extLst>
          </p:cNvPr>
          <p:cNvSpPr>
            <a:spLocks/>
          </p:cNvSpPr>
          <p:nvPr/>
        </p:nvSpPr>
        <p:spPr bwMode="auto">
          <a:xfrm>
            <a:off x="6251575" y="5111750"/>
            <a:ext cx="127000" cy="0"/>
          </a:xfrm>
          <a:custGeom>
            <a:avLst/>
            <a:gdLst>
              <a:gd name="T0" fmla="*/ 0 w 127602"/>
              <a:gd name="T1" fmla="*/ 121708 w 127602"/>
              <a:gd name="T2" fmla="*/ 0 60000 65536"/>
              <a:gd name="T3" fmla="*/ 0 60000 65536"/>
            </a:gdLst>
            <a:ahLst/>
            <a:cxnLst>
              <a:cxn ang="T2">
                <a:pos x="T0" y="0"/>
              </a:cxn>
              <a:cxn ang="T3">
                <a:pos x="T1" y="0"/>
              </a:cxn>
            </a:cxnLst>
            <a:rect l="0" t="0" r="r" b="b"/>
            <a:pathLst>
              <a:path w="127602">
                <a:moveTo>
                  <a:pt x="0" y="0"/>
                </a:moveTo>
                <a:lnTo>
                  <a:pt x="127602" y="0"/>
                </a:lnTo>
              </a:path>
            </a:pathLst>
          </a:custGeom>
          <a:noFill/>
          <a:ln w="2255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46" name="object 6">
            <a:extLst>
              <a:ext uri="{FF2B5EF4-FFF2-40B4-BE49-F238E27FC236}">
                <a16:creationId xmlns:a16="http://schemas.microsoft.com/office/drawing/2014/main" id="{DD616BFA-B05D-4A20-BC42-84960135D79C}"/>
              </a:ext>
            </a:extLst>
          </p:cNvPr>
          <p:cNvSpPr>
            <a:spLocks/>
          </p:cNvSpPr>
          <p:nvPr/>
        </p:nvSpPr>
        <p:spPr bwMode="auto">
          <a:xfrm>
            <a:off x="6251575" y="5448300"/>
            <a:ext cx="127000" cy="0"/>
          </a:xfrm>
          <a:custGeom>
            <a:avLst/>
            <a:gdLst>
              <a:gd name="T0" fmla="*/ 0 w 127602"/>
              <a:gd name="T1" fmla="*/ 121708 w 127602"/>
              <a:gd name="T2" fmla="*/ 0 60000 65536"/>
              <a:gd name="T3" fmla="*/ 0 60000 65536"/>
            </a:gdLst>
            <a:ahLst/>
            <a:cxnLst>
              <a:cxn ang="T2">
                <a:pos x="T0" y="0"/>
              </a:cxn>
              <a:cxn ang="T3">
                <a:pos x="T1" y="0"/>
              </a:cxn>
            </a:cxnLst>
            <a:rect l="0" t="0" r="r" b="b"/>
            <a:pathLst>
              <a:path w="127602">
                <a:moveTo>
                  <a:pt x="0" y="0"/>
                </a:moveTo>
                <a:lnTo>
                  <a:pt x="127602" y="0"/>
                </a:lnTo>
              </a:path>
            </a:pathLst>
          </a:custGeom>
          <a:noFill/>
          <a:ln w="2212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47" name="object 7">
            <a:extLst>
              <a:ext uri="{FF2B5EF4-FFF2-40B4-BE49-F238E27FC236}">
                <a16:creationId xmlns:a16="http://schemas.microsoft.com/office/drawing/2014/main" id="{5DD337AC-5901-4CF4-8FC6-D23E05E9AD56}"/>
              </a:ext>
            </a:extLst>
          </p:cNvPr>
          <p:cNvSpPr>
            <a:spLocks/>
          </p:cNvSpPr>
          <p:nvPr/>
        </p:nvSpPr>
        <p:spPr bwMode="auto">
          <a:xfrm>
            <a:off x="6081713" y="5280025"/>
            <a:ext cx="127000" cy="0"/>
          </a:xfrm>
          <a:custGeom>
            <a:avLst/>
            <a:gdLst>
              <a:gd name="T0" fmla="*/ 0 w 127602"/>
              <a:gd name="T1" fmla="*/ 121708 w 127602"/>
              <a:gd name="T2" fmla="*/ 0 60000 65536"/>
              <a:gd name="T3" fmla="*/ 0 60000 65536"/>
            </a:gdLst>
            <a:ahLst/>
            <a:cxnLst>
              <a:cxn ang="T2">
                <a:pos x="T0" y="0"/>
              </a:cxn>
              <a:cxn ang="T3">
                <a:pos x="T1" y="0"/>
              </a:cxn>
            </a:cxnLst>
            <a:rect l="0" t="0" r="r" b="b"/>
            <a:pathLst>
              <a:path w="127602">
                <a:moveTo>
                  <a:pt x="0" y="0"/>
                </a:moveTo>
                <a:lnTo>
                  <a:pt x="127602" y="0"/>
                </a:lnTo>
              </a:path>
            </a:pathLst>
          </a:custGeom>
          <a:noFill/>
          <a:ln w="2255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48" name="object 8">
            <a:extLst>
              <a:ext uri="{FF2B5EF4-FFF2-40B4-BE49-F238E27FC236}">
                <a16:creationId xmlns:a16="http://schemas.microsoft.com/office/drawing/2014/main" id="{B7CF689C-9457-4F27-ADDA-6775B338ACFF}"/>
              </a:ext>
            </a:extLst>
          </p:cNvPr>
          <p:cNvSpPr>
            <a:spLocks/>
          </p:cNvSpPr>
          <p:nvPr/>
        </p:nvSpPr>
        <p:spPr bwMode="auto">
          <a:xfrm>
            <a:off x="6380163" y="5446714"/>
            <a:ext cx="0" cy="211137"/>
          </a:xfrm>
          <a:custGeom>
            <a:avLst/>
            <a:gdLst>
              <a:gd name="T0" fmla="*/ 0 h 210720"/>
              <a:gd name="T1" fmla="*/ 214927 h 210720"/>
              <a:gd name="T2" fmla="*/ 0 60000 65536"/>
              <a:gd name="T3" fmla="*/ 0 60000 65536"/>
            </a:gdLst>
            <a:ahLst/>
            <a:cxnLst>
              <a:cxn ang="T2">
                <a:pos x="0" y="T0"/>
              </a:cxn>
              <a:cxn ang="T3">
                <a:pos x="0" y="T1"/>
              </a:cxn>
            </a:cxnLst>
            <a:rect l="0" t="0" r="r" b="b"/>
            <a:pathLst>
              <a:path h="210720">
                <a:moveTo>
                  <a:pt x="0" y="0"/>
                </a:moveTo>
                <a:lnTo>
                  <a:pt x="0" y="210720"/>
                </a:lnTo>
              </a:path>
            </a:pathLst>
          </a:custGeom>
          <a:noFill/>
          <a:ln w="2231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49" name="object 9">
            <a:extLst>
              <a:ext uri="{FF2B5EF4-FFF2-40B4-BE49-F238E27FC236}">
                <a16:creationId xmlns:a16="http://schemas.microsoft.com/office/drawing/2014/main" id="{A1350C7C-82C4-472C-B655-A28A06BC4A6B}"/>
              </a:ext>
            </a:extLst>
          </p:cNvPr>
          <p:cNvSpPr>
            <a:spLocks/>
          </p:cNvSpPr>
          <p:nvPr/>
        </p:nvSpPr>
        <p:spPr bwMode="auto">
          <a:xfrm>
            <a:off x="6380163" y="4689475"/>
            <a:ext cx="0" cy="420688"/>
          </a:xfrm>
          <a:custGeom>
            <a:avLst/>
            <a:gdLst>
              <a:gd name="T0" fmla="*/ 0 h 420982"/>
              <a:gd name="T1" fmla="*/ 418051 h 420982"/>
              <a:gd name="T2" fmla="*/ 0 60000 65536"/>
              <a:gd name="T3" fmla="*/ 0 60000 65536"/>
            </a:gdLst>
            <a:ahLst/>
            <a:cxnLst>
              <a:cxn ang="T2">
                <a:pos x="0" y="T0"/>
              </a:cxn>
              <a:cxn ang="T3">
                <a:pos x="0" y="T1"/>
              </a:cxn>
            </a:cxnLst>
            <a:rect l="0" t="0" r="r" b="b"/>
            <a:pathLst>
              <a:path h="420982">
                <a:moveTo>
                  <a:pt x="0" y="0"/>
                </a:moveTo>
                <a:lnTo>
                  <a:pt x="0" y="420982"/>
                </a:lnTo>
              </a:path>
            </a:pathLst>
          </a:custGeom>
          <a:noFill/>
          <a:ln w="2231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50" name="object 10">
            <a:extLst>
              <a:ext uri="{FF2B5EF4-FFF2-40B4-BE49-F238E27FC236}">
                <a16:creationId xmlns:a16="http://schemas.microsoft.com/office/drawing/2014/main" id="{FF35A679-C901-4AE2-8BFD-C2972A41DCC0}"/>
              </a:ext>
            </a:extLst>
          </p:cNvPr>
          <p:cNvSpPr>
            <a:spLocks/>
          </p:cNvSpPr>
          <p:nvPr/>
        </p:nvSpPr>
        <p:spPr bwMode="auto">
          <a:xfrm>
            <a:off x="6210300" y="5110163"/>
            <a:ext cx="0" cy="336550"/>
          </a:xfrm>
          <a:custGeom>
            <a:avLst/>
            <a:gdLst>
              <a:gd name="T0" fmla="*/ 0 h 336714"/>
              <a:gd name="T1" fmla="*/ 335077 h 336714"/>
              <a:gd name="T2" fmla="*/ 0 60000 65536"/>
              <a:gd name="T3" fmla="*/ 0 60000 65536"/>
            </a:gdLst>
            <a:ahLst/>
            <a:cxnLst>
              <a:cxn ang="T2">
                <a:pos x="0" y="T0"/>
              </a:cxn>
              <a:cxn ang="T3">
                <a:pos x="0" y="T1"/>
              </a:cxn>
            </a:cxnLst>
            <a:rect l="0" t="0" r="r" b="b"/>
            <a:pathLst>
              <a:path h="336714">
                <a:moveTo>
                  <a:pt x="0" y="0"/>
                </a:moveTo>
                <a:lnTo>
                  <a:pt x="0" y="336714"/>
                </a:lnTo>
              </a:path>
            </a:pathLst>
          </a:custGeom>
          <a:noFill/>
          <a:ln w="2275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51" name="object 11">
            <a:extLst>
              <a:ext uri="{FF2B5EF4-FFF2-40B4-BE49-F238E27FC236}">
                <a16:creationId xmlns:a16="http://schemas.microsoft.com/office/drawing/2014/main" id="{87E846E6-2CDE-4A00-844E-B3A9442C958A}"/>
              </a:ext>
            </a:extLst>
          </p:cNvPr>
          <p:cNvSpPr>
            <a:spLocks/>
          </p:cNvSpPr>
          <p:nvPr/>
        </p:nvSpPr>
        <p:spPr bwMode="auto">
          <a:xfrm>
            <a:off x="6253163" y="4351339"/>
            <a:ext cx="0" cy="338137"/>
          </a:xfrm>
          <a:custGeom>
            <a:avLst/>
            <a:gdLst>
              <a:gd name="T0" fmla="*/ 0 h 337148"/>
              <a:gd name="T1" fmla="*/ 347170 h 337148"/>
              <a:gd name="T2" fmla="*/ 0 60000 65536"/>
              <a:gd name="T3" fmla="*/ 0 60000 65536"/>
            </a:gdLst>
            <a:ahLst/>
            <a:cxnLst>
              <a:cxn ang="T2">
                <a:pos x="0" y="T0"/>
              </a:cxn>
              <a:cxn ang="T3">
                <a:pos x="0" y="T1"/>
              </a:cxn>
            </a:cxnLst>
            <a:rect l="0" t="0" r="r" b="b"/>
            <a:pathLst>
              <a:path h="337148">
                <a:moveTo>
                  <a:pt x="0" y="0"/>
                </a:moveTo>
                <a:lnTo>
                  <a:pt x="0" y="337148"/>
                </a:lnTo>
              </a:path>
            </a:pathLst>
          </a:custGeom>
          <a:noFill/>
          <a:ln w="2231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52" name="object 12">
            <a:extLst>
              <a:ext uri="{FF2B5EF4-FFF2-40B4-BE49-F238E27FC236}">
                <a16:creationId xmlns:a16="http://schemas.microsoft.com/office/drawing/2014/main" id="{FF56F6C8-D6AB-4E81-A515-483027AC7803}"/>
              </a:ext>
            </a:extLst>
          </p:cNvPr>
          <p:cNvSpPr>
            <a:spLocks/>
          </p:cNvSpPr>
          <p:nvPr/>
        </p:nvSpPr>
        <p:spPr bwMode="auto">
          <a:xfrm>
            <a:off x="6251575" y="4354513"/>
            <a:ext cx="127000" cy="0"/>
          </a:xfrm>
          <a:custGeom>
            <a:avLst/>
            <a:gdLst>
              <a:gd name="T0" fmla="*/ 0 w 127602"/>
              <a:gd name="T1" fmla="*/ 121708 w 127602"/>
              <a:gd name="T2" fmla="*/ 0 60000 65536"/>
              <a:gd name="T3" fmla="*/ 0 60000 65536"/>
            </a:gdLst>
            <a:ahLst/>
            <a:cxnLst>
              <a:cxn ang="T2">
                <a:pos x="T0" y="0"/>
              </a:cxn>
              <a:cxn ang="T3">
                <a:pos x="T1" y="0"/>
              </a:cxn>
            </a:cxnLst>
            <a:rect l="0" t="0" r="r" b="b"/>
            <a:pathLst>
              <a:path w="127602">
                <a:moveTo>
                  <a:pt x="0" y="0"/>
                </a:moveTo>
                <a:lnTo>
                  <a:pt x="127602" y="0"/>
                </a:lnTo>
              </a:path>
            </a:pathLst>
          </a:custGeom>
          <a:noFill/>
          <a:ln w="2212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53" name="object 13">
            <a:extLst>
              <a:ext uri="{FF2B5EF4-FFF2-40B4-BE49-F238E27FC236}">
                <a16:creationId xmlns:a16="http://schemas.microsoft.com/office/drawing/2014/main" id="{02CC5D89-9803-4E40-B4B0-F417592DA728}"/>
              </a:ext>
            </a:extLst>
          </p:cNvPr>
          <p:cNvSpPr>
            <a:spLocks/>
          </p:cNvSpPr>
          <p:nvPr/>
        </p:nvSpPr>
        <p:spPr bwMode="auto">
          <a:xfrm>
            <a:off x="6251575" y="4691063"/>
            <a:ext cx="127000" cy="0"/>
          </a:xfrm>
          <a:custGeom>
            <a:avLst/>
            <a:gdLst>
              <a:gd name="T0" fmla="*/ 0 w 127602"/>
              <a:gd name="T1" fmla="*/ 121708 w 127602"/>
              <a:gd name="T2" fmla="*/ 0 60000 65536"/>
              <a:gd name="T3" fmla="*/ 0 60000 65536"/>
            </a:gdLst>
            <a:ahLst/>
            <a:cxnLst>
              <a:cxn ang="T2">
                <a:pos x="T0" y="0"/>
              </a:cxn>
              <a:cxn ang="T3">
                <a:pos x="T1" y="0"/>
              </a:cxn>
            </a:cxnLst>
            <a:rect l="0" t="0" r="r" b="b"/>
            <a:pathLst>
              <a:path w="127602">
                <a:moveTo>
                  <a:pt x="0" y="0"/>
                </a:moveTo>
                <a:lnTo>
                  <a:pt x="127602" y="0"/>
                </a:lnTo>
              </a:path>
            </a:pathLst>
          </a:custGeom>
          <a:noFill/>
          <a:ln w="2255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54" name="object 14">
            <a:extLst>
              <a:ext uri="{FF2B5EF4-FFF2-40B4-BE49-F238E27FC236}">
                <a16:creationId xmlns:a16="http://schemas.microsoft.com/office/drawing/2014/main" id="{3576E848-1FC0-41FF-A211-A180B2CF984D}"/>
              </a:ext>
            </a:extLst>
          </p:cNvPr>
          <p:cNvSpPr>
            <a:spLocks/>
          </p:cNvSpPr>
          <p:nvPr/>
        </p:nvSpPr>
        <p:spPr bwMode="auto">
          <a:xfrm>
            <a:off x="6081713" y="4522788"/>
            <a:ext cx="127000" cy="0"/>
          </a:xfrm>
          <a:custGeom>
            <a:avLst/>
            <a:gdLst>
              <a:gd name="T0" fmla="*/ 0 w 127602"/>
              <a:gd name="T1" fmla="*/ 121708 w 127602"/>
              <a:gd name="T2" fmla="*/ 0 60000 65536"/>
              <a:gd name="T3" fmla="*/ 0 60000 65536"/>
            </a:gdLst>
            <a:ahLst/>
            <a:cxnLst>
              <a:cxn ang="T2">
                <a:pos x="T0" y="0"/>
              </a:cxn>
              <a:cxn ang="T3">
                <a:pos x="T1" y="0"/>
              </a:cxn>
            </a:cxnLst>
            <a:rect l="0" t="0" r="r" b="b"/>
            <a:pathLst>
              <a:path w="127602">
                <a:moveTo>
                  <a:pt x="0" y="0"/>
                </a:moveTo>
                <a:lnTo>
                  <a:pt x="127602" y="0"/>
                </a:lnTo>
              </a:path>
            </a:pathLst>
          </a:custGeom>
          <a:noFill/>
          <a:ln w="2255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55" name="object 15">
            <a:extLst>
              <a:ext uri="{FF2B5EF4-FFF2-40B4-BE49-F238E27FC236}">
                <a16:creationId xmlns:a16="http://schemas.microsoft.com/office/drawing/2014/main" id="{E80DFAE6-316C-46FB-B221-351AE7205188}"/>
              </a:ext>
            </a:extLst>
          </p:cNvPr>
          <p:cNvSpPr>
            <a:spLocks/>
          </p:cNvSpPr>
          <p:nvPr/>
        </p:nvSpPr>
        <p:spPr bwMode="auto">
          <a:xfrm>
            <a:off x="6380163" y="4098926"/>
            <a:ext cx="0" cy="252413"/>
          </a:xfrm>
          <a:custGeom>
            <a:avLst/>
            <a:gdLst>
              <a:gd name="T0" fmla="*/ 0 h 252857"/>
              <a:gd name="T1" fmla="*/ 248452 h 252857"/>
              <a:gd name="T2" fmla="*/ 0 60000 65536"/>
              <a:gd name="T3" fmla="*/ 0 60000 65536"/>
            </a:gdLst>
            <a:ahLst/>
            <a:cxnLst>
              <a:cxn ang="T2">
                <a:pos x="0" y="T0"/>
              </a:cxn>
              <a:cxn ang="T3">
                <a:pos x="0" y="T1"/>
              </a:cxn>
            </a:cxnLst>
            <a:rect l="0" t="0" r="r" b="b"/>
            <a:pathLst>
              <a:path h="252857">
                <a:moveTo>
                  <a:pt x="0" y="0"/>
                </a:moveTo>
                <a:lnTo>
                  <a:pt x="0" y="252857"/>
                </a:lnTo>
              </a:path>
            </a:pathLst>
          </a:custGeom>
          <a:noFill/>
          <a:ln w="2231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56" name="object 16">
            <a:extLst>
              <a:ext uri="{FF2B5EF4-FFF2-40B4-BE49-F238E27FC236}">
                <a16:creationId xmlns:a16="http://schemas.microsoft.com/office/drawing/2014/main" id="{A83A718F-E683-4218-BA24-E94313833642}"/>
              </a:ext>
            </a:extLst>
          </p:cNvPr>
          <p:cNvSpPr>
            <a:spLocks/>
          </p:cNvSpPr>
          <p:nvPr/>
        </p:nvSpPr>
        <p:spPr bwMode="auto">
          <a:xfrm>
            <a:off x="6210300" y="4351339"/>
            <a:ext cx="0" cy="338137"/>
          </a:xfrm>
          <a:custGeom>
            <a:avLst/>
            <a:gdLst>
              <a:gd name="T0" fmla="*/ 0 h 337148"/>
              <a:gd name="T1" fmla="*/ 347170 h 337148"/>
              <a:gd name="T2" fmla="*/ 0 60000 65536"/>
              <a:gd name="T3" fmla="*/ 0 60000 65536"/>
            </a:gdLst>
            <a:ahLst/>
            <a:cxnLst>
              <a:cxn ang="T2">
                <a:pos x="0" y="T0"/>
              </a:cxn>
              <a:cxn ang="T3">
                <a:pos x="0" y="T1"/>
              </a:cxn>
            </a:cxnLst>
            <a:rect l="0" t="0" r="r" b="b"/>
            <a:pathLst>
              <a:path h="337148">
                <a:moveTo>
                  <a:pt x="0" y="0"/>
                </a:moveTo>
                <a:lnTo>
                  <a:pt x="0" y="337148"/>
                </a:lnTo>
              </a:path>
            </a:pathLst>
          </a:custGeom>
          <a:noFill/>
          <a:ln w="2275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57" name="object 17">
            <a:extLst>
              <a:ext uri="{FF2B5EF4-FFF2-40B4-BE49-F238E27FC236}">
                <a16:creationId xmlns:a16="http://schemas.microsoft.com/office/drawing/2014/main" id="{58F5580C-1668-4953-8AD7-90732D2A41CF}"/>
              </a:ext>
            </a:extLst>
          </p:cNvPr>
          <p:cNvSpPr>
            <a:spLocks/>
          </p:cNvSpPr>
          <p:nvPr/>
        </p:nvSpPr>
        <p:spPr bwMode="auto">
          <a:xfrm>
            <a:off x="6165851" y="4498976"/>
            <a:ext cx="30163" cy="30163"/>
          </a:xfrm>
          <a:custGeom>
            <a:avLst/>
            <a:gdLst>
              <a:gd name="T0" fmla="*/ 27342 w 29384"/>
              <a:gd name="T1" fmla="*/ 0 h 29548"/>
              <a:gd name="T2" fmla="*/ 5128 w 29384"/>
              <a:gd name="T3" fmla="*/ 0 h 29548"/>
              <a:gd name="T4" fmla="*/ 0 w 29384"/>
              <a:gd name="T5" fmla="*/ 5328 h 29548"/>
              <a:gd name="T6" fmla="*/ 0 w 29384"/>
              <a:gd name="T7" fmla="*/ 26157 h 29548"/>
              <a:gd name="T8" fmla="*/ 5128 w 29384"/>
              <a:gd name="T9" fmla="*/ 36307 h 29548"/>
              <a:gd name="T10" fmla="*/ 27342 w 29384"/>
              <a:gd name="T11" fmla="*/ 36307 h 29548"/>
              <a:gd name="T12" fmla="*/ 38173 w 29384"/>
              <a:gd name="T13" fmla="*/ 26157 h 29548"/>
              <a:gd name="T14" fmla="*/ 38173 w 29384"/>
              <a:gd name="T15" fmla="*/ 5328 h 29548"/>
              <a:gd name="T16" fmla="*/ 27342 w 29384"/>
              <a:gd name="T17" fmla="*/ 0 h 295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384" h="29548">
                <a:moveTo>
                  <a:pt x="21046" y="0"/>
                </a:moveTo>
                <a:lnTo>
                  <a:pt x="3949" y="0"/>
                </a:lnTo>
                <a:lnTo>
                  <a:pt x="0" y="4337"/>
                </a:lnTo>
                <a:lnTo>
                  <a:pt x="0" y="21289"/>
                </a:lnTo>
                <a:lnTo>
                  <a:pt x="3949" y="29548"/>
                </a:lnTo>
                <a:lnTo>
                  <a:pt x="21046" y="29548"/>
                </a:lnTo>
                <a:lnTo>
                  <a:pt x="29384" y="21289"/>
                </a:lnTo>
                <a:lnTo>
                  <a:pt x="29384" y="4337"/>
                </a:lnTo>
                <a:lnTo>
                  <a:pt x="2104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35858" name="object 18">
            <a:extLst>
              <a:ext uri="{FF2B5EF4-FFF2-40B4-BE49-F238E27FC236}">
                <a16:creationId xmlns:a16="http://schemas.microsoft.com/office/drawing/2014/main" id="{3BAA590F-C395-4BBF-A415-2892DB26AA8A}"/>
              </a:ext>
            </a:extLst>
          </p:cNvPr>
          <p:cNvSpPr>
            <a:spLocks/>
          </p:cNvSpPr>
          <p:nvPr/>
        </p:nvSpPr>
        <p:spPr bwMode="auto">
          <a:xfrm>
            <a:off x="6165851" y="4498976"/>
            <a:ext cx="30163" cy="30163"/>
          </a:xfrm>
          <a:custGeom>
            <a:avLst/>
            <a:gdLst>
              <a:gd name="T0" fmla="*/ 0 w 29384"/>
              <a:gd name="T1" fmla="*/ 15479 h 29548"/>
              <a:gd name="T2" fmla="*/ 0 w 29384"/>
              <a:gd name="T3" fmla="*/ 26157 h 29548"/>
              <a:gd name="T4" fmla="*/ 5128 w 29384"/>
              <a:gd name="T5" fmla="*/ 36307 h 29548"/>
              <a:gd name="T6" fmla="*/ 16508 w 29384"/>
              <a:gd name="T7" fmla="*/ 36307 h 29548"/>
              <a:gd name="T8" fmla="*/ 27342 w 29384"/>
              <a:gd name="T9" fmla="*/ 36307 h 29548"/>
              <a:gd name="T10" fmla="*/ 38173 w 29384"/>
              <a:gd name="T11" fmla="*/ 26157 h 29548"/>
              <a:gd name="T12" fmla="*/ 38173 w 29384"/>
              <a:gd name="T13" fmla="*/ 15479 h 29548"/>
              <a:gd name="T14" fmla="*/ 38173 w 29384"/>
              <a:gd name="T15" fmla="*/ 5328 h 29548"/>
              <a:gd name="T16" fmla="*/ 27342 w 29384"/>
              <a:gd name="T17" fmla="*/ 0 h 29548"/>
              <a:gd name="T18" fmla="*/ 16508 w 29384"/>
              <a:gd name="T19" fmla="*/ 0 h 29548"/>
              <a:gd name="T20" fmla="*/ 5128 w 29384"/>
              <a:gd name="T21" fmla="*/ 0 h 29548"/>
              <a:gd name="T22" fmla="*/ 0 w 29384"/>
              <a:gd name="T23" fmla="*/ 5328 h 29548"/>
              <a:gd name="T24" fmla="*/ 0 w 29384"/>
              <a:gd name="T25" fmla="*/ 15479 h 295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384" h="29548">
                <a:moveTo>
                  <a:pt x="0" y="12596"/>
                </a:moveTo>
                <a:lnTo>
                  <a:pt x="0" y="21289"/>
                </a:lnTo>
                <a:lnTo>
                  <a:pt x="3949" y="29548"/>
                </a:lnTo>
                <a:lnTo>
                  <a:pt x="12708" y="29548"/>
                </a:lnTo>
                <a:lnTo>
                  <a:pt x="21046" y="29548"/>
                </a:lnTo>
                <a:lnTo>
                  <a:pt x="29384" y="21289"/>
                </a:lnTo>
                <a:lnTo>
                  <a:pt x="29384" y="12596"/>
                </a:lnTo>
                <a:lnTo>
                  <a:pt x="29384" y="4337"/>
                </a:lnTo>
                <a:lnTo>
                  <a:pt x="21046" y="0"/>
                </a:lnTo>
                <a:lnTo>
                  <a:pt x="12708" y="0"/>
                </a:lnTo>
                <a:lnTo>
                  <a:pt x="3949" y="0"/>
                </a:lnTo>
                <a:lnTo>
                  <a:pt x="0" y="4337"/>
                </a:lnTo>
                <a:lnTo>
                  <a:pt x="0" y="12596"/>
                </a:lnTo>
                <a:close/>
              </a:path>
            </a:pathLst>
          </a:custGeom>
          <a:noFill/>
          <a:ln w="20927">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59" name="object 19">
            <a:extLst>
              <a:ext uri="{FF2B5EF4-FFF2-40B4-BE49-F238E27FC236}">
                <a16:creationId xmlns:a16="http://schemas.microsoft.com/office/drawing/2014/main" id="{0614FE30-8B98-4310-945A-B5F419B05B78}"/>
              </a:ext>
            </a:extLst>
          </p:cNvPr>
          <p:cNvSpPr>
            <a:spLocks/>
          </p:cNvSpPr>
          <p:nvPr/>
        </p:nvSpPr>
        <p:spPr bwMode="auto">
          <a:xfrm>
            <a:off x="5945189" y="4511676"/>
            <a:ext cx="187325" cy="779463"/>
          </a:xfrm>
          <a:custGeom>
            <a:avLst/>
            <a:gdLst>
              <a:gd name="T0" fmla="*/ 4518 w 186787"/>
              <a:gd name="T1" fmla="*/ 0 h 779427"/>
              <a:gd name="T2" fmla="*/ 0 w 186787"/>
              <a:gd name="T3" fmla="*/ 771094 h 779427"/>
              <a:gd name="T4" fmla="*/ 8579 w 186787"/>
              <a:gd name="T5" fmla="*/ 775432 h 779427"/>
              <a:gd name="T6" fmla="*/ 52355 w 186787"/>
              <a:gd name="T7" fmla="*/ 779787 h 779427"/>
              <a:gd name="T8" fmla="*/ 8579 w 186787"/>
              <a:gd name="T9" fmla="*/ 767180 h 779427"/>
              <a:gd name="T10" fmla="*/ 21660 w 186787"/>
              <a:gd name="T11" fmla="*/ 758487 h 779427"/>
              <a:gd name="T12" fmla="*/ 8579 w 186787"/>
              <a:gd name="T13" fmla="*/ 21299 h 779427"/>
              <a:gd name="T14" fmla="*/ 183674 w 186787"/>
              <a:gd name="T15" fmla="*/ 8692 h 779427"/>
              <a:gd name="T16" fmla="*/ 179158 w 186787"/>
              <a:gd name="T17" fmla="*/ 758487 h 779427"/>
              <a:gd name="T18" fmla="*/ 52355 w 186787"/>
              <a:gd name="T19" fmla="*/ 779787 h 779427"/>
              <a:gd name="T20" fmla="*/ 183674 w 186787"/>
              <a:gd name="T21" fmla="*/ 775432 h 779427"/>
              <a:gd name="T22" fmla="*/ 174642 w 186787"/>
              <a:gd name="T23" fmla="*/ 771094 h 779427"/>
              <a:gd name="T24" fmla="*/ 179158 w 186787"/>
              <a:gd name="T25" fmla="*/ 758487 h 779427"/>
              <a:gd name="T26" fmla="*/ 179158 w 186787"/>
              <a:gd name="T27" fmla="*/ 758487 h 779427"/>
              <a:gd name="T28" fmla="*/ 174642 w 186787"/>
              <a:gd name="T29" fmla="*/ 771094 h 779427"/>
              <a:gd name="T30" fmla="*/ 183674 w 186787"/>
              <a:gd name="T31" fmla="*/ 775432 h 779427"/>
              <a:gd name="T32" fmla="*/ 188190 w 186787"/>
              <a:gd name="T33" fmla="*/ 758487 h 779427"/>
              <a:gd name="T34" fmla="*/ 183674 w 186787"/>
              <a:gd name="T35" fmla="*/ 775432 h 779427"/>
              <a:gd name="T36" fmla="*/ 192238 w 186787"/>
              <a:gd name="T37" fmla="*/ 771094 h 779427"/>
              <a:gd name="T38" fmla="*/ 188190 w 186787"/>
              <a:gd name="T39" fmla="*/ 758487 h 779427"/>
              <a:gd name="T40" fmla="*/ 8579 w 186787"/>
              <a:gd name="T41" fmla="*/ 767180 h 779427"/>
              <a:gd name="T42" fmla="*/ 8579 w 186787"/>
              <a:gd name="T43" fmla="*/ 758487 h 779427"/>
              <a:gd name="T44" fmla="*/ 8579 w 186787"/>
              <a:gd name="T45" fmla="*/ 758487 h 779427"/>
              <a:gd name="T46" fmla="*/ 17596 w 186787"/>
              <a:gd name="T47" fmla="*/ 762825 h 779427"/>
              <a:gd name="T48" fmla="*/ 21660 w 186787"/>
              <a:gd name="T49" fmla="*/ 758487 h 779427"/>
              <a:gd name="T50" fmla="*/ 17596 w 186787"/>
              <a:gd name="T51" fmla="*/ 762825 h 779427"/>
              <a:gd name="T52" fmla="*/ 21660 w 186787"/>
              <a:gd name="T53" fmla="*/ 767180 h 779427"/>
              <a:gd name="T54" fmla="*/ 52355 w 186787"/>
              <a:gd name="T55" fmla="*/ 758487 h 779427"/>
              <a:gd name="T56" fmla="*/ 21660 w 186787"/>
              <a:gd name="T57" fmla="*/ 767180 h 779427"/>
              <a:gd name="T58" fmla="*/ 52355 w 186787"/>
              <a:gd name="T59" fmla="*/ 758487 h 779427"/>
              <a:gd name="T60" fmla="*/ 8579 w 186787"/>
              <a:gd name="T61" fmla="*/ 16961 h 779427"/>
              <a:gd name="T62" fmla="*/ 21660 w 186787"/>
              <a:gd name="T63" fmla="*/ 21299 h 779427"/>
              <a:gd name="T64" fmla="*/ 13079 w 186787"/>
              <a:gd name="T65" fmla="*/ 16961 h 779427"/>
              <a:gd name="T66" fmla="*/ 17596 w 186787"/>
              <a:gd name="T67" fmla="*/ 11269 h 779427"/>
              <a:gd name="T68" fmla="*/ 21660 w 186787"/>
              <a:gd name="T69" fmla="*/ 8692 h 779427"/>
              <a:gd name="T70" fmla="*/ 183674 w 186787"/>
              <a:gd name="T71" fmla="*/ 21299 h 779427"/>
              <a:gd name="T72" fmla="*/ 17596 w 186787"/>
              <a:gd name="T73" fmla="*/ 8692 h 779427"/>
              <a:gd name="T74" fmla="*/ 8579 w 186787"/>
              <a:gd name="T75" fmla="*/ 16961 h 779427"/>
              <a:gd name="T76" fmla="*/ 17596 w 186787"/>
              <a:gd name="T77" fmla="*/ 8692 h 779427"/>
              <a:gd name="T78" fmla="*/ 17596 w 186787"/>
              <a:gd name="T79" fmla="*/ 11269 h 779427"/>
              <a:gd name="T80" fmla="*/ 13079 w 186787"/>
              <a:gd name="T81" fmla="*/ 16961 h 779427"/>
              <a:gd name="T82" fmla="*/ 21660 w 186787"/>
              <a:gd name="T83" fmla="*/ 8692 h 779427"/>
              <a:gd name="T84" fmla="*/ 17596 w 186787"/>
              <a:gd name="T85" fmla="*/ 8692 h 779427"/>
              <a:gd name="T86" fmla="*/ 21660 w 186787"/>
              <a:gd name="T87" fmla="*/ 8692 h 77942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86787" h="779427">
                <a:moveTo>
                  <a:pt x="178467" y="0"/>
                </a:moveTo>
                <a:lnTo>
                  <a:pt x="4388" y="0"/>
                </a:lnTo>
                <a:lnTo>
                  <a:pt x="0" y="4337"/>
                </a:lnTo>
                <a:lnTo>
                  <a:pt x="0" y="770734"/>
                </a:lnTo>
                <a:lnTo>
                  <a:pt x="4388" y="775072"/>
                </a:lnTo>
                <a:lnTo>
                  <a:pt x="8337" y="775072"/>
                </a:lnTo>
                <a:lnTo>
                  <a:pt x="8337" y="779427"/>
                </a:lnTo>
                <a:lnTo>
                  <a:pt x="50870" y="779427"/>
                </a:lnTo>
                <a:lnTo>
                  <a:pt x="50870" y="766830"/>
                </a:lnTo>
                <a:lnTo>
                  <a:pt x="8337" y="766830"/>
                </a:lnTo>
                <a:lnTo>
                  <a:pt x="8337" y="758137"/>
                </a:lnTo>
                <a:lnTo>
                  <a:pt x="21046" y="758137"/>
                </a:lnTo>
                <a:lnTo>
                  <a:pt x="21046" y="21289"/>
                </a:lnTo>
                <a:lnTo>
                  <a:pt x="8337" y="21289"/>
                </a:lnTo>
                <a:lnTo>
                  <a:pt x="8337" y="8692"/>
                </a:lnTo>
                <a:lnTo>
                  <a:pt x="178467" y="8692"/>
                </a:lnTo>
                <a:lnTo>
                  <a:pt x="178467" y="0"/>
                </a:lnTo>
                <a:close/>
              </a:path>
              <a:path w="186787" h="779427">
                <a:moveTo>
                  <a:pt x="174078" y="758137"/>
                </a:moveTo>
                <a:lnTo>
                  <a:pt x="50870" y="758137"/>
                </a:lnTo>
                <a:lnTo>
                  <a:pt x="50870" y="779427"/>
                </a:lnTo>
                <a:lnTo>
                  <a:pt x="178467" y="779427"/>
                </a:lnTo>
                <a:lnTo>
                  <a:pt x="178467" y="775072"/>
                </a:lnTo>
                <a:lnTo>
                  <a:pt x="174078" y="775072"/>
                </a:lnTo>
                <a:lnTo>
                  <a:pt x="169690" y="770734"/>
                </a:lnTo>
                <a:lnTo>
                  <a:pt x="169690" y="762475"/>
                </a:lnTo>
                <a:lnTo>
                  <a:pt x="174078" y="758137"/>
                </a:lnTo>
                <a:close/>
              </a:path>
              <a:path w="186787" h="779427">
                <a:moveTo>
                  <a:pt x="178467" y="758137"/>
                </a:moveTo>
                <a:lnTo>
                  <a:pt x="174078" y="758137"/>
                </a:lnTo>
                <a:lnTo>
                  <a:pt x="169690" y="762475"/>
                </a:lnTo>
                <a:lnTo>
                  <a:pt x="169690" y="770734"/>
                </a:lnTo>
                <a:lnTo>
                  <a:pt x="174078" y="775072"/>
                </a:lnTo>
                <a:lnTo>
                  <a:pt x="178467" y="775072"/>
                </a:lnTo>
                <a:lnTo>
                  <a:pt x="178467" y="758137"/>
                </a:lnTo>
                <a:close/>
              </a:path>
              <a:path w="186787" h="779427">
                <a:moveTo>
                  <a:pt x="182855" y="758137"/>
                </a:moveTo>
                <a:lnTo>
                  <a:pt x="178467" y="758137"/>
                </a:lnTo>
                <a:lnTo>
                  <a:pt x="178467" y="775072"/>
                </a:lnTo>
                <a:lnTo>
                  <a:pt x="182855" y="775072"/>
                </a:lnTo>
                <a:lnTo>
                  <a:pt x="186787" y="770734"/>
                </a:lnTo>
                <a:lnTo>
                  <a:pt x="186787" y="762475"/>
                </a:lnTo>
                <a:lnTo>
                  <a:pt x="182855" y="758137"/>
                </a:lnTo>
                <a:close/>
              </a:path>
              <a:path w="186787" h="779427">
                <a:moveTo>
                  <a:pt x="8337" y="758137"/>
                </a:moveTo>
                <a:lnTo>
                  <a:pt x="8337" y="766830"/>
                </a:lnTo>
                <a:lnTo>
                  <a:pt x="17097" y="766830"/>
                </a:lnTo>
                <a:lnTo>
                  <a:pt x="8337" y="758137"/>
                </a:lnTo>
                <a:close/>
              </a:path>
              <a:path w="186787" h="779427">
                <a:moveTo>
                  <a:pt x="12708" y="758137"/>
                </a:moveTo>
                <a:lnTo>
                  <a:pt x="8337" y="758137"/>
                </a:lnTo>
                <a:lnTo>
                  <a:pt x="17097" y="766830"/>
                </a:lnTo>
                <a:lnTo>
                  <a:pt x="17097" y="762475"/>
                </a:lnTo>
                <a:lnTo>
                  <a:pt x="12708" y="758137"/>
                </a:lnTo>
                <a:close/>
              </a:path>
              <a:path w="186787" h="779427">
                <a:moveTo>
                  <a:pt x="21046" y="758137"/>
                </a:moveTo>
                <a:lnTo>
                  <a:pt x="12708" y="758137"/>
                </a:lnTo>
                <a:lnTo>
                  <a:pt x="17097" y="762475"/>
                </a:lnTo>
                <a:lnTo>
                  <a:pt x="17097" y="766830"/>
                </a:lnTo>
                <a:lnTo>
                  <a:pt x="21046" y="766830"/>
                </a:lnTo>
                <a:lnTo>
                  <a:pt x="21046" y="758137"/>
                </a:lnTo>
                <a:close/>
              </a:path>
              <a:path w="186787" h="779427">
                <a:moveTo>
                  <a:pt x="50870" y="758137"/>
                </a:moveTo>
                <a:lnTo>
                  <a:pt x="21046" y="758137"/>
                </a:lnTo>
                <a:lnTo>
                  <a:pt x="21046" y="766830"/>
                </a:lnTo>
                <a:lnTo>
                  <a:pt x="50870" y="766830"/>
                </a:lnTo>
                <a:lnTo>
                  <a:pt x="50870" y="758137"/>
                </a:lnTo>
                <a:close/>
              </a:path>
              <a:path w="186787" h="779427">
                <a:moveTo>
                  <a:pt x="17097" y="11259"/>
                </a:moveTo>
                <a:lnTo>
                  <a:pt x="8337" y="16951"/>
                </a:lnTo>
                <a:lnTo>
                  <a:pt x="8337" y="21289"/>
                </a:lnTo>
                <a:lnTo>
                  <a:pt x="21046" y="21289"/>
                </a:lnTo>
                <a:lnTo>
                  <a:pt x="21046" y="16951"/>
                </a:lnTo>
                <a:lnTo>
                  <a:pt x="12708" y="16951"/>
                </a:lnTo>
                <a:lnTo>
                  <a:pt x="17097" y="12596"/>
                </a:lnTo>
                <a:lnTo>
                  <a:pt x="17097" y="11259"/>
                </a:lnTo>
                <a:close/>
              </a:path>
              <a:path w="186787" h="779427">
                <a:moveTo>
                  <a:pt x="178467" y="8692"/>
                </a:moveTo>
                <a:lnTo>
                  <a:pt x="21046" y="8692"/>
                </a:lnTo>
                <a:lnTo>
                  <a:pt x="21046" y="21289"/>
                </a:lnTo>
                <a:lnTo>
                  <a:pt x="178467" y="21289"/>
                </a:lnTo>
                <a:lnTo>
                  <a:pt x="178467" y="8692"/>
                </a:lnTo>
                <a:close/>
              </a:path>
              <a:path w="186787" h="779427">
                <a:moveTo>
                  <a:pt x="17097" y="8692"/>
                </a:moveTo>
                <a:lnTo>
                  <a:pt x="8337" y="8692"/>
                </a:lnTo>
                <a:lnTo>
                  <a:pt x="8337" y="16951"/>
                </a:lnTo>
                <a:lnTo>
                  <a:pt x="17097" y="11259"/>
                </a:lnTo>
                <a:lnTo>
                  <a:pt x="17097" y="8692"/>
                </a:lnTo>
                <a:close/>
              </a:path>
              <a:path w="186787" h="779427">
                <a:moveTo>
                  <a:pt x="21046" y="8692"/>
                </a:moveTo>
                <a:lnTo>
                  <a:pt x="17097" y="11259"/>
                </a:lnTo>
                <a:lnTo>
                  <a:pt x="17097" y="12596"/>
                </a:lnTo>
                <a:lnTo>
                  <a:pt x="12708" y="16951"/>
                </a:lnTo>
                <a:lnTo>
                  <a:pt x="21046" y="16951"/>
                </a:lnTo>
                <a:lnTo>
                  <a:pt x="21046" y="8692"/>
                </a:lnTo>
                <a:close/>
              </a:path>
              <a:path w="186787" h="779427">
                <a:moveTo>
                  <a:pt x="21046" y="8692"/>
                </a:moveTo>
                <a:lnTo>
                  <a:pt x="17097" y="8692"/>
                </a:lnTo>
                <a:lnTo>
                  <a:pt x="17097" y="11259"/>
                </a:lnTo>
                <a:lnTo>
                  <a:pt x="21046" y="869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35860" name="object 20">
            <a:extLst>
              <a:ext uri="{FF2B5EF4-FFF2-40B4-BE49-F238E27FC236}">
                <a16:creationId xmlns:a16="http://schemas.microsoft.com/office/drawing/2014/main" id="{D165B2BA-CFAA-4D47-8381-0A8DF5AB5059}"/>
              </a:ext>
            </a:extLst>
          </p:cNvPr>
          <p:cNvSpPr>
            <a:spLocks/>
          </p:cNvSpPr>
          <p:nvPr/>
        </p:nvSpPr>
        <p:spPr bwMode="auto">
          <a:xfrm>
            <a:off x="5699125" y="4902200"/>
            <a:ext cx="254000" cy="0"/>
          </a:xfrm>
          <a:custGeom>
            <a:avLst/>
            <a:gdLst>
              <a:gd name="T0" fmla="*/ 0 w 254772"/>
              <a:gd name="T1" fmla="*/ 247157 w 254772"/>
              <a:gd name="T2" fmla="*/ 0 60000 65536"/>
              <a:gd name="T3" fmla="*/ 0 60000 65536"/>
            </a:gdLst>
            <a:ahLst/>
            <a:cxnLst>
              <a:cxn ang="T2">
                <a:pos x="T0" y="0"/>
              </a:cxn>
              <a:cxn ang="T3">
                <a:pos x="T1" y="0"/>
              </a:cxn>
            </a:cxnLst>
            <a:rect l="0" t="0" r="r" b="b"/>
            <a:pathLst>
              <a:path w="254772">
                <a:moveTo>
                  <a:pt x="0" y="0"/>
                </a:moveTo>
                <a:lnTo>
                  <a:pt x="254772" y="0"/>
                </a:lnTo>
              </a:path>
            </a:pathLst>
          </a:custGeom>
          <a:noFill/>
          <a:ln w="2212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61" name="object 21">
            <a:extLst>
              <a:ext uri="{FF2B5EF4-FFF2-40B4-BE49-F238E27FC236}">
                <a16:creationId xmlns:a16="http://schemas.microsoft.com/office/drawing/2014/main" id="{4127C3F3-EB06-48DD-B89C-638F0CED4293}"/>
              </a:ext>
            </a:extLst>
          </p:cNvPr>
          <p:cNvSpPr>
            <a:spLocks/>
          </p:cNvSpPr>
          <p:nvPr/>
        </p:nvSpPr>
        <p:spPr bwMode="auto">
          <a:xfrm>
            <a:off x="6378575" y="4902200"/>
            <a:ext cx="552450" cy="0"/>
          </a:xfrm>
          <a:custGeom>
            <a:avLst/>
            <a:gdLst>
              <a:gd name="T0" fmla="*/ 0 w 552077"/>
              <a:gd name="T1" fmla="*/ 555819 w 552077"/>
              <a:gd name="T2" fmla="*/ 0 60000 65536"/>
              <a:gd name="T3" fmla="*/ 0 60000 65536"/>
            </a:gdLst>
            <a:ahLst/>
            <a:cxnLst>
              <a:cxn ang="T2">
                <a:pos x="T0" y="0"/>
              </a:cxn>
              <a:cxn ang="T3">
                <a:pos x="T1" y="0"/>
              </a:cxn>
            </a:cxnLst>
            <a:rect l="0" t="0" r="r" b="b"/>
            <a:pathLst>
              <a:path w="552077">
                <a:moveTo>
                  <a:pt x="0" y="0"/>
                </a:moveTo>
                <a:lnTo>
                  <a:pt x="552077" y="0"/>
                </a:lnTo>
              </a:path>
            </a:pathLst>
          </a:custGeom>
          <a:noFill/>
          <a:ln w="2212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62" name="object 22">
            <a:extLst>
              <a:ext uri="{FF2B5EF4-FFF2-40B4-BE49-F238E27FC236}">
                <a16:creationId xmlns:a16="http://schemas.microsoft.com/office/drawing/2014/main" id="{903C91EC-7AC5-4B1A-91A5-C83A7E5B0370}"/>
              </a:ext>
            </a:extLst>
          </p:cNvPr>
          <p:cNvSpPr>
            <a:spLocks/>
          </p:cNvSpPr>
          <p:nvPr/>
        </p:nvSpPr>
        <p:spPr bwMode="auto">
          <a:xfrm>
            <a:off x="6208714" y="4098925"/>
            <a:ext cx="339725" cy="0"/>
          </a:xfrm>
          <a:custGeom>
            <a:avLst/>
            <a:gdLst>
              <a:gd name="T0" fmla="*/ 0 w 339398"/>
              <a:gd name="T1" fmla="*/ 342683 w 339398"/>
              <a:gd name="T2" fmla="*/ 0 60000 65536"/>
              <a:gd name="T3" fmla="*/ 0 60000 65536"/>
            </a:gdLst>
            <a:ahLst/>
            <a:cxnLst>
              <a:cxn ang="T2">
                <a:pos x="T0" y="0"/>
              </a:cxn>
              <a:cxn ang="T3">
                <a:pos x="T1" y="0"/>
              </a:cxn>
            </a:cxnLst>
            <a:rect l="0" t="0" r="r" b="b"/>
            <a:pathLst>
              <a:path w="339398">
                <a:moveTo>
                  <a:pt x="0" y="0"/>
                </a:moveTo>
                <a:lnTo>
                  <a:pt x="339398" y="0"/>
                </a:lnTo>
              </a:path>
            </a:pathLst>
          </a:custGeom>
          <a:noFill/>
          <a:ln w="2646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63" name="object 23">
            <a:extLst>
              <a:ext uri="{FF2B5EF4-FFF2-40B4-BE49-F238E27FC236}">
                <a16:creationId xmlns:a16="http://schemas.microsoft.com/office/drawing/2014/main" id="{3EC443E5-88D4-432A-A6F2-F73C0C72CB74}"/>
              </a:ext>
            </a:extLst>
          </p:cNvPr>
          <p:cNvSpPr>
            <a:spLocks/>
          </p:cNvSpPr>
          <p:nvPr/>
        </p:nvSpPr>
        <p:spPr bwMode="auto">
          <a:xfrm>
            <a:off x="6292850" y="5659438"/>
            <a:ext cx="171450" cy="0"/>
          </a:xfrm>
          <a:custGeom>
            <a:avLst/>
            <a:gdLst>
              <a:gd name="T0" fmla="*/ 0 w 170136"/>
              <a:gd name="T1" fmla="*/ 183742 w 170136"/>
              <a:gd name="T2" fmla="*/ 0 60000 65536"/>
              <a:gd name="T3" fmla="*/ 0 60000 65536"/>
            </a:gdLst>
            <a:ahLst/>
            <a:cxnLst>
              <a:cxn ang="T2">
                <a:pos x="T0" y="0"/>
              </a:cxn>
              <a:cxn ang="T3">
                <a:pos x="T1" y="0"/>
              </a:cxn>
            </a:cxnLst>
            <a:rect l="0" t="0" r="r" b="b"/>
            <a:pathLst>
              <a:path w="170136">
                <a:moveTo>
                  <a:pt x="0" y="0"/>
                </a:moveTo>
                <a:lnTo>
                  <a:pt x="170136" y="0"/>
                </a:lnTo>
              </a:path>
            </a:pathLst>
          </a:custGeom>
          <a:noFill/>
          <a:ln w="2212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64" name="object 24">
            <a:extLst>
              <a:ext uri="{FF2B5EF4-FFF2-40B4-BE49-F238E27FC236}">
                <a16:creationId xmlns:a16="http://schemas.microsoft.com/office/drawing/2014/main" id="{FFBC7BF3-FB09-49AC-8D85-B4D1341B3A68}"/>
              </a:ext>
            </a:extLst>
          </p:cNvPr>
          <p:cNvSpPr>
            <a:spLocks/>
          </p:cNvSpPr>
          <p:nvPr/>
        </p:nvSpPr>
        <p:spPr bwMode="auto">
          <a:xfrm>
            <a:off x="6335714" y="5702300"/>
            <a:ext cx="85725" cy="0"/>
          </a:xfrm>
          <a:custGeom>
            <a:avLst/>
            <a:gdLst>
              <a:gd name="T0" fmla="*/ 0 w 85068"/>
              <a:gd name="T1" fmla="*/ 91871 w 85068"/>
              <a:gd name="T2" fmla="*/ 0 60000 65536"/>
              <a:gd name="T3" fmla="*/ 0 60000 65536"/>
            </a:gdLst>
            <a:ahLst/>
            <a:cxnLst>
              <a:cxn ang="T2">
                <a:pos x="T0" y="0"/>
              </a:cxn>
              <a:cxn ang="T3">
                <a:pos x="T1" y="0"/>
              </a:cxn>
            </a:cxnLst>
            <a:rect l="0" t="0" r="r" b="b"/>
            <a:pathLst>
              <a:path w="85068">
                <a:moveTo>
                  <a:pt x="0" y="0"/>
                </a:moveTo>
                <a:lnTo>
                  <a:pt x="85068" y="0"/>
                </a:lnTo>
              </a:path>
            </a:pathLst>
          </a:custGeom>
          <a:noFill/>
          <a:ln w="2212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65" name="object 25">
            <a:extLst>
              <a:ext uri="{FF2B5EF4-FFF2-40B4-BE49-F238E27FC236}">
                <a16:creationId xmlns:a16="http://schemas.microsoft.com/office/drawing/2014/main" id="{AE615270-3743-4002-A4E0-A36BCD085B8F}"/>
              </a:ext>
            </a:extLst>
          </p:cNvPr>
          <p:cNvSpPr>
            <a:spLocks/>
          </p:cNvSpPr>
          <p:nvPr/>
        </p:nvSpPr>
        <p:spPr bwMode="auto">
          <a:xfrm>
            <a:off x="6675439" y="5195888"/>
            <a:ext cx="509587" cy="0"/>
          </a:xfrm>
          <a:custGeom>
            <a:avLst/>
            <a:gdLst>
              <a:gd name="T0" fmla="*/ 0 w 509527"/>
              <a:gd name="T1" fmla="*/ 510127 w 509527"/>
              <a:gd name="T2" fmla="*/ 0 60000 65536"/>
              <a:gd name="T3" fmla="*/ 0 60000 65536"/>
            </a:gdLst>
            <a:ahLst/>
            <a:cxnLst>
              <a:cxn ang="T2">
                <a:pos x="T0" y="0"/>
              </a:cxn>
              <a:cxn ang="T3">
                <a:pos x="T1" y="0"/>
              </a:cxn>
            </a:cxnLst>
            <a:rect l="0" t="0" r="r" b="b"/>
            <a:pathLst>
              <a:path w="509527">
                <a:moveTo>
                  <a:pt x="0" y="0"/>
                </a:moveTo>
                <a:lnTo>
                  <a:pt x="509527" y="0"/>
                </a:lnTo>
              </a:path>
            </a:pathLst>
          </a:custGeom>
          <a:noFill/>
          <a:ln w="2255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66" name="object 26">
            <a:extLst>
              <a:ext uri="{FF2B5EF4-FFF2-40B4-BE49-F238E27FC236}">
                <a16:creationId xmlns:a16="http://schemas.microsoft.com/office/drawing/2014/main" id="{AAB3F492-0681-4B2A-9EA8-07B5FB8B0AAE}"/>
              </a:ext>
            </a:extLst>
          </p:cNvPr>
          <p:cNvSpPr>
            <a:spLocks/>
          </p:cNvSpPr>
          <p:nvPr/>
        </p:nvSpPr>
        <p:spPr bwMode="auto">
          <a:xfrm>
            <a:off x="6675439" y="5280025"/>
            <a:ext cx="509587" cy="0"/>
          </a:xfrm>
          <a:custGeom>
            <a:avLst/>
            <a:gdLst>
              <a:gd name="T0" fmla="*/ 0 w 509527"/>
              <a:gd name="T1" fmla="*/ 510127 w 509527"/>
              <a:gd name="T2" fmla="*/ 0 60000 65536"/>
              <a:gd name="T3" fmla="*/ 0 60000 65536"/>
            </a:gdLst>
            <a:ahLst/>
            <a:cxnLst>
              <a:cxn ang="T2">
                <a:pos x="T0" y="0"/>
              </a:cxn>
              <a:cxn ang="T3">
                <a:pos x="T1" y="0"/>
              </a:cxn>
            </a:cxnLst>
            <a:rect l="0" t="0" r="r" b="b"/>
            <a:pathLst>
              <a:path w="509527">
                <a:moveTo>
                  <a:pt x="0" y="0"/>
                </a:moveTo>
                <a:lnTo>
                  <a:pt x="509527" y="0"/>
                </a:lnTo>
              </a:path>
            </a:pathLst>
          </a:custGeom>
          <a:noFill/>
          <a:ln w="2255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67" name="object 27">
            <a:extLst>
              <a:ext uri="{FF2B5EF4-FFF2-40B4-BE49-F238E27FC236}">
                <a16:creationId xmlns:a16="http://schemas.microsoft.com/office/drawing/2014/main" id="{9629935A-A75A-4B7E-845A-C3919AFBCECF}"/>
              </a:ext>
            </a:extLst>
          </p:cNvPr>
          <p:cNvSpPr>
            <a:spLocks/>
          </p:cNvSpPr>
          <p:nvPr/>
        </p:nvSpPr>
        <p:spPr bwMode="auto">
          <a:xfrm>
            <a:off x="6932613" y="4899026"/>
            <a:ext cx="0" cy="295275"/>
          </a:xfrm>
          <a:custGeom>
            <a:avLst/>
            <a:gdLst>
              <a:gd name="T0" fmla="*/ 0 h 295002"/>
              <a:gd name="T1" fmla="*/ 297744 h 295002"/>
              <a:gd name="T2" fmla="*/ 0 60000 65536"/>
              <a:gd name="T3" fmla="*/ 0 60000 65536"/>
            </a:gdLst>
            <a:ahLst/>
            <a:cxnLst>
              <a:cxn ang="T2">
                <a:pos x="0" y="T0"/>
              </a:cxn>
              <a:cxn ang="T3">
                <a:pos x="0" y="T1"/>
              </a:cxn>
            </a:cxnLst>
            <a:rect l="0" t="0" r="r" b="b"/>
            <a:pathLst>
              <a:path h="295002">
                <a:moveTo>
                  <a:pt x="0" y="0"/>
                </a:moveTo>
                <a:lnTo>
                  <a:pt x="0" y="295002"/>
                </a:lnTo>
              </a:path>
            </a:pathLst>
          </a:custGeom>
          <a:noFill/>
          <a:ln w="2231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68" name="object 28">
            <a:extLst>
              <a:ext uri="{FF2B5EF4-FFF2-40B4-BE49-F238E27FC236}">
                <a16:creationId xmlns:a16="http://schemas.microsoft.com/office/drawing/2014/main" id="{C969CE2A-6AC5-494E-8590-62035FE880C0}"/>
              </a:ext>
            </a:extLst>
          </p:cNvPr>
          <p:cNvSpPr>
            <a:spLocks/>
          </p:cNvSpPr>
          <p:nvPr/>
        </p:nvSpPr>
        <p:spPr bwMode="auto">
          <a:xfrm>
            <a:off x="6932613" y="5278438"/>
            <a:ext cx="0" cy="379412"/>
          </a:xfrm>
          <a:custGeom>
            <a:avLst/>
            <a:gdLst>
              <a:gd name="T0" fmla="*/ 0 h 378843"/>
              <a:gd name="T1" fmla="*/ 384572 h 378843"/>
              <a:gd name="T2" fmla="*/ 0 60000 65536"/>
              <a:gd name="T3" fmla="*/ 0 60000 65536"/>
            </a:gdLst>
            <a:ahLst/>
            <a:cxnLst>
              <a:cxn ang="T2">
                <a:pos x="0" y="T0"/>
              </a:cxn>
              <a:cxn ang="T3">
                <a:pos x="0" y="T1"/>
              </a:cxn>
            </a:cxnLst>
            <a:rect l="0" t="0" r="r" b="b"/>
            <a:pathLst>
              <a:path h="378843">
                <a:moveTo>
                  <a:pt x="0" y="0"/>
                </a:moveTo>
                <a:lnTo>
                  <a:pt x="0" y="378843"/>
                </a:lnTo>
              </a:path>
            </a:pathLst>
          </a:custGeom>
          <a:noFill/>
          <a:ln w="2231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69" name="object 29">
            <a:extLst>
              <a:ext uri="{FF2B5EF4-FFF2-40B4-BE49-F238E27FC236}">
                <a16:creationId xmlns:a16="http://schemas.microsoft.com/office/drawing/2014/main" id="{5E982D61-BBF8-4EF5-806A-04FBEC0ED204}"/>
              </a:ext>
            </a:extLst>
          </p:cNvPr>
          <p:cNvSpPr>
            <a:spLocks/>
          </p:cNvSpPr>
          <p:nvPr/>
        </p:nvSpPr>
        <p:spPr bwMode="auto">
          <a:xfrm>
            <a:off x="6845301" y="5659438"/>
            <a:ext cx="169863" cy="0"/>
          </a:xfrm>
          <a:custGeom>
            <a:avLst/>
            <a:gdLst>
              <a:gd name="T0" fmla="*/ 0 w 170136"/>
              <a:gd name="T1" fmla="*/ 167425 w 170136"/>
              <a:gd name="T2" fmla="*/ 0 60000 65536"/>
              <a:gd name="T3" fmla="*/ 0 60000 65536"/>
            </a:gdLst>
            <a:ahLst/>
            <a:cxnLst>
              <a:cxn ang="T2">
                <a:pos x="T0" y="0"/>
              </a:cxn>
              <a:cxn ang="T3">
                <a:pos x="T1" y="0"/>
              </a:cxn>
            </a:cxnLst>
            <a:rect l="0" t="0" r="r" b="b"/>
            <a:pathLst>
              <a:path w="170136">
                <a:moveTo>
                  <a:pt x="0" y="0"/>
                </a:moveTo>
                <a:lnTo>
                  <a:pt x="170136" y="0"/>
                </a:lnTo>
              </a:path>
            </a:pathLst>
          </a:custGeom>
          <a:noFill/>
          <a:ln w="2212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70" name="object 30">
            <a:extLst>
              <a:ext uri="{FF2B5EF4-FFF2-40B4-BE49-F238E27FC236}">
                <a16:creationId xmlns:a16="http://schemas.microsoft.com/office/drawing/2014/main" id="{EBE6AC84-9927-41B8-A67E-1ED35BFBFAD3}"/>
              </a:ext>
            </a:extLst>
          </p:cNvPr>
          <p:cNvSpPr>
            <a:spLocks/>
          </p:cNvSpPr>
          <p:nvPr/>
        </p:nvSpPr>
        <p:spPr bwMode="auto">
          <a:xfrm>
            <a:off x="6888164" y="5702300"/>
            <a:ext cx="84137" cy="0"/>
          </a:xfrm>
          <a:custGeom>
            <a:avLst/>
            <a:gdLst>
              <a:gd name="T0" fmla="*/ 0 w 85068"/>
              <a:gd name="T1" fmla="*/ 76202 w 85068"/>
              <a:gd name="T2" fmla="*/ 0 60000 65536"/>
              <a:gd name="T3" fmla="*/ 0 60000 65536"/>
            </a:gdLst>
            <a:ahLst/>
            <a:cxnLst>
              <a:cxn ang="T2">
                <a:pos x="T0" y="0"/>
              </a:cxn>
              <a:cxn ang="T3">
                <a:pos x="T1" y="0"/>
              </a:cxn>
            </a:cxnLst>
            <a:rect l="0" t="0" r="r" b="b"/>
            <a:pathLst>
              <a:path w="85068">
                <a:moveTo>
                  <a:pt x="0" y="0"/>
                </a:moveTo>
                <a:lnTo>
                  <a:pt x="85068" y="0"/>
                </a:lnTo>
              </a:path>
            </a:pathLst>
          </a:custGeom>
          <a:noFill/>
          <a:ln w="2212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71" name="object 31">
            <a:extLst>
              <a:ext uri="{FF2B5EF4-FFF2-40B4-BE49-F238E27FC236}">
                <a16:creationId xmlns:a16="http://schemas.microsoft.com/office/drawing/2014/main" id="{C5286BEC-DA41-450E-8DF1-5A9014C9EF9A}"/>
              </a:ext>
            </a:extLst>
          </p:cNvPr>
          <p:cNvSpPr>
            <a:spLocks/>
          </p:cNvSpPr>
          <p:nvPr/>
        </p:nvSpPr>
        <p:spPr bwMode="auto">
          <a:xfrm>
            <a:off x="5540375" y="4676775"/>
            <a:ext cx="0" cy="84138"/>
          </a:xfrm>
          <a:custGeom>
            <a:avLst/>
            <a:gdLst>
              <a:gd name="T0" fmla="*/ 0 h 84284"/>
              <a:gd name="T1" fmla="*/ 82836 h 84284"/>
              <a:gd name="T2" fmla="*/ 0 60000 65536"/>
              <a:gd name="T3" fmla="*/ 0 60000 65536"/>
            </a:gdLst>
            <a:ahLst/>
            <a:cxnLst>
              <a:cxn ang="T2">
                <a:pos x="0" y="T0"/>
              </a:cxn>
              <a:cxn ang="T3">
                <a:pos x="0" y="T1"/>
              </a:cxn>
            </a:cxnLst>
            <a:rect l="0" t="0" r="r" b="b"/>
            <a:pathLst>
              <a:path h="84284">
                <a:moveTo>
                  <a:pt x="0" y="0"/>
                </a:moveTo>
                <a:lnTo>
                  <a:pt x="0" y="84284"/>
                </a:lnTo>
              </a:path>
            </a:pathLst>
          </a:custGeom>
          <a:noFill/>
          <a:ln w="2231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72" name="object 32">
            <a:extLst>
              <a:ext uri="{FF2B5EF4-FFF2-40B4-BE49-F238E27FC236}">
                <a16:creationId xmlns:a16="http://schemas.microsoft.com/office/drawing/2014/main" id="{B9C26E13-05C5-4CD8-9204-CFE766B04160}"/>
              </a:ext>
            </a:extLst>
          </p:cNvPr>
          <p:cNvSpPr>
            <a:spLocks/>
          </p:cNvSpPr>
          <p:nvPr/>
        </p:nvSpPr>
        <p:spPr bwMode="auto">
          <a:xfrm>
            <a:off x="5540375" y="4824414"/>
            <a:ext cx="0" cy="84137"/>
          </a:xfrm>
          <a:custGeom>
            <a:avLst/>
            <a:gdLst>
              <a:gd name="T0" fmla="*/ 0 h 84284"/>
              <a:gd name="T1" fmla="*/ 82826 h 84284"/>
              <a:gd name="T2" fmla="*/ 0 60000 65536"/>
              <a:gd name="T3" fmla="*/ 0 60000 65536"/>
            </a:gdLst>
            <a:ahLst/>
            <a:cxnLst>
              <a:cxn ang="T2">
                <a:pos x="0" y="T0"/>
              </a:cxn>
              <a:cxn ang="T3">
                <a:pos x="0" y="T1"/>
              </a:cxn>
            </a:cxnLst>
            <a:rect l="0" t="0" r="r" b="b"/>
            <a:pathLst>
              <a:path h="84284">
                <a:moveTo>
                  <a:pt x="0" y="0"/>
                </a:moveTo>
                <a:lnTo>
                  <a:pt x="0" y="84284"/>
                </a:lnTo>
              </a:path>
            </a:pathLst>
          </a:custGeom>
          <a:noFill/>
          <a:ln w="2231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73" name="object 33">
            <a:extLst>
              <a:ext uri="{FF2B5EF4-FFF2-40B4-BE49-F238E27FC236}">
                <a16:creationId xmlns:a16="http://schemas.microsoft.com/office/drawing/2014/main" id="{79825AB6-1CD1-47E2-83FB-487CE95CDFEE}"/>
              </a:ext>
            </a:extLst>
          </p:cNvPr>
          <p:cNvSpPr>
            <a:spLocks/>
          </p:cNvSpPr>
          <p:nvPr/>
        </p:nvSpPr>
        <p:spPr bwMode="auto">
          <a:xfrm>
            <a:off x="5540375" y="4970464"/>
            <a:ext cx="0" cy="85725"/>
          </a:xfrm>
          <a:custGeom>
            <a:avLst/>
            <a:gdLst>
              <a:gd name="T0" fmla="*/ 0 h 84284"/>
              <a:gd name="T1" fmla="*/ 99855 h 84284"/>
              <a:gd name="T2" fmla="*/ 0 60000 65536"/>
              <a:gd name="T3" fmla="*/ 0 60000 65536"/>
            </a:gdLst>
            <a:ahLst/>
            <a:cxnLst>
              <a:cxn ang="T2">
                <a:pos x="0" y="T0"/>
              </a:cxn>
              <a:cxn ang="T3">
                <a:pos x="0" y="T1"/>
              </a:cxn>
            </a:cxnLst>
            <a:rect l="0" t="0" r="r" b="b"/>
            <a:pathLst>
              <a:path h="84284">
                <a:moveTo>
                  <a:pt x="0" y="0"/>
                </a:moveTo>
                <a:lnTo>
                  <a:pt x="0" y="84284"/>
                </a:lnTo>
              </a:path>
            </a:pathLst>
          </a:custGeom>
          <a:noFill/>
          <a:ln w="2231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74" name="object 34">
            <a:extLst>
              <a:ext uri="{FF2B5EF4-FFF2-40B4-BE49-F238E27FC236}">
                <a16:creationId xmlns:a16="http://schemas.microsoft.com/office/drawing/2014/main" id="{17C7B369-CC84-49A7-BBBD-CC8F44396F4C}"/>
              </a:ext>
            </a:extLst>
          </p:cNvPr>
          <p:cNvSpPr>
            <a:spLocks/>
          </p:cNvSpPr>
          <p:nvPr/>
        </p:nvSpPr>
        <p:spPr bwMode="auto">
          <a:xfrm>
            <a:off x="5529264" y="5118100"/>
            <a:ext cx="20637" cy="50800"/>
          </a:xfrm>
          <a:custGeom>
            <a:avLst/>
            <a:gdLst>
              <a:gd name="T0" fmla="*/ 8640 w 21048"/>
              <a:gd name="T1" fmla="*/ 0 h 50831"/>
              <a:gd name="T2" fmla="*/ 8640 w 21048"/>
              <a:gd name="T3" fmla="*/ 50521 h 50831"/>
              <a:gd name="T4" fmla="*/ 0 60000 65536"/>
              <a:gd name="T5" fmla="*/ 0 60000 65536"/>
            </a:gdLst>
            <a:ahLst/>
            <a:cxnLst>
              <a:cxn ang="T4">
                <a:pos x="T0" y="T1"/>
              </a:cxn>
              <a:cxn ang="T5">
                <a:pos x="T2" y="T3"/>
              </a:cxn>
            </a:cxnLst>
            <a:rect l="0" t="0" r="r" b="b"/>
            <a:pathLst>
              <a:path w="21048" h="50831">
                <a:moveTo>
                  <a:pt x="10524" y="0"/>
                </a:moveTo>
                <a:lnTo>
                  <a:pt x="10524" y="50831"/>
                </a:lnTo>
              </a:path>
            </a:pathLst>
          </a:custGeom>
          <a:noFill/>
          <a:ln w="2231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75" name="object 35">
            <a:extLst>
              <a:ext uri="{FF2B5EF4-FFF2-40B4-BE49-F238E27FC236}">
                <a16:creationId xmlns:a16="http://schemas.microsoft.com/office/drawing/2014/main" id="{A400EAE7-7749-4D18-B609-003211A4421C}"/>
              </a:ext>
            </a:extLst>
          </p:cNvPr>
          <p:cNvSpPr>
            <a:spLocks/>
          </p:cNvSpPr>
          <p:nvPr/>
        </p:nvSpPr>
        <p:spPr bwMode="auto">
          <a:xfrm>
            <a:off x="5329239" y="4722813"/>
            <a:ext cx="327025" cy="387350"/>
          </a:xfrm>
          <a:custGeom>
            <a:avLst/>
            <a:gdLst>
              <a:gd name="T0" fmla="*/ 100614 w 326671"/>
              <a:gd name="T1" fmla="*/ 14706 h 387536"/>
              <a:gd name="T2" fmla="*/ 98394 w 326671"/>
              <a:gd name="T3" fmla="*/ 16871 h 387536"/>
              <a:gd name="T4" fmla="*/ 313389 w 326671"/>
              <a:gd name="T5" fmla="*/ 385680 h 387536"/>
              <a:gd name="T6" fmla="*/ 330228 w 326671"/>
              <a:gd name="T7" fmla="*/ 373143 h 387536"/>
              <a:gd name="T8" fmla="*/ 125483 w 326671"/>
              <a:gd name="T9" fmla="*/ 21189 h 387536"/>
              <a:gd name="T10" fmla="*/ 107266 w 326671"/>
              <a:gd name="T11" fmla="*/ 21189 h 387536"/>
              <a:gd name="T12" fmla="*/ 100614 w 326671"/>
              <a:gd name="T13" fmla="*/ 14706 h 387536"/>
              <a:gd name="T14" fmla="*/ 111703 w 326671"/>
              <a:gd name="T15" fmla="*/ 0 h 387536"/>
              <a:gd name="T16" fmla="*/ 0 w 326671"/>
              <a:gd name="T17" fmla="*/ 0 h 387536"/>
              <a:gd name="T18" fmla="*/ 0 w 326671"/>
              <a:gd name="T19" fmla="*/ 21189 h 387536"/>
              <a:gd name="T20" fmla="*/ 100910 w 326671"/>
              <a:gd name="T21" fmla="*/ 21189 h 387536"/>
              <a:gd name="T22" fmla="*/ 98394 w 326671"/>
              <a:gd name="T23" fmla="*/ 16871 h 387536"/>
              <a:gd name="T24" fmla="*/ 100612 w 326671"/>
              <a:gd name="T25" fmla="*/ 14704 h 387536"/>
              <a:gd name="T26" fmla="*/ 98394 w 326671"/>
              <a:gd name="T27" fmla="*/ 12536 h 387536"/>
              <a:gd name="T28" fmla="*/ 102838 w 326671"/>
              <a:gd name="T29" fmla="*/ 12536 h 387536"/>
              <a:gd name="T30" fmla="*/ 107266 w 326671"/>
              <a:gd name="T31" fmla="*/ 8219 h 387536"/>
              <a:gd name="T32" fmla="*/ 117938 w 326671"/>
              <a:gd name="T33" fmla="*/ 8219 h 387536"/>
              <a:gd name="T34" fmla="*/ 115677 w 326671"/>
              <a:gd name="T35" fmla="*/ 4335 h 387536"/>
              <a:gd name="T36" fmla="*/ 111703 w 326671"/>
              <a:gd name="T37" fmla="*/ 0 h 387536"/>
              <a:gd name="T38" fmla="*/ 107266 w 326671"/>
              <a:gd name="T39" fmla="*/ 8219 h 387536"/>
              <a:gd name="T40" fmla="*/ 100619 w 326671"/>
              <a:gd name="T41" fmla="*/ 14706 h 387536"/>
              <a:gd name="T42" fmla="*/ 107266 w 326671"/>
              <a:gd name="T43" fmla="*/ 21189 h 387536"/>
              <a:gd name="T44" fmla="*/ 125483 w 326671"/>
              <a:gd name="T45" fmla="*/ 21189 h 387536"/>
              <a:gd name="T46" fmla="*/ 122971 w 326671"/>
              <a:gd name="T47" fmla="*/ 16871 h 387536"/>
              <a:gd name="T48" fmla="*/ 107266 w 326671"/>
              <a:gd name="T49" fmla="*/ 16871 h 387536"/>
              <a:gd name="T50" fmla="*/ 107266 w 326671"/>
              <a:gd name="T51" fmla="*/ 8219 h 387536"/>
              <a:gd name="T52" fmla="*/ 100617 w 326671"/>
              <a:gd name="T53" fmla="*/ 14704 h 387536"/>
              <a:gd name="T54" fmla="*/ 102829 w 326671"/>
              <a:gd name="T55" fmla="*/ 16871 h 387536"/>
              <a:gd name="T56" fmla="*/ 100617 w 326671"/>
              <a:gd name="T57" fmla="*/ 14704 h 387536"/>
              <a:gd name="T58" fmla="*/ 117938 w 326671"/>
              <a:gd name="T59" fmla="*/ 8219 h 387536"/>
              <a:gd name="T60" fmla="*/ 107266 w 326671"/>
              <a:gd name="T61" fmla="*/ 8219 h 387536"/>
              <a:gd name="T62" fmla="*/ 107266 w 326671"/>
              <a:gd name="T63" fmla="*/ 16871 h 387536"/>
              <a:gd name="T64" fmla="*/ 122971 w 326671"/>
              <a:gd name="T65" fmla="*/ 16871 h 387536"/>
              <a:gd name="T66" fmla="*/ 117938 w 326671"/>
              <a:gd name="T67" fmla="*/ 8219 h 387536"/>
              <a:gd name="T68" fmla="*/ 102838 w 326671"/>
              <a:gd name="T69" fmla="*/ 12536 h 387536"/>
              <a:gd name="T70" fmla="*/ 98394 w 326671"/>
              <a:gd name="T71" fmla="*/ 12536 h 387536"/>
              <a:gd name="T72" fmla="*/ 100617 w 326671"/>
              <a:gd name="T73" fmla="*/ 14704 h 387536"/>
              <a:gd name="T74" fmla="*/ 102838 w 326671"/>
              <a:gd name="T75" fmla="*/ 12536 h 387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26671" h="387536">
                <a:moveTo>
                  <a:pt x="99530" y="14776"/>
                </a:moveTo>
                <a:lnTo>
                  <a:pt x="97334" y="16951"/>
                </a:lnTo>
                <a:lnTo>
                  <a:pt x="310013" y="387536"/>
                </a:lnTo>
                <a:lnTo>
                  <a:pt x="326671" y="374939"/>
                </a:lnTo>
                <a:lnTo>
                  <a:pt x="124130" y="21289"/>
                </a:lnTo>
                <a:lnTo>
                  <a:pt x="106111" y="21289"/>
                </a:lnTo>
                <a:lnTo>
                  <a:pt x="99530" y="14776"/>
                </a:lnTo>
                <a:close/>
              </a:path>
              <a:path w="326671" h="387536">
                <a:moveTo>
                  <a:pt x="110499" y="0"/>
                </a:moveTo>
                <a:lnTo>
                  <a:pt x="0" y="0"/>
                </a:lnTo>
                <a:lnTo>
                  <a:pt x="0" y="21289"/>
                </a:lnTo>
                <a:lnTo>
                  <a:pt x="99823" y="21289"/>
                </a:lnTo>
                <a:lnTo>
                  <a:pt x="97334" y="16951"/>
                </a:lnTo>
                <a:lnTo>
                  <a:pt x="99528" y="14774"/>
                </a:lnTo>
                <a:lnTo>
                  <a:pt x="97334" y="12596"/>
                </a:lnTo>
                <a:lnTo>
                  <a:pt x="101731" y="12596"/>
                </a:lnTo>
                <a:lnTo>
                  <a:pt x="106111" y="8259"/>
                </a:lnTo>
                <a:lnTo>
                  <a:pt x="116667" y="8259"/>
                </a:lnTo>
                <a:lnTo>
                  <a:pt x="114431" y="4355"/>
                </a:lnTo>
                <a:lnTo>
                  <a:pt x="110499" y="0"/>
                </a:lnTo>
                <a:close/>
              </a:path>
              <a:path w="326671" h="387536">
                <a:moveTo>
                  <a:pt x="106111" y="8259"/>
                </a:moveTo>
                <a:lnTo>
                  <a:pt x="99535" y="14776"/>
                </a:lnTo>
                <a:lnTo>
                  <a:pt x="106111" y="21289"/>
                </a:lnTo>
                <a:lnTo>
                  <a:pt x="124130" y="21289"/>
                </a:lnTo>
                <a:lnTo>
                  <a:pt x="121646" y="16951"/>
                </a:lnTo>
                <a:lnTo>
                  <a:pt x="106111" y="16951"/>
                </a:lnTo>
                <a:lnTo>
                  <a:pt x="106111" y="8259"/>
                </a:lnTo>
                <a:close/>
              </a:path>
              <a:path w="326671" h="387536">
                <a:moveTo>
                  <a:pt x="99533" y="14774"/>
                </a:moveTo>
                <a:lnTo>
                  <a:pt x="101722" y="16951"/>
                </a:lnTo>
                <a:lnTo>
                  <a:pt x="99533" y="14774"/>
                </a:lnTo>
                <a:close/>
              </a:path>
              <a:path w="326671" h="387536">
                <a:moveTo>
                  <a:pt x="116667" y="8259"/>
                </a:moveTo>
                <a:lnTo>
                  <a:pt x="106111" y="8259"/>
                </a:lnTo>
                <a:lnTo>
                  <a:pt x="106111" y="16951"/>
                </a:lnTo>
                <a:lnTo>
                  <a:pt x="121646" y="16951"/>
                </a:lnTo>
                <a:lnTo>
                  <a:pt x="116667" y="8259"/>
                </a:lnTo>
                <a:close/>
              </a:path>
              <a:path w="326671" h="387536">
                <a:moveTo>
                  <a:pt x="101731" y="12596"/>
                </a:moveTo>
                <a:lnTo>
                  <a:pt x="97334" y="12596"/>
                </a:lnTo>
                <a:lnTo>
                  <a:pt x="99533" y="14774"/>
                </a:lnTo>
                <a:lnTo>
                  <a:pt x="101731" y="125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35876" name="object 36">
            <a:extLst>
              <a:ext uri="{FF2B5EF4-FFF2-40B4-BE49-F238E27FC236}">
                <a16:creationId xmlns:a16="http://schemas.microsoft.com/office/drawing/2014/main" id="{A617F0F0-B353-4C33-BBA7-89FCAB5A9227}"/>
              </a:ext>
            </a:extLst>
          </p:cNvPr>
          <p:cNvSpPr>
            <a:spLocks/>
          </p:cNvSpPr>
          <p:nvPr/>
        </p:nvSpPr>
        <p:spPr bwMode="auto">
          <a:xfrm>
            <a:off x="5648326" y="5103813"/>
            <a:ext cx="106363" cy="0"/>
          </a:xfrm>
          <a:custGeom>
            <a:avLst/>
            <a:gdLst>
              <a:gd name="T0" fmla="*/ 0 w 106114"/>
              <a:gd name="T1" fmla="*/ 108631 w 106114"/>
              <a:gd name="T2" fmla="*/ 0 60000 65536"/>
              <a:gd name="T3" fmla="*/ 0 60000 65536"/>
            </a:gdLst>
            <a:ahLst/>
            <a:cxnLst>
              <a:cxn ang="T2">
                <a:pos x="T0" y="0"/>
              </a:cxn>
              <a:cxn ang="T3">
                <a:pos x="T1" y="0"/>
              </a:cxn>
            </a:cxnLst>
            <a:rect l="0" t="0" r="r" b="b"/>
            <a:pathLst>
              <a:path w="106114">
                <a:moveTo>
                  <a:pt x="0" y="0"/>
                </a:moveTo>
                <a:lnTo>
                  <a:pt x="106114" y="0"/>
                </a:lnTo>
              </a:path>
            </a:pathLst>
          </a:custGeom>
          <a:noFill/>
          <a:ln w="2255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77" name="object 37">
            <a:extLst>
              <a:ext uri="{FF2B5EF4-FFF2-40B4-BE49-F238E27FC236}">
                <a16:creationId xmlns:a16="http://schemas.microsoft.com/office/drawing/2014/main" id="{8C2BB2FF-178A-4F8E-A2B5-495952A2B234}"/>
              </a:ext>
            </a:extLst>
          </p:cNvPr>
          <p:cNvSpPr>
            <a:spLocks/>
          </p:cNvSpPr>
          <p:nvPr/>
        </p:nvSpPr>
        <p:spPr bwMode="auto">
          <a:xfrm>
            <a:off x="7396163" y="5013325"/>
            <a:ext cx="0" cy="84138"/>
          </a:xfrm>
          <a:custGeom>
            <a:avLst/>
            <a:gdLst>
              <a:gd name="T0" fmla="*/ 0 h 84284"/>
              <a:gd name="T1" fmla="*/ 82836 h 84284"/>
              <a:gd name="T2" fmla="*/ 0 60000 65536"/>
              <a:gd name="T3" fmla="*/ 0 60000 65536"/>
            </a:gdLst>
            <a:ahLst/>
            <a:cxnLst>
              <a:cxn ang="T2">
                <a:pos x="0" y="T0"/>
              </a:cxn>
              <a:cxn ang="T3">
                <a:pos x="0" y="T1"/>
              </a:cxn>
            </a:cxnLst>
            <a:rect l="0" t="0" r="r" b="b"/>
            <a:pathLst>
              <a:path h="84284">
                <a:moveTo>
                  <a:pt x="0" y="0"/>
                </a:moveTo>
                <a:lnTo>
                  <a:pt x="0" y="84284"/>
                </a:lnTo>
              </a:path>
            </a:pathLst>
          </a:custGeom>
          <a:noFill/>
          <a:ln w="2275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78" name="object 38">
            <a:extLst>
              <a:ext uri="{FF2B5EF4-FFF2-40B4-BE49-F238E27FC236}">
                <a16:creationId xmlns:a16="http://schemas.microsoft.com/office/drawing/2014/main" id="{57A935DB-1244-4962-9422-160EA99AA5E0}"/>
              </a:ext>
            </a:extLst>
          </p:cNvPr>
          <p:cNvSpPr>
            <a:spLocks/>
          </p:cNvSpPr>
          <p:nvPr/>
        </p:nvSpPr>
        <p:spPr bwMode="auto">
          <a:xfrm>
            <a:off x="7396163" y="5160964"/>
            <a:ext cx="0" cy="84137"/>
          </a:xfrm>
          <a:custGeom>
            <a:avLst/>
            <a:gdLst>
              <a:gd name="T0" fmla="*/ 0 h 84284"/>
              <a:gd name="T1" fmla="*/ 82826 h 84284"/>
              <a:gd name="T2" fmla="*/ 0 60000 65536"/>
              <a:gd name="T3" fmla="*/ 0 60000 65536"/>
            </a:gdLst>
            <a:ahLst/>
            <a:cxnLst>
              <a:cxn ang="T2">
                <a:pos x="0" y="T0"/>
              </a:cxn>
              <a:cxn ang="T3">
                <a:pos x="0" y="T1"/>
              </a:cxn>
            </a:cxnLst>
            <a:rect l="0" t="0" r="r" b="b"/>
            <a:pathLst>
              <a:path h="84284">
                <a:moveTo>
                  <a:pt x="0" y="0"/>
                </a:moveTo>
                <a:lnTo>
                  <a:pt x="0" y="84284"/>
                </a:lnTo>
              </a:path>
            </a:pathLst>
          </a:custGeom>
          <a:noFill/>
          <a:ln w="2275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79" name="object 39">
            <a:extLst>
              <a:ext uri="{FF2B5EF4-FFF2-40B4-BE49-F238E27FC236}">
                <a16:creationId xmlns:a16="http://schemas.microsoft.com/office/drawing/2014/main" id="{E5244F68-3647-4BC4-9691-59EE22C05838}"/>
              </a:ext>
            </a:extLst>
          </p:cNvPr>
          <p:cNvSpPr>
            <a:spLocks/>
          </p:cNvSpPr>
          <p:nvPr/>
        </p:nvSpPr>
        <p:spPr bwMode="auto">
          <a:xfrm>
            <a:off x="7396163" y="5308600"/>
            <a:ext cx="0" cy="84138"/>
          </a:xfrm>
          <a:custGeom>
            <a:avLst/>
            <a:gdLst>
              <a:gd name="T0" fmla="*/ 0 h 84284"/>
              <a:gd name="T1" fmla="*/ 82836 h 84284"/>
              <a:gd name="T2" fmla="*/ 0 60000 65536"/>
              <a:gd name="T3" fmla="*/ 0 60000 65536"/>
            </a:gdLst>
            <a:ahLst/>
            <a:cxnLst>
              <a:cxn ang="T2">
                <a:pos x="0" y="T0"/>
              </a:cxn>
              <a:cxn ang="T3">
                <a:pos x="0" y="T1"/>
              </a:cxn>
            </a:cxnLst>
            <a:rect l="0" t="0" r="r" b="b"/>
            <a:pathLst>
              <a:path h="84284">
                <a:moveTo>
                  <a:pt x="0" y="0"/>
                </a:moveTo>
                <a:lnTo>
                  <a:pt x="0" y="84284"/>
                </a:lnTo>
              </a:path>
            </a:pathLst>
          </a:custGeom>
          <a:noFill/>
          <a:ln w="2275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80" name="object 40">
            <a:extLst>
              <a:ext uri="{FF2B5EF4-FFF2-40B4-BE49-F238E27FC236}">
                <a16:creationId xmlns:a16="http://schemas.microsoft.com/office/drawing/2014/main" id="{45DEED74-11AA-4265-BF64-423741FE2A23}"/>
              </a:ext>
            </a:extLst>
          </p:cNvPr>
          <p:cNvSpPr>
            <a:spLocks/>
          </p:cNvSpPr>
          <p:nvPr/>
        </p:nvSpPr>
        <p:spPr bwMode="auto">
          <a:xfrm>
            <a:off x="7385050" y="5456238"/>
            <a:ext cx="20638" cy="49212"/>
          </a:xfrm>
          <a:custGeom>
            <a:avLst/>
            <a:gdLst>
              <a:gd name="T0" fmla="*/ 0 w 21485"/>
              <a:gd name="T1" fmla="*/ 19861 h 50397"/>
              <a:gd name="T2" fmla="*/ 14369 w 21485"/>
              <a:gd name="T3" fmla="*/ 19861 h 50397"/>
              <a:gd name="T4" fmla="*/ 0 60000 65536"/>
              <a:gd name="T5" fmla="*/ 0 60000 65536"/>
            </a:gdLst>
            <a:ahLst/>
            <a:cxnLst>
              <a:cxn ang="T4">
                <a:pos x="T0" y="T1"/>
              </a:cxn>
              <a:cxn ang="T5">
                <a:pos x="T2" y="T3"/>
              </a:cxn>
            </a:cxnLst>
            <a:rect l="0" t="0" r="r" b="b"/>
            <a:pathLst>
              <a:path w="21485" h="50397">
                <a:moveTo>
                  <a:pt x="0" y="25198"/>
                </a:moveTo>
                <a:lnTo>
                  <a:pt x="21485" y="25198"/>
                </a:lnTo>
              </a:path>
            </a:pathLst>
          </a:custGeom>
          <a:noFill/>
          <a:ln w="51667">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81" name="object 41">
            <a:extLst>
              <a:ext uri="{FF2B5EF4-FFF2-40B4-BE49-F238E27FC236}">
                <a16:creationId xmlns:a16="http://schemas.microsoft.com/office/drawing/2014/main" id="{74399D9B-4467-4008-A2DD-CEAAA6B59110}"/>
              </a:ext>
            </a:extLst>
          </p:cNvPr>
          <p:cNvSpPr>
            <a:spLocks/>
          </p:cNvSpPr>
          <p:nvPr/>
        </p:nvSpPr>
        <p:spPr bwMode="auto">
          <a:xfrm>
            <a:off x="7185026" y="5043489"/>
            <a:ext cx="327025" cy="382587"/>
          </a:xfrm>
          <a:custGeom>
            <a:avLst/>
            <a:gdLst>
              <a:gd name="T0" fmla="*/ 99756 w 327198"/>
              <a:gd name="T1" fmla="*/ 356179 h 383198"/>
              <a:gd name="T2" fmla="*/ 0 w 327198"/>
              <a:gd name="T3" fmla="*/ 356179 h 383198"/>
              <a:gd name="T4" fmla="*/ 0 w 327198"/>
              <a:gd name="T5" fmla="*/ 377133 h 383198"/>
              <a:gd name="T6" fmla="*/ 105639 w 327198"/>
              <a:gd name="T7" fmla="*/ 377133 h 383198"/>
              <a:gd name="T8" fmla="*/ 105639 w 327198"/>
              <a:gd name="T9" fmla="*/ 372865 h 383198"/>
              <a:gd name="T10" fmla="*/ 110007 w 327198"/>
              <a:gd name="T11" fmla="*/ 372865 h 383198"/>
              <a:gd name="T12" fmla="*/ 114365 w 327198"/>
              <a:gd name="T13" fmla="*/ 369004 h 383198"/>
              <a:gd name="T14" fmla="*/ 116627 w 327198"/>
              <a:gd name="T15" fmla="*/ 369004 h 383198"/>
              <a:gd name="T16" fmla="*/ 119131 w 327198"/>
              <a:gd name="T17" fmla="*/ 364736 h 383198"/>
              <a:gd name="T18" fmla="*/ 105639 w 327198"/>
              <a:gd name="T19" fmla="*/ 364736 h 383198"/>
              <a:gd name="T20" fmla="*/ 97255 w 327198"/>
              <a:gd name="T21" fmla="*/ 360449 h 383198"/>
              <a:gd name="T22" fmla="*/ 99756 w 327198"/>
              <a:gd name="T23" fmla="*/ 356179 h 383198"/>
              <a:gd name="T24" fmla="*/ 116627 w 327198"/>
              <a:gd name="T25" fmla="*/ 369004 h 383198"/>
              <a:gd name="T26" fmla="*/ 114365 w 327198"/>
              <a:gd name="T27" fmla="*/ 369004 h 383198"/>
              <a:gd name="T28" fmla="*/ 114365 w 327198"/>
              <a:gd name="T29" fmla="*/ 372865 h 383198"/>
              <a:gd name="T30" fmla="*/ 116627 w 327198"/>
              <a:gd name="T31" fmla="*/ 369004 h 383198"/>
              <a:gd name="T32" fmla="*/ 105639 w 327198"/>
              <a:gd name="T33" fmla="*/ 356179 h 383198"/>
              <a:gd name="T34" fmla="*/ 97255 w 327198"/>
              <a:gd name="T35" fmla="*/ 360449 h 383198"/>
              <a:gd name="T36" fmla="*/ 105639 w 327198"/>
              <a:gd name="T37" fmla="*/ 364736 h 383198"/>
              <a:gd name="T38" fmla="*/ 105639 w 327198"/>
              <a:gd name="T39" fmla="*/ 356179 h 383198"/>
              <a:gd name="T40" fmla="*/ 124138 w 327198"/>
              <a:gd name="T41" fmla="*/ 356179 h 383198"/>
              <a:gd name="T42" fmla="*/ 105639 w 327198"/>
              <a:gd name="T43" fmla="*/ 356179 h 383198"/>
              <a:gd name="T44" fmla="*/ 105639 w 327198"/>
              <a:gd name="T45" fmla="*/ 364736 h 383198"/>
              <a:gd name="T46" fmla="*/ 119131 w 327198"/>
              <a:gd name="T47" fmla="*/ 364736 h 383198"/>
              <a:gd name="T48" fmla="*/ 124138 w 327198"/>
              <a:gd name="T49" fmla="*/ 356179 h 383198"/>
              <a:gd name="T50" fmla="*/ 308360 w 327198"/>
              <a:gd name="T51" fmla="*/ 0 h 383198"/>
              <a:gd name="T52" fmla="*/ 97255 w 327198"/>
              <a:gd name="T53" fmla="*/ 360449 h 383198"/>
              <a:gd name="T54" fmla="*/ 101621 w 327198"/>
              <a:gd name="T55" fmla="*/ 356179 h 383198"/>
              <a:gd name="T56" fmla="*/ 124138 w 327198"/>
              <a:gd name="T57" fmla="*/ 356179 h 383198"/>
              <a:gd name="T58" fmla="*/ 325472 w 327198"/>
              <a:gd name="T59" fmla="*/ 12396 h 383198"/>
              <a:gd name="T60" fmla="*/ 308360 w 327198"/>
              <a:gd name="T61" fmla="*/ 0 h 383198"/>
              <a:gd name="T62" fmla="*/ 105639 w 327198"/>
              <a:gd name="T63" fmla="*/ 356179 h 383198"/>
              <a:gd name="T64" fmla="*/ 101621 w 327198"/>
              <a:gd name="T65" fmla="*/ 356179 h 383198"/>
              <a:gd name="T66" fmla="*/ 97255 w 327198"/>
              <a:gd name="T67" fmla="*/ 360449 h 383198"/>
              <a:gd name="T68" fmla="*/ 105639 w 327198"/>
              <a:gd name="T69" fmla="*/ 356179 h 38319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27198" h="383198">
                <a:moveTo>
                  <a:pt x="100286" y="361908"/>
                </a:moveTo>
                <a:lnTo>
                  <a:pt x="0" y="361908"/>
                </a:lnTo>
                <a:lnTo>
                  <a:pt x="0" y="383198"/>
                </a:lnTo>
                <a:lnTo>
                  <a:pt x="106199" y="383198"/>
                </a:lnTo>
                <a:lnTo>
                  <a:pt x="106199" y="378860"/>
                </a:lnTo>
                <a:lnTo>
                  <a:pt x="110587" y="378860"/>
                </a:lnTo>
                <a:lnTo>
                  <a:pt x="114975" y="374939"/>
                </a:lnTo>
                <a:lnTo>
                  <a:pt x="117247" y="374939"/>
                </a:lnTo>
                <a:lnTo>
                  <a:pt x="119761" y="370601"/>
                </a:lnTo>
                <a:lnTo>
                  <a:pt x="106199" y="370601"/>
                </a:lnTo>
                <a:lnTo>
                  <a:pt x="97773" y="366246"/>
                </a:lnTo>
                <a:lnTo>
                  <a:pt x="100286" y="361908"/>
                </a:lnTo>
                <a:close/>
              </a:path>
              <a:path w="327198" h="383198">
                <a:moveTo>
                  <a:pt x="117247" y="374939"/>
                </a:moveTo>
                <a:lnTo>
                  <a:pt x="114975" y="374939"/>
                </a:lnTo>
                <a:lnTo>
                  <a:pt x="114975" y="378860"/>
                </a:lnTo>
                <a:lnTo>
                  <a:pt x="117247" y="374939"/>
                </a:lnTo>
                <a:close/>
              </a:path>
              <a:path w="327198" h="383198">
                <a:moveTo>
                  <a:pt x="106199" y="361908"/>
                </a:moveTo>
                <a:lnTo>
                  <a:pt x="97773" y="366246"/>
                </a:lnTo>
                <a:lnTo>
                  <a:pt x="106199" y="370601"/>
                </a:lnTo>
                <a:lnTo>
                  <a:pt x="106199" y="361908"/>
                </a:lnTo>
                <a:close/>
              </a:path>
              <a:path w="327198" h="383198">
                <a:moveTo>
                  <a:pt x="124798" y="361908"/>
                </a:moveTo>
                <a:lnTo>
                  <a:pt x="106199" y="361908"/>
                </a:lnTo>
                <a:lnTo>
                  <a:pt x="106199" y="370601"/>
                </a:lnTo>
                <a:lnTo>
                  <a:pt x="119761" y="370601"/>
                </a:lnTo>
                <a:lnTo>
                  <a:pt x="124798" y="361908"/>
                </a:lnTo>
                <a:close/>
              </a:path>
              <a:path w="327198" h="383198">
                <a:moveTo>
                  <a:pt x="309995" y="0"/>
                </a:moveTo>
                <a:lnTo>
                  <a:pt x="97773" y="366246"/>
                </a:lnTo>
                <a:lnTo>
                  <a:pt x="102161" y="361908"/>
                </a:lnTo>
                <a:lnTo>
                  <a:pt x="124798" y="361908"/>
                </a:lnTo>
                <a:lnTo>
                  <a:pt x="327198" y="12596"/>
                </a:lnTo>
                <a:lnTo>
                  <a:pt x="309995" y="0"/>
                </a:lnTo>
                <a:close/>
              </a:path>
              <a:path w="327198" h="383198">
                <a:moveTo>
                  <a:pt x="106199" y="361908"/>
                </a:moveTo>
                <a:lnTo>
                  <a:pt x="102161" y="361908"/>
                </a:lnTo>
                <a:lnTo>
                  <a:pt x="97773" y="366246"/>
                </a:lnTo>
                <a:lnTo>
                  <a:pt x="106199" y="3619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35882" name="object 42">
            <a:extLst>
              <a:ext uri="{FF2B5EF4-FFF2-40B4-BE49-F238E27FC236}">
                <a16:creationId xmlns:a16="http://schemas.microsoft.com/office/drawing/2014/main" id="{2F1D1419-2EF1-496C-A25C-ABD809077000}"/>
              </a:ext>
            </a:extLst>
          </p:cNvPr>
          <p:cNvSpPr>
            <a:spLocks/>
          </p:cNvSpPr>
          <p:nvPr/>
        </p:nvSpPr>
        <p:spPr bwMode="auto">
          <a:xfrm>
            <a:off x="7504113" y="5049838"/>
            <a:ext cx="106362" cy="0"/>
          </a:xfrm>
          <a:custGeom>
            <a:avLst/>
            <a:gdLst>
              <a:gd name="T0" fmla="*/ 0 w 106114"/>
              <a:gd name="T1" fmla="*/ 108620 w 106114"/>
              <a:gd name="T2" fmla="*/ 0 60000 65536"/>
              <a:gd name="T3" fmla="*/ 0 60000 65536"/>
            </a:gdLst>
            <a:ahLst/>
            <a:cxnLst>
              <a:cxn ang="T2">
                <a:pos x="T0" y="0"/>
              </a:cxn>
              <a:cxn ang="T3">
                <a:pos x="T1" y="0"/>
              </a:cxn>
            </a:cxnLst>
            <a:rect l="0" t="0" r="r" b="b"/>
            <a:pathLst>
              <a:path w="106114">
                <a:moveTo>
                  <a:pt x="0" y="0"/>
                </a:moveTo>
                <a:lnTo>
                  <a:pt x="106114" y="0"/>
                </a:lnTo>
              </a:path>
            </a:pathLst>
          </a:custGeom>
          <a:noFill/>
          <a:ln w="2255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83" name="object 43">
            <a:extLst>
              <a:ext uri="{FF2B5EF4-FFF2-40B4-BE49-F238E27FC236}">
                <a16:creationId xmlns:a16="http://schemas.microsoft.com/office/drawing/2014/main" id="{ADB5324B-C2E5-4550-B7BA-D94211766F7F}"/>
              </a:ext>
            </a:extLst>
          </p:cNvPr>
          <p:cNvSpPr txBox="1">
            <a:spLocks noChangeArrowheads="1"/>
          </p:cNvSpPr>
          <p:nvPr/>
        </p:nvSpPr>
        <p:spPr bwMode="auto">
          <a:xfrm>
            <a:off x="966651" y="1057275"/>
            <a:ext cx="7196274" cy="362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55600" indent="-344488">
              <a:tabLst>
                <a:tab pos="355600" algn="l"/>
              </a:tabLst>
              <a:defRPr>
                <a:solidFill>
                  <a:schemeClr val="tx1"/>
                </a:solidFill>
                <a:latin typeface="Arial" panose="020B0604020202020204" pitchFamily="34" charset="0"/>
                <a:ea typeface="MS PGothic" panose="020B0600070205080204" pitchFamily="34" charset="-128"/>
              </a:defRPr>
            </a:lvl1pPr>
            <a:lvl2pPr marL="755650" indent="-285750">
              <a:tabLst>
                <a:tab pos="355600" algn="l"/>
              </a:tabLst>
              <a:defRPr>
                <a:solidFill>
                  <a:schemeClr val="tx1"/>
                </a:solidFill>
                <a:latin typeface="Arial" panose="020B0604020202020204" pitchFamily="34" charset="0"/>
                <a:ea typeface="MS PGothic" panose="020B0600070205080204" pitchFamily="34" charset="-128"/>
              </a:defRPr>
            </a:lvl2pPr>
            <a:lvl3pPr marL="1143000" indent="-228600">
              <a:tabLst>
                <a:tab pos="355600" algn="l"/>
              </a:tabLst>
              <a:defRPr>
                <a:solidFill>
                  <a:schemeClr val="tx1"/>
                </a:solidFill>
                <a:latin typeface="Arial" panose="020B0604020202020204" pitchFamily="34" charset="0"/>
                <a:ea typeface="MS PGothic" panose="020B0600070205080204" pitchFamily="34" charset="-128"/>
              </a:defRPr>
            </a:lvl3pPr>
            <a:lvl4pPr marL="1600200" indent="-228600">
              <a:tabLst>
                <a:tab pos="355600" algn="l"/>
              </a:tabLst>
              <a:defRPr>
                <a:solidFill>
                  <a:schemeClr val="tx1"/>
                </a:solidFill>
                <a:latin typeface="Arial" panose="020B0604020202020204" pitchFamily="34" charset="0"/>
                <a:ea typeface="MS PGothic" panose="020B0600070205080204" pitchFamily="34" charset="-128"/>
              </a:defRPr>
            </a:lvl4pPr>
            <a:lvl5pPr marL="2057400" indent="-228600">
              <a:tabLst>
                <a:tab pos="355600" algn="l"/>
              </a:tabLst>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tabLst>
                <a:tab pos="355600" algn="l"/>
              </a:tabLs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tabLst>
                <a:tab pos="355600" algn="l"/>
              </a:tabLs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tabLst>
                <a:tab pos="355600" algn="l"/>
              </a:tabLs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tabLst>
                <a:tab pos="355600" algn="l"/>
              </a:tabLst>
              <a:defRPr>
                <a:solidFill>
                  <a:schemeClr val="tx1"/>
                </a:solidFill>
                <a:latin typeface="Arial" panose="020B0604020202020204" pitchFamily="34" charset="0"/>
                <a:ea typeface="MS PGothic" panose="020B0600070205080204" pitchFamily="34" charset="-128"/>
              </a:defRPr>
            </a:lvl9pPr>
          </a:lstStyle>
          <a:p>
            <a:pPr eaLnBrk="1" hangingPunct="1">
              <a:buFont typeface="Arial" panose="020B0604020202020204" pitchFamily="34" charset="0"/>
              <a:buChar char="•"/>
            </a:pPr>
            <a:r>
              <a:rPr lang="en-US" altLang="en-US" sz="2200" b="1" dirty="0">
                <a:latin typeface="+mj-lt"/>
              </a:rPr>
              <a:t>Logic Circuit Operation</a:t>
            </a:r>
            <a:r>
              <a:rPr lang="en-US" altLang="en-US" sz="2200" dirty="0">
                <a:latin typeface="+mj-lt"/>
              </a:rPr>
              <a:t>: constant supply voltage, supply current varies</a:t>
            </a:r>
          </a:p>
          <a:p>
            <a:pPr>
              <a:lnSpc>
                <a:spcPts val="650"/>
              </a:lnSpc>
              <a:spcBef>
                <a:spcPts val="50"/>
              </a:spcBef>
              <a:buFont typeface="Arial" panose="020B0604020202020204" pitchFamily="34" charset="0"/>
              <a:buChar char="•"/>
            </a:pPr>
            <a:endParaRPr lang="en-US" altLang="en-US" sz="600" dirty="0">
              <a:latin typeface="+mj-lt"/>
            </a:endParaRPr>
          </a:p>
          <a:p>
            <a:pPr>
              <a:lnSpc>
                <a:spcPts val="1000"/>
              </a:lnSpc>
              <a:buFont typeface="Arial" panose="020B0604020202020204" pitchFamily="34" charset="0"/>
              <a:buChar char="•"/>
            </a:pPr>
            <a:endParaRPr lang="en-US" altLang="en-US" sz="1000" dirty="0">
              <a:latin typeface="+mj-lt"/>
            </a:endParaRPr>
          </a:p>
          <a:p>
            <a:pPr>
              <a:lnSpc>
                <a:spcPts val="1000"/>
              </a:lnSpc>
              <a:buFont typeface="Arial" panose="020B0604020202020204" pitchFamily="34" charset="0"/>
              <a:buChar char="•"/>
            </a:pPr>
            <a:endParaRPr lang="en-US" altLang="en-US" sz="1000" dirty="0">
              <a:latin typeface="+mj-lt"/>
            </a:endParaRPr>
          </a:p>
          <a:p>
            <a:pPr>
              <a:lnSpc>
                <a:spcPts val="1000"/>
              </a:lnSpc>
              <a:buFont typeface="Arial" panose="020B0604020202020204" pitchFamily="34" charset="0"/>
              <a:buChar char="•"/>
            </a:pPr>
            <a:endParaRPr lang="en-US" altLang="en-US" sz="1000" dirty="0">
              <a:latin typeface="+mj-lt"/>
            </a:endParaRPr>
          </a:p>
          <a:p>
            <a:pPr eaLnBrk="1" hangingPunct="1">
              <a:buFont typeface="Arial" panose="020B0604020202020204" pitchFamily="34" charset="0"/>
              <a:buChar char="•"/>
            </a:pPr>
            <a:r>
              <a:rPr lang="en-US" altLang="en-US" sz="2200" b="1" dirty="0">
                <a:latin typeface="+mj-lt"/>
              </a:rPr>
              <a:t>Predominant technology</a:t>
            </a:r>
            <a:r>
              <a:rPr lang="en-US" altLang="en-US" sz="2200" dirty="0">
                <a:latin typeface="+mj-lt"/>
              </a:rPr>
              <a:t>: CMOS</a:t>
            </a:r>
          </a:p>
          <a:p>
            <a:pPr lvl="1">
              <a:spcBef>
                <a:spcPts val="450"/>
              </a:spcBef>
              <a:buFont typeface="Courier New" panose="02070309020205020404" pitchFamily="49" charset="0"/>
              <a:buChar char="o"/>
            </a:pPr>
            <a:r>
              <a:rPr lang="en-US" altLang="en-US" dirty="0">
                <a:latin typeface="+mj-lt"/>
              </a:rPr>
              <a:t>Low static power consumption</a:t>
            </a:r>
          </a:p>
          <a:p>
            <a:pPr lvl="1">
              <a:spcBef>
                <a:spcPts val="425"/>
              </a:spcBef>
              <a:buFont typeface="Courier New" panose="02070309020205020404" pitchFamily="49" charset="0"/>
              <a:buChar char="o"/>
            </a:pPr>
            <a:r>
              <a:rPr lang="en-US" altLang="en-US" dirty="0">
                <a:latin typeface="+mj-lt"/>
              </a:rPr>
              <a:t>Relatively high dynamic power consumption</a:t>
            </a:r>
          </a:p>
          <a:p>
            <a:pPr lvl="1">
              <a:spcBef>
                <a:spcPts val="438"/>
              </a:spcBef>
              <a:buFont typeface="Courier New" panose="02070309020205020404" pitchFamily="49" charset="0"/>
              <a:buChar char="o"/>
            </a:pPr>
            <a:r>
              <a:rPr lang="en-US" altLang="en-US" dirty="0">
                <a:latin typeface="+mj-lt"/>
              </a:rPr>
              <a:t>Power consumption depends on input</a:t>
            </a:r>
          </a:p>
          <a:p>
            <a:pPr lvl="1">
              <a:lnSpc>
                <a:spcPts val="1000"/>
              </a:lnSpc>
              <a:buFont typeface="Courier New" panose="02070309020205020404" pitchFamily="49" charset="0"/>
              <a:buChar char="o"/>
            </a:pPr>
            <a:endParaRPr lang="en-US" altLang="en-US" sz="1000" dirty="0">
              <a:latin typeface="+mj-lt"/>
            </a:endParaRPr>
          </a:p>
          <a:p>
            <a:pPr lvl="1">
              <a:lnSpc>
                <a:spcPts val="1000"/>
              </a:lnSpc>
              <a:buFont typeface="Courier New" panose="02070309020205020404" pitchFamily="49" charset="0"/>
              <a:buChar char="o"/>
            </a:pPr>
            <a:endParaRPr lang="en-US" altLang="en-US" sz="1000" dirty="0">
              <a:latin typeface="+mj-lt"/>
            </a:endParaRPr>
          </a:p>
          <a:p>
            <a:pPr lvl="1">
              <a:lnSpc>
                <a:spcPts val="1100"/>
              </a:lnSpc>
              <a:buFont typeface="Courier New" panose="02070309020205020404" pitchFamily="49" charset="0"/>
              <a:buChar char="o"/>
            </a:pPr>
            <a:endParaRPr lang="en-US" altLang="en-US" sz="1100" dirty="0">
              <a:latin typeface="+mj-lt"/>
            </a:endParaRPr>
          </a:p>
          <a:p>
            <a:pPr eaLnBrk="1" hangingPunct="1">
              <a:buFont typeface="Arial" panose="020B0604020202020204" pitchFamily="34" charset="0"/>
              <a:buChar char="•"/>
            </a:pPr>
            <a:r>
              <a:rPr lang="en-US" altLang="en-US" sz="2200" b="1" dirty="0">
                <a:latin typeface="+mj-lt"/>
              </a:rPr>
              <a:t>CMOS inverter</a:t>
            </a:r>
            <a:r>
              <a:rPr lang="en-US" altLang="en-US" sz="2200" dirty="0">
                <a:latin typeface="+mj-lt"/>
              </a:rPr>
              <a:t>:</a:t>
            </a:r>
          </a:p>
          <a:p>
            <a:pPr>
              <a:lnSpc>
                <a:spcPts val="900"/>
              </a:lnSpc>
              <a:spcBef>
                <a:spcPts val="38"/>
              </a:spcBef>
            </a:pPr>
            <a:endParaRPr lang="en-US" altLang="en-US" sz="900" dirty="0"/>
          </a:p>
          <a:p>
            <a:pPr>
              <a:lnSpc>
                <a:spcPts val="1000"/>
              </a:lnSpc>
            </a:pPr>
            <a:endParaRPr lang="en-US" altLang="en-US" sz="1000" dirty="0"/>
          </a:p>
          <a:p>
            <a:pPr algn="r" eaLnBrk="1" hangingPunct="1"/>
            <a:endParaRPr lang="en-US" altLang="en-US" sz="1600" dirty="0">
              <a:cs typeface="Arial" panose="020B0604020202020204" pitchFamily="34" charset="0"/>
            </a:endParaRPr>
          </a:p>
        </p:txBody>
      </p:sp>
      <p:sp>
        <p:nvSpPr>
          <p:cNvPr id="44" name="object 44">
            <a:extLst>
              <a:ext uri="{FF2B5EF4-FFF2-40B4-BE49-F238E27FC236}">
                <a16:creationId xmlns:a16="http://schemas.microsoft.com/office/drawing/2014/main" id="{97DDBCB5-181C-4768-81C2-1088C98AB222}"/>
              </a:ext>
            </a:extLst>
          </p:cNvPr>
          <p:cNvSpPr txBox="1">
            <a:spLocks noGrp="1"/>
          </p:cNvSpPr>
          <p:nvPr>
            <p:ph type="title"/>
          </p:nvPr>
        </p:nvSpPr>
        <p:spPr>
          <a:xfrm>
            <a:off x="574812" y="96837"/>
            <a:ext cx="10162903" cy="838200"/>
          </a:xfrm>
        </p:spPr>
        <p:txBody>
          <a:bodyPr rtlCol="0">
            <a:noAutofit/>
          </a:bodyPr>
          <a:lstStyle/>
          <a:p>
            <a:pPr marL="85725">
              <a:defRPr/>
            </a:pPr>
            <a:r>
              <a:rPr sz="3600" spc="-55" dirty="0">
                <a:ea typeface="ＭＳ Ｐゴシック" charset="0"/>
                <a:cs typeface="Calibri"/>
              </a:rPr>
              <a:t>Why different operation consume different power </a:t>
            </a:r>
            <a:endParaRPr sz="3600" dirty="0">
              <a:ea typeface="ＭＳ Ｐゴシック" charset="0"/>
              <a:cs typeface="Calibri"/>
            </a:endParaRPr>
          </a:p>
        </p:txBody>
      </p:sp>
      <p:sp>
        <p:nvSpPr>
          <p:cNvPr id="35885" name="object 46">
            <a:extLst>
              <a:ext uri="{FF2B5EF4-FFF2-40B4-BE49-F238E27FC236}">
                <a16:creationId xmlns:a16="http://schemas.microsoft.com/office/drawing/2014/main" id="{1D9F116E-3BFC-4748-84CA-5C9349B57031}"/>
              </a:ext>
            </a:extLst>
          </p:cNvPr>
          <p:cNvSpPr>
            <a:spLocks noChangeArrowheads="1"/>
          </p:cNvSpPr>
          <p:nvPr/>
        </p:nvSpPr>
        <p:spPr bwMode="auto">
          <a:xfrm>
            <a:off x="8693149" y="4225132"/>
            <a:ext cx="1714500" cy="1214438"/>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35886" name="object 47">
            <a:extLst>
              <a:ext uri="{FF2B5EF4-FFF2-40B4-BE49-F238E27FC236}">
                <a16:creationId xmlns:a16="http://schemas.microsoft.com/office/drawing/2014/main" id="{068CDD7F-57A5-4DB0-A08B-2F1D03881E6A}"/>
              </a:ext>
            </a:extLst>
          </p:cNvPr>
          <p:cNvSpPr>
            <a:spLocks/>
          </p:cNvSpPr>
          <p:nvPr/>
        </p:nvSpPr>
        <p:spPr bwMode="auto">
          <a:xfrm>
            <a:off x="7524750" y="3662363"/>
            <a:ext cx="1214438" cy="1143000"/>
          </a:xfrm>
          <a:custGeom>
            <a:avLst/>
            <a:gdLst>
              <a:gd name="T0" fmla="*/ 1213871 w 1214501"/>
              <a:gd name="T1" fmla="*/ 1143000 h 1143000"/>
              <a:gd name="T2" fmla="*/ 0 w 1214501"/>
              <a:gd name="T3" fmla="*/ 0 h 1143000"/>
              <a:gd name="T4" fmla="*/ 0 60000 65536"/>
              <a:gd name="T5" fmla="*/ 0 60000 65536"/>
            </a:gdLst>
            <a:ahLst/>
            <a:cxnLst>
              <a:cxn ang="T4">
                <a:pos x="T0" y="T1"/>
              </a:cxn>
              <a:cxn ang="T5">
                <a:pos x="T2" y="T3"/>
              </a:cxn>
            </a:cxnLst>
            <a:rect l="0" t="0" r="r" b="b"/>
            <a:pathLst>
              <a:path w="1214501" h="1143000">
                <a:moveTo>
                  <a:pt x="1214501" y="1143000"/>
                </a:moveTo>
                <a:lnTo>
                  <a:pt x="0" y="0"/>
                </a:lnTo>
              </a:path>
            </a:pathLst>
          </a:custGeom>
          <a:noFill/>
          <a:ln w="25400">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87" name="object 48">
            <a:extLst>
              <a:ext uri="{FF2B5EF4-FFF2-40B4-BE49-F238E27FC236}">
                <a16:creationId xmlns:a16="http://schemas.microsoft.com/office/drawing/2014/main" id="{19EE4703-CA27-4C1D-8566-752B0C6D7B2C}"/>
              </a:ext>
            </a:extLst>
          </p:cNvPr>
          <p:cNvSpPr>
            <a:spLocks/>
          </p:cNvSpPr>
          <p:nvPr/>
        </p:nvSpPr>
        <p:spPr bwMode="auto">
          <a:xfrm>
            <a:off x="8953501" y="3733801"/>
            <a:ext cx="1571625" cy="1071563"/>
          </a:xfrm>
          <a:custGeom>
            <a:avLst/>
            <a:gdLst>
              <a:gd name="T0" fmla="*/ 0 w 1571625"/>
              <a:gd name="T1" fmla="*/ 1072139 h 1071499"/>
              <a:gd name="T2" fmla="*/ 1571625 w 1571625"/>
              <a:gd name="T3" fmla="*/ 0 h 1071499"/>
              <a:gd name="T4" fmla="*/ 0 60000 65536"/>
              <a:gd name="T5" fmla="*/ 0 60000 65536"/>
            </a:gdLst>
            <a:ahLst/>
            <a:cxnLst>
              <a:cxn ang="T4">
                <a:pos x="T0" y="T1"/>
              </a:cxn>
              <a:cxn ang="T5">
                <a:pos x="T2" y="T3"/>
              </a:cxn>
            </a:cxnLst>
            <a:rect l="0" t="0" r="r" b="b"/>
            <a:pathLst>
              <a:path w="1571625" h="1071499">
                <a:moveTo>
                  <a:pt x="0" y="1071499"/>
                </a:moveTo>
                <a:lnTo>
                  <a:pt x="1571625" y="0"/>
                </a:lnTo>
              </a:path>
            </a:pathLst>
          </a:custGeom>
          <a:noFill/>
          <a:ln w="25400">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5888" name="object 49">
            <a:extLst>
              <a:ext uri="{FF2B5EF4-FFF2-40B4-BE49-F238E27FC236}">
                <a16:creationId xmlns:a16="http://schemas.microsoft.com/office/drawing/2014/main" id="{69D7B3AF-A1A5-4BD7-8B63-FE33E633EC81}"/>
              </a:ext>
            </a:extLst>
          </p:cNvPr>
          <p:cNvSpPr>
            <a:spLocks noChangeArrowheads="1"/>
          </p:cNvSpPr>
          <p:nvPr/>
        </p:nvSpPr>
        <p:spPr bwMode="auto">
          <a:xfrm>
            <a:off x="7453313" y="1790701"/>
            <a:ext cx="3143250" cy="1876425"/>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50" name="object 50">
            <a:extLst>
              <a:ext uri="{FF2B5EF4-FFF2-40B4-BE49-F238E27FC236}">
                <a16:creationId xmlns:a16="http://schemas.microsoft.com/office/drawing/2014/main" id="{A6B81AE7-0AB7-429E-937F-A2B932DD0B09}"/>
              </a:ext>
            </a:extLst>
          </p:cNvPr>
          <p:cNvSpPr>
            <a:spLocks noGrp="1"/>
          </p:cNvSpPr>
          <p:nvPr>
            <p:ph type="ftr" sz="quarter" idx="11"/>
          </p:nvPr>
        </p:nvSpPr>
        <p:spPr>
          <a:xfrm>
            <a:off x="1981200" y="6243638"/>
            <a:ext cx="2133600" cy="457200"/>
          </a:xfrm>
        </p:spPr>
        <p:txBody>
          <a:bodyPr rtlCol="0"/>
          <a:lstStyle/>
          <a:p>
            <a:pPr algn="l">
              <a:defRPr/>
            </a:pPr>
            <a:r>
              <a:rPr>
                <a:latin typeface="Calibri"/>
              </a:rPr>
              <a:t>S</a:t>
            </a:r>
            <a:r>
              <a:rPr spc="-10">
                <a:latin typeface="Calibri"/>
              </a:rPr>
              <a:t>i</a:t>
            </a:r>
            <a:r>
              <a:rPr>
                <a:latin typeface="Calibri"/>
              </a:rPr>
              <a:t>d</a:t>
            </a:r>
            <a:r>
              <a:rPr spc="-5">
                <a:latin typeface="Calibri"/>
              </a:rPr>
              <a:t>e</a:t>
            </a:r>
            <a:r>
              <a:rPr spc="-10">
                <a:latin typeface="Calibri"/>
              </a:rPr>
              <a:t>-</a:t>
            </a:r>
            <a:r>
              <a:rPr spc="-15">
                <a:latin typeface="Calibri"/>
              </a:rPr>
              <a:t>C</a:t>
            </a:r>
            <a:r>
              <a:rPr>
                <a:latin typeface="Calibri"/>
              </a:rPr>
              <a:t>hann</a:t>
            </a:r>
            <a:r>
              <a:rPr spc="-10">
                <a:latin typeface="Calibri"/>
              </a:rPr>
              <a:t>e</a:t>
            </a:r>
            <a:r>
              <a:rPr>
                <a:latin typeface="Calibri"/>
              </a:rPr>
              <a:t>l </a:t>
            </a:r>
            <a:r>
              <a:rPr spc="-60">
                <a:latin typeface="Calibri"/>
              </a:rPr>
              <a:t>A</a:t>
            </a:r>
            <a:r>
              <a:rPr spc="-35">
                <a:latin typeface="Calibri"/>
              </a:rPr>
              <a:t>t</a:t>
            </a:r>
            <a:r>
              <a:rPr spc="-10">
                <a:latin typeface="Calibri"/>
              </a:rPr>
              <a:t>t</a:t>
            </a:r>
            <a:r>
              <a:rPr>
                <a:latin typeface="Calibri"/>
              </a:rPr>
              <a:t>acks - </a:t>
            </a:r>
            <a:r>
              <a:rPr spc="-15">
                <a:latin typeface="Calibri"/>
              </a:rPr>
              <a:t>C</a:t>
            </a:r>
            <a:r>
              <a:rPr>
                <a:latin typeface="Calibri"/>
              </a:rPr>
              <a:t>OS</a:t>
            </a:r>
            <a:r>
              <a:rPr spc="-10">
                <a:latin typeface="Calibri"/>
              </a:rPr>
              <a:t>I</a:t>
            </a:r>
            <a:r>
              <a:rPr>
                <a:latin typeface="Calibri"/>
              </a:rPr>
              <a:t>C </a:t>
            </a:r>
            <a:r>
              <a:rPr spc="-15">
                <a:latin typeface="Calibri"/>
              </a:rPr>
              <a:t>C</a:t>
            </a:r>
            <a:r>
              <a:rPr>
                <a:latin typeface="Calibri"/>
              </a:rPr>
              <a:t>ou</a:t>
            </a:r>
            <a:r>
              <a:rPr spc="-20">
                <a:latin typeface="Calibri"/>
              </a:rPr>
              <a:t>r</a:t>
            </a:r>
            <a:r>
              <a:rPr>
                <a:latin typeface="Calibri"/>
              </a:rPr>
              <a:t>se</a:t>
            </a:r>
          </a:p>
        </p:txBody>
      </p:sp>
      <p:sp>
        <p:nvSpPr>
          <p:cNvPr id="35890" name="object 51">
            <a:extLst>
              <a:ext uri="{FF2B5EF4-FFF2-40B4-BE49-F238E27FC236}">
                <a16:creationId xmlns:a16="http://schemas.microsoft.com/office/drawing/2014/main" id="{C27ECBFC-D15A-4E46-BC8D-3721A311FAB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marL="25400">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36F69FA0-292F-45F1-9E9F-C0EF8B95D72C}" type="slidenum">
              <a:rPr lang="en-US" altLang="en-US" b="1">
                <a:latin typeface="Calibri" panose="020F0502020204030204" pitchFamily="34" charset="0"/>
              </a:rPr>
              <a:pPr/>
              <a:t>7</a:t>
            </a:fld>
            <a:endParaRPr lang="en-US" altLang="en-US">
              <a:latin typeface="Calibri" panose="020F0502020204030204" pitchFamily="34" charset="0"/>
            </a:endParaRPr>
          </a:p>
        </p:txBody>
      </p:sp>
      <p:graphicFrame>
        <p:nvGraphicFramePr>
          <p:cNvPr id="45" name="object 45">
            <a:extLst>
              <a:ext uri="{FF2B5EF4-FFF2-40B4-BE49-F238E27FC236}">
                <a16:creationId xmlns:a16="http://schemas.microsoft.com/office/drawing/2014/main" id="{DAB18F8C-E06B-4414-8F88-BF585C542E03}"/>
              </a:ext>
            </a:extLst>
          </p:cNvPr>
          <p:cNvGraphicFramePr>
            <a:graphicFrameLocks noGrp="1"/>
          </p:cNvGraphicFramePr>
          <p:nvPr>
            <p:extLst>
              <p:ext uri="{D42A27DB-BD31-4B8C-83A1-F6EECF244321}">
                <p14:modId xmlns:p14="http://schemas.microsoft.com/office/powerpoint/2010/main" val="1838519495"/>
              </p:ext>
            </p:extLst>
          </p:nvPr>
        </p:nvGraphicFramePr>
        <p:xfrm>
          <a:off x="2185990" y="4307683"/>
          <a:ext cx="2786062" cy="1854198"/>
        </p:xfrm>
        <a:graphic>
          <a:graphicData uri="http://schemas.openxmlformats.org/drawingml/2006/table">
            <a:tbl>
              <a:tblPr firstRow="1" bandRow="1">
                <a:tableStyleId>{2D5ABB26-0587-4C30-8999-92F81FD0307C}</a:tableStyleId>
              </a:tblPr>
              <a:tblGrid>
                <a:gridCol w="785812">
                  <a:extLst>
                    <a:ext uri="{9D8B030D-6E8A-4147-A177-3AD203B41FA5}">
                      <a16:colId xmlns:a16="http://schemas.microsoft.com/office/drawing/2014/main" val="20000"/>
                    </a:ext>
                  </a:extLst>
                </a:gridCol>
                <a:gridCol w="85725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70839">
                <a:tc>
                  <a:txBody>
                    <a:bodyPr/>
                    <a:lstStyle/>
                    <a:p>
                      <a:pPr marL="85090">
                        <a:lnSpc>
                          <a:spcPct val="100000"/>
                        </a:lnSpc>
                      </a:pPr>
                      <a:r>
                        <a:rPr sz="1600" dirty="0">
                          <a:latin typeface="Calibri"/>
                          <a:cs typeface="Calibri"/>
                        </a:rPr>
                        <a:t>In</a:t>
                      </a:r>
                      <a:r>
                        <a:rPr sz="1600" spc="-10" dirty="0">
                          <a:latin typeface="Calibri"/>
                          <a:cs typeface="Calibri"/>
                        </a:rPr>
                        <a:t>p</a:t>
                      </a:r>
                      <a:r>
                        <a:rPr sz="1600" spc="0" dirty="0">
                          <a:latin typeface="Calibri"/>
                          <a:cs typeface="Calibri"/>
                        </a:rPr>
                        <a:t>ut</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5090">
                        <a:lnSpc>
                          <a:spcPct val="100000"/>
                        </a:lnSpc>
                      </a:pPr>
                      <a:r>
                        <a:rPr sz="1600" spc="-10" dirty="0">
                          <a:latin typeface="Calibri"/>
                          <a:cs typeface="Calibri"/>
                        </a:rPr>
                        <a:t>O</a:t>
                      </a:r>
                      <a:r>
                        <a:rPr sz="1600" spc="0" dirty="0">
                          <a:latin typeface="Calibri"/>
                          <a:cs typeface="Calibri"/>
                        </a:rPr>
                        <a:t>u</a:t>
                      </a:r>
                      <a:r>
                        <a:rPr sz="1600" spc="-15" dirty="0">
                          <a:latin typeface="Calibri"/>
                          <a:cs typeface="Calibri"/>
                        </a:rPr>
                        <a:t>t</a:t>
                      </a:r>
                      <a:r>
                        <a:rPr sz="1600" spc="0" dirty="0">
                          <a:latin typeface="Calibri"/>
                          <a:cs typeface="Calibri"/>
                        </a:rPr>
                        <a:t>p</a:t>
                      </a:r>
                      <a:r>
                        <a:rPr sz="1600" spc="-10" dirty="0">
                          <a:latin typeface="Calibri"/>
                          <a:cs typeface="Calibri"/>
                        </a:rPr>
                        <a:t>u</a:t>
                      </a:r>
                      <a:r>
                        <a:rPr sz="1600" spc="0" dirty="0">
                          <a:latin typeface="Calibri"/>
                          <a:cs typeface="Calibri"/>
                        </a:rPr>
                        <a:t>t</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5725">
                        <a:lnSpc>
                          <a:spcPct val="100000"/>
                        </a:lnSpc>
                      </a:pPr>
                      <a:r>
                        <a:rPr sz="1600" dirty="0">
                          <a:latin typeface="Calibri"/>
                          <a:cs typeface="Calibri"/>
                        </a:rPr>
                        <a:t>Cu</a:t>
                      </a:r>
                      <a:r>
                        <a:rPr sz="1600" spc="-15" dirty="0">
                          <a:latin typeface="Calibri"/>
                          <a:cs typeface="Calibri"/>
                        </a:rPr>
                        <a:t>r</a:t>
                      </a:r>
                      <a:r>
                        <a:rPr sz="1600" spc="-35" dirty="0">
                          <a:latin typeface="Calibri"/>
                          <a:cs typeface="Calibri"/>
                        </a:rPr>
                        <a:t>r</a:t>
                      </a:r>
                      <a:r>
                        <a:rPr sz="1600" spc="-10" dirty="0">
                          <a:latin typeface="Calibri"/>
                          <a:cs typeface="Calibri"/>
                        </a:rPr>
                        <a:t>e</a:t>
                      </a:r>
                      <a:r>
                        <a:rPr sz="1600" spc="-30" dirty="0">
                          <a:latin typeface="Calibri"/>
                          <a:cs typeface="Calibri"/>
                        </a:rPr>
                        <a:t>n</a:t>
                      </a:r>
                      <a:r>
                        <a:rPr sz="1600" spc="0" dirty="0">
                          <a:latin typeface="Calibri"/>
                          <a:cs typeface="Calibri"/>
                        </a:rPr>
                        <a:t>t</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840">
                <a:tc>
                  <a:txBody>
                    <a:bodyPr/>
                    <a:lstStyle/>
                    <a:p>
                      <a:pPr marL="85090">
                        <a:lnSpc>
                          <a:spcPct val="100000"/>
                        </a:lnSpc>
                      </a:pPr>
                      <a:r>
                        <a:rPr sz="1600" dirty="0">
                          <a:latin typeface="Calibri"/>
                          <a:cs typeface="Calibri"/>
                        </a:rPr>
                        <a:t>0</a:t>
                      </a:r>
                      <a:r>
                        <a:rPr sz="1600" spc="-5" dirty="0">
                          <a:latin typeface="Calibri"/>
                          <a:cs typeface="Calibri"/>
                        </a:rPr>
                        <a:t> </a:t>
                      </a:r>
                      <a:r>
                        <a:rPr sz="1600" spc="0" dirty="0">
                          <a:latin typeface="Wingdings"/>
                          <a:cs typeface="Wingdings"/>
                        </a:rPr>
                        <a:t></a:t>
                      </a:r>
                      <a:r>
                        <a:rPr sz="1600" spc="-55" dirty="0">
                          <a:latin typeface="Times New Roman"/>
                          <a:cs typeface="Times New Roman"/>
                        </a:rPr>
                        <a:t> </a:t>
                      </a:r>
                      <a:r>
                        <a:rPr sz="1600" spc="0" dirty="0">
                          <a:latin typeface="Calibri"/>
                          <a:cs typeface="Calibri"/>
                        </a:rPr>
                        <a:t>0</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5090">
                        <a:lnSpc>
                          <a:spcPct val="100000"/>
                        </a:lnSpc>
                      </a:pPr>
                      <a:r>
                        <a:rPr sz="1600" dirty="0">
                          <a:latin typeface="Calibri"/>
                          <a:cs typeface="Calibri"/>
                        </a:rPr>
                        <a:t>1</a:t>
                      </a:r>
                      <a:r>
                        <a:rPr sz="1600" spc="-5" dirty="0">
                          <a:latin typeface="Calibri"/>
                          <a:cs typeface="Calibri"/>
                        </a:rPr>
                        <a:t> </a:t>
                      </a:r>
                      <a:r>
                        <a:rPr sz="1600" spc="0" dirty="0">
                          <a:latin typeface="Wingdings"/>
                          <a:cs typeface="Wingdings"/>
                        </a:rPr>
                        <a:t></a:t>
                      </a:r>
                      <a:r>
                        <a:rPr sz="1600" spc="-55" dirty="0">
                          <a:latin typeface="Times New Roman"/>
                          <a:cs typeface="Times New Roman"/>
                        </a:rPr>
                        <a:t> </a:t>
                      </a:r>
                      <a:r>
                        <a:rPr sz="1600" spc="0" dirty="0">
                          <a:latin typeface="Calibri"/>
                          <a:cs typeface="Calibri"/>
                        </a:rPr>
                        <a:t>1</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5725">
                        <a:lnSpc>
                          <a:spcPct val="100000"/>
                        </a:lnSpc>
                      </a:pPr>
                      <a:r>
                        <a:rPr sz="1600" dirty="0">
                          <a:latin typeface="Calibri"/>
                          <a:cs typeface="Calibri"/>
                        </a:rPr>
                        <a:t>L</a:t>
                      </a:r>
                      <a:r>
                        <a:rPr sz="1600" spc="-15" dirty="0">
                          <a:latin typeface="Calibri"/>
                          <a:cs typeface="Calibri"/>
                        </a:rPr>
                        <a:t>o</a:t>
                      </a:r>
                      <a:r>
                        <a:rPr sz="1600" spc="0" dirty="0">
                          <a:latin typeface="Calibri"/>
                          <a:cs typeface="Calibri"/>
                        </a:rPr>
                        <a:t>w</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39">
                <a:tc>
                  <a:txBody>
                    <a:bodyPr/>
                    <a:lstStyle/>
                    <a:p>
                      <a:pPr marL="85090">
                        <a:lnSpc>
                          <a:spcPct val="100000"/>
                        </a:lnSpc>
                      </a:pPr>
                      <a:r>
                        <a:rPr sz="1600" dirty="0">
                          <a:latin typeface="Calibri"/>
                          <a:cs typeface="Calibri"/>
                        </a:rPr>
                        <a:t>0</a:t>
                      </a:r>
                      <a:r>
                        <a:rPr sz="1600" spc="-5" dirty="0">
                          <a:latin typeface="Calibri"/>
                          <a:cs typeface="Calibri"/>
                        </a:rPr>
                        <a:t> </a:t>
                      </a:r>
                      <a:r>
                        <a:rPr sz="1600" spc="0" dirty="0">
                          <a:latin typeface="Wingdings"/>
                          <a:cs typeface="Wingdings"/>
                        </a:rPr>
                        <a:t></a:t>
                      </a:r>
                      <a:r>
                        <a:rPr sz="1600" spc="-55" dirty="0">
                          <a:latin typeface="Times New Roman"/>
                          <a:cs typeface="Times New Roman"/>
                        </a:rPr>
                        <a:t> </a:t>
                      </a:r>
                      <a:r>
                        <a:rPr sz="1600" spc="0" dirty="0">
                          <a:latin typeface="Calibri"/>
                          <a:cs typeface="Calibri"/>
                        </a:rPr>
                        <a:t>1</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5090">
                        <a:lnSpc>
                          <a:spcPct val="100000"/>
                        </a:lnSpc>
                      </a:pPr>
                      <a:r>
                        <a:rPr sz="1600" dirty="0">
                          <a:latin typeface="Calibri"/>
                          <a:cs typeface="Calibri"/>
                        </a:rPr>
                        <a:t>1</a:t>
                      </a:r>
                      <a:r>
                        <a:rPr sz="1600" spc="-5" dirty="0">
                          <a:latin typeface="Calibri"/>
                          <a:cs typeface="Calibri"/>
                        </a:rPr>
                        <a:t> </a:t>
                      </a:r>
                      <a:r>
                        <a:rPr sz="1600" spc="0" dirty="0">
                          <a:latin typeface="Wingdings"/>
                          <a:cs typeface="Wingdings"/>
                        </a:rPr>
                        <a:t></a:t>
                      </a:r>
                      <a:r>
                        <a:rPr sz="1600" spc="-55" dirty="0">
                          <a:latin typeface="Times New Roman"/>
                          <a:cs typeface="Times New Roman"/>
                        </a:rPr>
                        <a:t> </a:t>
                      </a:r>
                      <a:r>
                        <a:rPr sz="1600" spc="0" dirty="0">
                          <a:latin typeface="Calibri"/>
                          <a:cs typeface="Calibri"/>
                        </a:rPr>
                        <a:t>0</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5725">
                        <a:lnSpc>
                          <a:spcPct val="100000"/>
                        </a:lnSpc>
                      </a:pPr>
                      <a:r>
                        <a:rPr sz="1600" spc="-10" dirty="0">
                          <a:latin typeface="Calibri"/>
                          <a:cs typeface="Calibri"/>
                        </a:rPr>
                        <a:t>Di</a:t>
                      </a:r>
                      <a:r>
                        <a:rPr sz="1600" spc="0" dirty="0">
                          <a:latin typeface="Calibri"/>
                          <a:cs typeface="Calibri"/>
                        </a:rPr>
                        <a:t>s</a:t>
                      </a:r>
                      <a:r>
                        <a:rPr sz="1600" spc="-15" dirty="0">
                          <a:latin typeface="Calibri"/>
                          <a:cs typeface="Calibri"/>
                        </a:rPr>
                        <a:t>c</a:t>
                      </a:r>
                      <a:r>
                        <a:rPr sz="1600" spc="0" dirty="0">
                          <a:latin typeface="Calibri"/>
                          <a:cs typeface="Calibri"/>
                        </a:rPr>
                        <a:t>h</a:t>
                      </a:r>
                      <a:r>
                        <a:rPr sz="1600" spc="-10" dirty="0">
                          <a:latin typeface="Calibri"/>
                          <a:cs typeface="Calibri"/>
                        </a:rPr>
                        <a:t>a</a:t>
                      </a:r>
                      <a:r>
                        <a:rPr sz="1600" spc="-35" dirty="0">
                          <a:latin typeface="Calibri"/>
                          <a:cs typeface="Calibri"/>
                        </a:rPr>
                        <a:t>r</a:t>
                      </a:r>
                      <a:r>
                        <a:rPr sz="1600" spc="-15" dirty="0">
                          <a:latin typeface="Calibri"/>
                          <a:cs typeface="Calibri"/>
                        </a:rPr>
                        <a:t>g</a:t>
                      </a:r>
                      <a:r>
                        <a:rPr sz="1600" spc="0" dirty="0">
                          <a:latin typeface="Calibri"/>
                          <a:cs typeface="Calibri"/>
                        </a:rPr>
                        <a:t>e</a:t>
                      </a:r>
                      <a:endParaRPr sz="16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840">
                <a:tc>
                  <a:txBody>
                    <a:bodyPr/>
                    <a:lstStyle/>
                    <a:p>
                      <a:pPr marL="85090">
                        <a:lnSpc>
                          <a:spcPct val="100000"/>
                        </a:lnSpc>
                      </a:pPr>
                      <a:r>
                        <a:rPr sz="1600" dirty="0">
                          <a:latin typeface="Calibri"/>
                          <a:cs typeface="Calibri"/>
                        </a:rPr>
                        <a:t>1</a:t>
                      </a:r>
                      <a:r>
                        <a:rPr sz="1600" spc="-5" dirty="0">
                          <a:latin typeface="Calibri"/>
                          <a:cs typeface="Calibri"/>
                        </a:rPr>
                        <a:t> </a:t>
                      </a:r>
                      <a:r>
                        <a:rPr sz="1600" spc="0" dirty="0">
                          <a:latin typeface="Wingdings"/>
                          <a:cs typeface="Wingdings"/>
                        </a:rPr>
                        <a:t></a:t>
                      </a:r>
                      <a:r>
                        <a:rPr sz="1600" spc="-55" dirty="0">
                          <a:latin typeface="Times New Roman"/>
                          <a:cs typeface="Times New Roman"/>
                        </a:rPr>
                        <a:t> </a:t>
                      </a:r>
                      <a:r>
                        <a:rPr sz="1600" spc="0" dirty="0">
                          <a:latin typeface="Calibri"/>
                          <a:cs typeface="Calibri"/>
                        </a:rPr>
                        <a:t>0</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5090">
                        <a:lnSpc>
                          <a:spcPct val="100000"/>
                        </a:lnSpc>
                      </a:pPr>
                      <a:r>
                        <a:rPr sz="1600" dirty="0">
                          <a:latin typeface="Calibri"/>
                          <a:cs typeface="Calibri"/>
                        </a:rPr>
                        <a:t>0</a:t>
                      </a:r>
                      <a:r>
                        <a:rPr sz="1600" spc="-5" dirty="0">
                          <a:latin typeface="Calibri"/>
                          <a:cs typeface="Calibri"/>
                        </a:rPr>
                        <a:t> </a:t>
                      </a:r>
                      <a:r>
                        <a:rPr sz="1600" spc="0" dirty="0">
                          <a:latin typeface="Wingdings"/>
                          <a:cs typeface="Wingdings"/>
                        </a:rPr>
                        <a:t></a:t>
                      </a:r>
                      <a:r>
                        <a:rPr sz="1600" spc="-55" dirty="0">
                          <a:latin typeface="Times New Roman"/>
                          <a:cs typeface="Times New Roman"/>
                        </a:rPr>
                        <a:t> </a:t>
                      </a:r>
                      <a:r>
                        <a:rPr sz="1600" spc="0" dirty="0">
                          <a:latin typeface="Calibri"/>
                          <a:cs typeface="Calibri"/>
                        </a:rPr>
                        <a:t>1</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5725">
                        <a:lnSpc>
                          <a:spcPct val="100000"/>
                        </a:lnSpc>
                      </a:pPr>
                      <a:r>
                        <a:rPr sz="1600" dirty="0">
                          <a:latin typeface="Calibri"/>
                          <a:cs typeface="Calibri"/>
                        </a:rPr>
                        <a:t>Ch</a:t>
                      </a:r>
                      <a:r>
                        <a:rPr sz="1600" spc="-10" dirty="0">
                          <a:latin typeface="Calibri"/>
                          <a:cs typeface="Calibri"/>
                        </a:rPr>
                        <a:t>a</a:t>
                      </a:r>
                      <a:r>
                        <a:rPr sz="1600" spc="-35" dirty="0">
                          <a:latin typeface="Calibri"/>
                          <a:cs typeface="Calibri"/>
                        </a:rPr>
                        <a:t>r</a:t>
                      </a:r>
                      <a:r>
                        <a:rPr sz="1600" spc="-15" dirty="0">
                          <a:latin typeface="Calibri"/>
                          <a:cs typeface="Calibri"/>
                        </a:rPr>
                        <a:t>g</a:t>
                      </a:r>
                      <a:r>
                        <a:rPr sz="1600" spc="0" dirty="0">
                          <a:latin typeface="Calibri"/>
                          <a:cs typeface="Calibri"/>
                        </a:rPr>
                        <a:t>e</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0840">
                <a:tc>
                  <a:txBody>
                    <a:bodyPr/>
                    <a:lstStyle/>
                    <a:p>
                      <a:pPr marL="85090">
                        <a:lnSpc>
                          <a:spcPct val="100000"/>
                        </a:lnSpc>
                      </a:pPr>
                      <a:r>
                        <a:rPr sz="1600" dirty="0">
                          <a:latin typeface="Calibri"/>
                          <a:cs typeface="Calibri"/>
                        </a:rPr>
                        <a:t>1</a:t>
                      </a:r>
                      <a:r>
                        <a:rPr sz="1600" spc="-5" dirty="0">
                          <a:latin typeface="Calibri"/>
                          <a:cs typeface="Calibri"/>
                        </a:rPr>
                        <a:t> </a:t>
                      </a:r>
                      <a:r>
                        <a:rPr sz="1600" spc="0" dirty="0">
                          <a:latin typeface="Wingdings"/>
                          <a:cs typeface="Wingdings"/>
                        </a:rPr>
                        <a:t></a:t>
                      </a:r>
                      <a:r>
                        <a:rPr sz="1600" spc="-55" dirty="0">
                          <a:latin typeface="Times New Roman"/>
                          <a:cs typeface="Times New Roman"/>
                        </a:rPr>
                        <a:t> </a:t>
                      </a:r>
                      <a:r>
                        <a:rPr sz="1600" spc="0" dirty="0">
                          <a:latin typeface="Calibri"/>
                          <a:cs typeface="Calibri"/>
                        </a:rPr>
                        <a:t>1</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5090">
                        <a:lnSpc>
                          <a:spcPct val="100000"/>
                        </a:lnSpc>
                      </a:pPr>
                      <a:r>
                        <a:rPr sz="1600" dirty="0">
                          <a:latin typeface="Calibri"/>
                          <a:cs typeface="Calibri"/>
                        </a:rPr>
                        <a:t>0</a:t>
                      </a:r>
                      <a:r>
                        <a:rPr sz="1600" spc="-5" dirty="0">
                          <a:latin typeface="Calibri"/>
                          <a:cs typeface="Calibri"/>
                        </a:rPr>
                        <a:t> </a:t>
                      </a:r>
                      <a:r>
                        <a:rPr sz="1600" spc="0" dirty="0">
                          <a:latin typeface="Wingdings"/>
                          <a:cs typeface="Wingdings"/>
                        </a:rPr>
                        <a:t></a:t>
                      </a:r>
                      <a:r>
                        <a:rPr sz="1600" spc="-55" dirty="0">
                          <a:latin typeface="Times New Roman"/>
                          <a:cs typeface="Times New Roman"/>
                        </a:rPr>
                        <a:t> </a:t>
                      </a:r>
                      <a:r>
                        <a:rPr sz="1600" spc="0" dirty="0">
                          <a:latin typeface="Calibri"/>
                          <a:cs typeface="Calibri"/>
                        </a:rPr>
                        <a:t>0</a:t>
                      </a:r>
                      <a:endParaRPr sz="16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5725">
                        <a:lnSpc>
                          <a:spcPct val="100000"/>
                        </a:lnSpc>
                      </a:pPr>
                      <a:r>
                        <a:rPr sz="1600" dirty="0">
                          <a:latin typeface="Calibri"/>
                          <a:cs typeface="Calibri"/>
                        </a:rPr>
                        <a:t>L</a:t>
                      </a:r>
                      <a:r>
                        <a:rPr sz="1600" spc="-15" dirty="0">
                          <a:latin typeface="Calibri"/>
                          <a:cs typeface="Calibri"/>
                        </a:rPr>
                        <a:t>o</a:t>
                      </a:r>
                      <a:r>
                        <a:rPr sz="1600" spc="0" dirty="0">
                          <a:latin typeface="Calibri"/>
                          <a:cs typeface="Calibri"/>
                        </a:rPr>
                        <a:t>w</a:t>
                      </a:r>
                      <a:endParaRPr sz="16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
        <p:nvSpPr>
          <p:cNvPr id="35917" name="Rectangle 1">
            <a:extLst>
              <a:ext uri="{FF2B5EF4-FFF2-40B4-BE49-F238E27FC236}">
                <a16:creationId xmlns:a16="http://schemas.microsoft.com/office/drawing/2014/main" id="{5E6B5D19-2466-4996-AB11-014C5F710A51}"/>
              </a:ext>
            </a:extLst>
          </p:cNvPr>
          <p:cNvSpPr>
            <a:spLocks noChangeArrowheads="1"/>
          </p:cNvSpPr>
          <p:nvPr/>
        </p:nvSpPr>
        <p:spPr bwMode="auto">
          <a:xfrm>
            <a:off x="6740525" y="4672014"/>
            <a:ext cx="16652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eaLnBrk="1" hangingPunct="1"/>
            <a:r>
              <a:rPr lang="en-US" altLang="en-US" sz="1400" b="1">
                <a:cs typeface="Arial" panose="020B0604020202020204" pitchFamily="34" charset="0"/>
              </a:rPr>
              <a:t>0-1 transition</a:t>
            </a:r>
            <a:endParaRPr lang="en-US" altLang="en-US"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DBDE3-8AA3-7B86-42C6-F2ADD2AFD854}"/>
              </a:ext>
            </a:extLst>
          </p:cNvPr>
          <p:cNvSpPr>
            <a:spLocks noGrp="1"/>
          </p:cNvSpPr>
          <p:nvPr>
            <p:ph type="title"/>
          </p:nvPr>
        </p:nvSpPr>
        <p:spPr/>
        <p:txBody>
          <a:bodyPr/>
          <a:lstStyle/>
          <a:p>
            <a:r>
              <a:rPr lang="en-US" b="1" dirty="0"/>
              <a:t>Identifying Patterns</a:t>
            </a:r>
            <a:endParaRPr lang="en-US" dirty="0"/>
          </a:p>
        </p:txBody>
      </p:sp>
      <p:sp>
        <p:nvSpPr>
          <p:cNvPr id="3" name="Content Placeholder 2">
            <a:extLst>
              <a:ext uri="{FF2B5EF4-FFF2-40B4-BE49-F238E27FC236}">
                <a16:creationId xmlns:a16="http://schemas.microsoft.com/office/drawing/2014/main" id="{824701D0-EC41-B072-C516-B59AB137988B}"/>
              </a:ext>
            </a:extLst>
          </p:cNvPr>
          <p:cNvSpPr>
            <a:spLocks noGrp="1"/>
          </p:cNvSpPr>
          <p:nvPr>
            <p:ph sz="quarter" idx="13"/>
          </p:nvPr>
        </p:nvSpPr>
        <p:spPr/>
        <p:txBody>
          <a:bodyPr>
            <a:normAutofit fontScale="62500" lnSpcReduction="20000"/>
          </a:bodyPr>
          <a:lstStyle/>
          <a:p>
            <a:r>
              <a:rPr lang="en-US" dirty="0"/>
              <a:t>By analyzing how the power consumption varies, an attacker can identify patterns that correlate with specific cryptographic operations.</a:t>
            </a:r>
          </a:p>
          <a:p>
            <a:r>
              <a:rPr lang="en-US" dirty="0"/>
              <a:t>For instance, operations like modular exponentiation in RSA or S-box lookups in AES consume power in distinct patterns. </a:t>
            </a:r>
          </a:p>
          <a:p>
            <a:pPr marL="0" indent="0">
              <a:buNone/>
            </a:pPr>
            <a:r>
              <a:rPr lang="en-US" b="1" dirty="0"/>
              <a:t>Key Extraction from patterns: </a:t>
            </a:r>
          </a:p>
          <a:p>
            <a:r>
              <a:rPr lang="en-US" dirty="0"/>
              <a:t>Once the attacker identifies the patterns associated with certain operations, they can use statistical methods to extract the secret keys. </a:t>
            </a:r>
          </a:p>
          <a:p>
            <a:r>
              <a:rPr lang="en-US" dirty="0"/>
              <a:t>For instance, by correlating the timing of certain power spikes with known operations or data being processed, attackers can make educated guesses about the values being used in the cryptographic computations. </a:t>
            </a:r>
          </a:p>
          <a:p>
            <a:r>
              <a:rPr lang="en-US" dirty="0"/>
              <a:t>Repeating the process enough times with different inputs can allow full or partial recovery of the encryption keys. </a:t>
            </a:r>
          </a:p>
          <a:p>
            <a:r>
              <a:rPr lang="en-US" dirty="0"/>
              <a:t>With the extracted key, an attacker can decrypt sensitive data, impersonate entities, or perform other malicious activities.</a:t>
            </a:r>
          </a:p>
          <a:p>
            <a:endParaRPr lang="en-US" dirty="0"/>
          </a:p>
        </p:txBody>
      </p:sp>
    </p:spTree>
    <p:extLst>
      <p:ext uri="{BB962C8B-B14F-4D97-AF65-F5344CB8AC3E}">
        <p14:creationId xmlns:p14="http://schemas.microsoft.com/office/powerpoint/2010/main" val="2703214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494F34A1-D529-49B3-BF69-4D6A35C68FA3}"/>
              </a:ext>
            </a:extLst>
          </p:cNvPr>
          <p:cNvSpPr>
            <a:spLocks noGrp="1" noChangeArrowheads="1"/>
          </p:cNvSpPr>
          <p:nvPr>
            <p:ph type="title"/>
          </p:nvPr>
        </p:nvSpPr>
        <p:spPr>
          <a:xfrm>
            <a:off x="1524000" y="76200"/>
            <a:ext cx="9144000" cy="838200"/>
          </a:xfrm>
        </p:spPr>
        <p:txBody>
          <a:bodyPr/>
          <a:lstStyle/>
          <a:p>
            <a:pPr eaLnBrk="1" hangingPunct="1"/>
            <a:r>
              <a:rPr lang="en-US" altLang="zh-CN" sz="3600" dirty="0">
                <a:ea typeface="宋体" panose="02010600030101010101" pitchFamily="2" charset="-122"/>
              </a:rPr>
              <a:t>Simple Power Analysis (SPA)</a:t>
            </a:r>
          </a:p>
        </p:txBody>
      </p:sp>
      <p:sp>
        <p:nvSpPr>
          <p:cNvPr id="59395" name="Rectangle 3">
            <a:extLst>
              <a:ext uri="{FF2B5EF4-FFF2-40B4-BE49-F238E27FC236}">
                <a16:creationId xmlns:a16="http://schemas.microsoft.com/office/drawing/2014/main" id="{CD57DC84-5FA9-4C49-8C15-6FE892082AFA}"/>
              </a:ext>
            </a:extLst>
          </p:cNvPr>
          <p:cNvSpPr>
            <a:spLocks noGrp="1" noChangeArrowheads="1"/>
          </p:cNvSpPr>
          <p:nvPr>
            <p:ph idx="1"/>
          </p:nvPr>
        </p:nvSpPr>
        <p:spPr>
          <a:xfrm>
            <a:off x="1981200" y="1219201"/>
            <a:ext cx="8458200" cy="4525963"/>
          </a:xfrm>
        </p:spPr>
        <p:txBody>
          <a:bodyPr>
            <a:normAutofit/>
          </a:bodyPr>
          <a:lstStyle/>
          <a:p>
            <a:pPr eaLnBrk="1" hangingPunct="1">
              <a:lnSpc>
                <a:spcPct val="80000"/>
              </a:lnSpc>
            </a:pPr>
            <a:r>
              <a:rPr lang="en-US" altLang="zh-CN" sz="2800" dirty="0">
                <a:ea typeface="宋体" panose="02010600030101010101" pitchFamily="2" charset="-122"/>
              </a:rPr>
              <a:t>Originally proposed by Paul Kocher, 1996</a:t>
            </a:r>
          </a:p>
          <a:p>
            <a:pPr eaLnBrk="1" hangingPunct="1"/>
            <a:r>
              <a:rPr lang="en-US" altLang="zh-CN" sz="2800" dirty="0">
                <a:solidFill>
                  <a:srgbClr val="00B050"/>
                </a:solidFill>
                <a:ea typeface="宋体" panose="02010600030101010101" pitchFamily="2" charset="-122"/>
              </a:rPr>
              <a:t>Monitor the device’s power consumption to deduce information about data and operation</a:t>
            </a:r>
          </a:p>
          <a:p>
            <a:pPr eaLnBrk="1" hangingPunct="1">
              <a:lnSpc>
                <a:spcPct val="80000"/>
              </a:lnSpc>
            </a:pPr>
            <a:r>
              <a:rPr lang="en-US" altLang="zh-CN" sz="2800" dirty="0">
                <a:ea typeface="宋体" panose="02010600030101010101" pitchFamily="2" charset="-122"/>
              </a:rPr>
              <a:t>Example: SPA on Data encryption standard  (DES) algorithm </a:t>
            </a:r>
          </a:p>
          <a:p>
            <a:pPr lvl="1" eaLnBrk="1" hangingPunct="1">
              <a:lnSpc>
                <a:spcPct val="80000"/>
              </a:lnSpc>
            </a:pPr>
            <a:r>
              <a:rPr lang="en-US" altLang="zh-CN" sz="2400" dirty="0">
                <a:ea typeface="宋体" panose="02010600030101010101" pitchFamily="2" charset="-122"/>
              </a:rPr>
              <a:t>The internal structure is shown on the next slide</a:t>
            </a:r>
          </a:p>
        </p:txBody>
      </p:sp>
      <p:sp>
        <p:nvSpPr>
          <p:cNvPr id="59396" name="Slide Number Placeholder 3">
            <a:extLst>
              <a:ext uri="{FF2B5EF4-FFF2-40B4-BE49-F238E27FC236}">
                <a16:creationId xmlns:a16="http://schemas.microsoft.com/office/drawing/2014/main" id="{69990980-A22B-441C-AAAE-B9877E1A52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DA582F9A-3E3E-450F-A5E0-F371F4167B38}" type="slidenum">
              <a:rPr lang="en-US" altLang="zh-CN" sz="1200">
                <a:ea typeface="宋体" panose="02010600030101010101" pitchFamily="2" charset="-122"/>
              </a:rPr>
              <a:pPr>
                <a:spcBef>
                  <a:spcPct val="0"/>
                </a:spcBef>
                <a:buClrTx/>
                <a:buSzTx/>
                <a:buFontTx/>
                <a:buNone/>
              </a:pPr>
              <a:t>9</a:t>
            </a:fld>
            <a:endParaRPr lang="en-US" altLang="zh-CN" sz="1200">
              <a:ea typeface="宋体" panose="02010600030101010101" pitchFamily="2" charset="-122"/>
            </a:endParaRPr>
          </a:p>
        </p:txBody>
      </p:sp>
      <p:sp>
        <p:nvSpPr>
          <p:cNvPr id="59397" name="Date Placeholder 1">
            <a:extLst>
              <a:ext uri="{FF2B5EF4-FFF2-40B4-BE49-F238E27FC236}">
                <a16:creationId xmlns:a16="http://schemas.microsoft.com/office/drawing/2014/main" id="{0A1F104D-6D6B-4000-B1F6-2B58881E2B6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3D164C1C-B0AE-466E-A42D-71675E33390A}" type="datetime4">
              <a:rPr lang="en-US" altLang="zh-CN" sz="1200">
                <a:ea typeface="宋体" panose="02010600030101010101" pitchFamily="2" charset="-122"/>
              </a:rPr>
              <a:pPr>
                <a:spcBef>
                  <a:spcPct val="0"/>
                </a:spcBef>
                <a:buClrTx/>
                <a:buSzTx/>
                <a:buFontTx/>
                <a:buNone/>
              </a:pPr>
              <a:t>June 26, 2024</a:t>
            </a:fld>
            <a:endParaRPr lang="zh-CN" altLang="en-US" sz="120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32917C16-48E6-405E-B29D-89D4151A9FB0}"/>
              </a:ext>
            </a:extLst>
          </p:cNvPr>
          <p:cNvSpPr>
            <a:spLocks noGrp="1" noChangeArrowheads="1"/>
          </p:cNvSpPr>
          <p:nvPr>
            <p:ph type="title"/>
          </p:nvPr>
        </p:nvSpPr>
        <p:spPr>
          <a:xfrm>
            <a:off x="2311400" y="88900"/>
            <a:ext cx="7442200" cy="901700"/>
          </a:xfrm>
        </p:spPr>
        <p:txBody>
          <a:bodyPr/>
          <a:lstStyle/>
          <a:p>
            <a:pPr eaLnBrk="1" hangingPunct="1">
              <a:lnSpc>
                <a:spcPct val="90000"/>
              </a:lnSpc>
            </a:pPr>
            <a:r>
              <a:rPr lang="en-US" altLang="zh-CN" sz="3600">
                <a:ea typeface="宋体" panose="02010600030101010101" pitchFamily="2" charset="-122"/>
              </a:rPr>
              <a:t> DES </a:t>
            </a:r>
            <a:r>
              <a:rPr lang="pl-PL" altLang="zh-CN" sz="3600"/>
              <a:t>Basic Structure</a:t>
            </a:r>
            <a:endParaRPr lang="en-US" altLang="zh-CN" sz="3600">
              <a:ea typeface="宋体" panose="02010600030101010101" pitchFamily="2" charset="-122"/>
            </a:endParaRPr>
          </a:p>
        </p:txBody>
      </p:sp>
      <p:sp>
        <p:nvSpPr>
          <p:cNvPr id="61443" name="Rectangle 3">
            <a:extLst>
              <a:ext uri="{FF2B5EF4-FFF2-40B4-BE49-F238E27FC236}">
                <a16:creationId xmlns:a16="http://schemas.microsoft.com/office/drawing/2014/main" id="{B4D2A1ED-7224-422C-8FFF-B693EA046AA6}"/>
              </a:ext>
            </a:extLst>
          </p:cNvPr>
          <p:cNvSpPr>
            <a:spLocks noGrp="1" noChangeArrowheads="1"/>
          </p:cNvSpPr>
          <p:nvPr>
            <p:ph idx="1"/>
          </p:nvPr>
        </p:nvSpPr>
        <p:spPr>
          <a:xfrm>
            <a:off x="1828800" y="990600"/>
            <a:ext cx="8382000" cy="5867400"/>
          </a:xfrm>
        </p:spPr>
        <p:txBody>
          <a:bodyPr/>
          <a:lstStyle/>
          <a:p>
            <a:pPr lvl="1" eaLnBrk="1" hangingPunct="1">
              <a:spcBef>
                <a:spcPct val="40000"/>
              </a:spcBef>
              <a:buFontTx/>
              <a:buNone/>
            </a:pPr>
            <a:endParaRPr lang="pl-PL" altLang="zh-CN" sz="2400" dirty="0">
              <a:solidFill>
                <a:srgbClr val="000000"/>
              </a:solidFill>
              <a:ea typeface="Arial" panose="020B0604020202020204" pitchFamily="34" charset="0"/>
            </a:endParaRPr>
          </a:p>
          <a:p>
            <a:pPr eaLnBrk="1" hangingPunct="1">
              <a:spcBef>
                <a:spcPct val="40000"/>
              </a:spcBef>
              <a:buFontTx/>
              <a:buNone/>
            </a:pPr>
            <a:r>
              <a:rPr lang="pl-PL" altLang="zh-CN" sz="2800" dirty="0">
                <a:solidFill>
                  <a:srgbClr val="000000"/>
                </a:solidFill>
              </a:rPr>
              <a:t>		</a:t>
            </a:r>
          </a:p>
        </p:txBody>
      </p:sp>
      <p:sp>
        <p:nvSpPr>
          <p:cNvPr id="61444" name="Rectangle 4">
            <a:extLst>
              <a:ext uri="{FF2B5EF4-FFF2-40B4-BE49-F238E27FC236}">
                <a16:creationId xmlns:a16="http://schemas.microsoft.com/office/drawing/2014/main" id="{77200424-38D0-4FF0-BF95-AF4434EC369A}"/>
              </a:ext>
            </a:extLst>
          </p:cNvPr>
          <p:cNvSpPr>
            <a:spLocks noChangeArrowheads="1"/>
          </p:cNvSpPr>
          <p:nvPr/>
        </p:nvSpPr>
        <p:spPr bwMode="auto">
          <a:xfrm>
            <a:off x="308113" y="838200"/>
            <a:ext cx="6480313"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buClrTx/>
              <a:buSzTx/>
              <a:buFontTx/>
              <a:buChar char="•"/>
            </a:pPr>
            <a:r>
              <a:rPr lang="pl-PL" altLang="zh-CN" sz="2400" dirty="0">
                <a:solidFill>
                  <a:schemeClr val="hlink"/>
                </a:solidFill>
              </a:rPr>
              <a:t>Input</a:t>
            </a:r>
            <a:r>
              <a:rPr lang="pl-PL" altLang="zh-CN" sz="2400" dirty="0"/>
              <a:t>:</a:t>
            </a:r>
            <a:r>
              <a:rPr lang="en-US" altLang="zh-CN" sz="2400" dirty="0">
                <a:ea typeface="宋体" panose="02010600030101010101" pitchFamily="2" charset="-122"/>
              </a:rPr>
              <a:t> </a:t>
            </a:r>
            <a:r>
              <a:rPr lang="pl-PL" altLang="zh-CN" sz="2400" dirty="0">
                <a:ea typeface="宋体" panose="02010600030101010101" pitchFamily="2" charset="-122"/>
              </a:rPr>
              <a:t>64 bits (a block)</a:t>
            </a:r>
          </a:p>
          <a:p>
            <a:pPr eaLnBrk="1" hangingPunct="1">
              <a:buClrTx/>
              <a:buSzTx/>
              <a:buFontTx/>
              <a:buChar char="•"/>
            </a:pPr>
            <a:r>
              <a:rPr lang="pl-PL" altLang="zh-CN" sz="2400" dirty="0">
                <a:solidFill>
                  <a:srgbClr val="0000FF"/>
                </a:solidFill>
                <a:ea typeface="宋体" panose="02010600030101010101" pitchFamily="2" charset="-122"/>
              </a:rPr>
              <a:t>Ki</a:t>
            </a:r>
            <a:r>
              <a:rPr lang="pl-PL" altLang="zh-CN" sz="2400" dirty="0">
                <a:ea typeface="宋体" panose="02010600030101010101" pitchFamily="2" charset="-122"/>
              </a:rPr>
              <a:t> - round key</a:t>
            </a:r>
            <a:r>
              <a:rPr lang="en-US" altLang="zh-CN" sz="2400" dirty="0">
                <a:ea typeface="宋体" panose="02010600030101010101" pitchFamily="2" charset="-122"/>
              </a:rPr>
              <a:t> or subkey</a:t>
            </a:r>
            <a:r>
              <a:rPr lang="pl-PL" altLang="zh-CN" sz="2400" dirty="0">
                <a:ea typeface="宋体" panose="02010600030101010101" pitchFamily="2" charset="-122"/>
              </a:rPr>
              <a:t>:</a:t>
            </a:r>
            <a:endParaRPr lang="pl-PL" altLang="zh-CN" sz="2400" dirty="0">
              <a:solidFill>
                <a:srgbClr val="0000FF"/>
              </a:solidFill>
              <a:ea typeface="宋体" panose="02010600030101010101" pitchFamily="2" charset="-122"/>
            </a:endParaRPr>
          </a:p>
          <a:p>
            <a:pPr lvl="1" eaLnBrk="1" hangingPunct="1">
              <a:buClrTx/>
              <a:buSzTx/>
              <a:buFontTx/>
              <a:buChar char="–"/>
            </a:pPr>
            <a:r>
              <a:rPr lang="pl-PL" altLang="zh-CN" sz="2000" dirty="0">
                <a:ea typeface="MS PGothic" panose="020B0600070205080204" pitchFamily="34" charset="-128"/>
              </a:rPr>
              <a:t>56 bits used +8 unused</a:t>
            </a:r>
            <a:endParaRPr lang="pl-PL" altLang="zh-CN" sz="2000" dirty="0">
              <a:solidFill>
                <a:srgbClr val="969696"/>
              </a:solidFill>
              <a:ea typeface="MS PGothic" panose="020B0600070205080204" pitchFamily="34" charset="-128"/>
            </a:endParaRPr>
          </a:p>
          <a:p>
            <a:pPr lvl="1" eaLnBrk="1" hangingPunct="1">
              <a:buClrTx/>
              <a:buSzTx/>
              <a:buFontTx/>
              <a:buNone/>
            </a:pPr>
            <a:r>
              <a:rPr lang="pl-PL" altLang="zh-CN" sz="2000" dirty="0">
                <a:solidFill>
                  <a:srgbClr val="969696"/>
                </a:solidFill>
                <a:ea typeface="MS PGothic" panose="020B0600070205080204" pitchFamily="34" charset="-128"/>
              </a:rPr>
              <a:t>	(unused for </a:t>
            </a:r>
            <a:r>
              <a:rPr lang="en-US" altLang="zh-CN" sz="2000" dirty="0">
                <a:solidFill>
                  <a:srgbClr val="969696"/>
                </a:solidFill>
                <a:ea typeface="宋体" panose="02010600030101010101" pitchFamily="2" charset="-122"/>
              </a:rPr>
              <a:t>encryption</a:t>
            </a:r>
            <a:r>
              <a:rPr lang="pl-PL" altLang="zh-CN" sz="2000" dirty="0">
                <a:solidFill>
                  <a:srgbClr val="969696"/>
                </a:solidFill>
                <a:ea typeface="MS PGothic" panose="020B0600070205080204" pitchFamily="34" charset="-128"/>
              </a:rPr>
              <a:t> but often used for error checking)</a:t>
            </a:r>
            <a:endParaRPr lang="pl-PL" altLang="zh-CN" sz="2000" dirty="0">
              <a:solidFill>
                <a:srgbClr val="0000FF"/>
              </a:solidFill>
              <a:ea typeface="MS PGothic" panose="020B0600070205080204" pitchFamily="34" charset="-128"/>
            </a:endParaRPr>
          </a:p>
          <a:p>
            <a:pPr eaLnBrk="1" hangingPunct="1">
              <a:buClrTx/>
              <a:buSzTx/>
              <a:buFontTx/>
              <a:buChar char="•"/>
            </a:pPr>
            <a:r>
              <a:rPr lang="pl-PL" altLang="zh-CN" sz="2400" dirty="0">
                <a:solidFill>
                  <a:schemeClr val="hlink"/>
                </a:solidFill>
              </a:rPr>
              <a:t>Output</a:t>
            </a:r>
            <a:r>
              <a:rPr lang="pl-PL" altLang="zh-CN" sz="2400" dirty="0"/>
              <a:t>:</a:t>
            </a:r>
            <a:r>
              <a:rPr lang="en-US" altLang="zh-CN" sz="2400" dirty="0">
                <a:ea typeface="宋体" panose="02010600030101010101" pitchFamily="2" charset="-122"/>
              </a:rPr>
              <a:t> </a:t>
            </a:r>
            <a:r>
              <a:rPr lang="pl-PL" altLang="zh-CN" sz="2400" dirty="0">
                <a:ea typeface="宋体" panose="02010600030101010101" pitchFamily="2" charset="-122"/>
              </a:rPr>
              <a:t>64 bits (a block)</a:t>
            </a:r>
          </a:p>
          <a:p>
            <a:pPr eaLnBrk="1" hangingPunct="1">
              <a:buClrTx/>
              <a:buSzTx/>
              <a:buFontTx/>
              <a:buChar char="•"/>
            </a:pPr>
            <a:r>
              <a:rPr lang="pl-PL" altLang="zh-CN" sz="2400" dirty="0">
                <a:ea typeface="宋体" panose="02010600030101010101" pitchFamily="2" charset="-122"/>
              </a:rPr>
              <a:t>All basic op’s are simple logical ops</a:t>
            </a:r>
          </a:p>
          <a:p>
            <a:pPr lvl="1" eaLnBrk="1" hangingPunct="1">
              <a:buClrTx/>
              <a:buSzTx/>
              <a:buFontTx/>
              <a:buChar char="–"/>
            </a:pPr>
            <a:r>
              <a:rPr lang="pl-PL" altLang="zh-CN" sz="2000" dirty="0">
                <a:ea typeface="MS PGothic" panose="020B0600070205080204" pitchFamily="34" charset="-128"/>
              </a:rPr>
              <a:t>Left shift / XOR</a:t>
            </a:r>
            <a:endParaRPr lang="en-US" altLang="zh-CN" sz="2000" dirty="0">
              <a:ea typeface="MS PGothic" panose="020B0600070205080204" pitchFamily="34" charset="-128"/>
            </a:endParaRPr>
          </a:p>
          <a:p>
            <a:pPr lvl="1" eaLnBrk="1" hangingPunct="1">
              <a:buClrTx/>
              <a:buSzTx/>
              <a:buFontTx/>
              <a:buChar char="–"/>
            </a:pPr>
            <a:endParaRPr lang="en-US" altLang="zh-CN" sz="2000" dirty="0">
              <a:ea typeface="MS PGothic" panose="020B0600070205080204" pitchFamily="34" charset="-128"/>
            </a:endParaRPr>
          </a:p>
          <a:p>
            <a:pPr marL="0" indent="0">
              <a:buClrTx/>
              <a:buSzTx/>
              <a:buNone/>
            </a:pPr>
            <a:r>
              <a:rPr lang="en-US" altLang="zh-CN" sz="2400" dirty="0">
                <a:ea typeface="MS PGothic" panose="020B0600070205080204" pitchFamily="34" charset="-128"/>
              </a:rPr>
              <a:t>The heart of this cipher is the DES function</a:t>
            </a:r>
          </a:p>
          <a:p>
            <a:pPr marL="0" indent="0">
              <a:buClrTx/>
              <a:buSzTx/>
              <a:buNone/>
            </a:pPr>
            <a:r>
              <a:rPr lang="en-US" altLang="zh-CN" sz="2400" dirty="0"/>
              <a:t>-Inside the function, permutation, substitution, XOR and other operations occur </a:t>
            </a:r>
            <a:endParaRPr lang="en-US" altLang="zh-CN" sz="2400" dirty="0">
              <a:ea typeface="MS PGothic" panose="020B0600070205080204" pitchFamily="34" charset="-128"/>
            </a:endParaRPr>
          </a:p>
        </p:txBody>
      </p:sp>
      <p:sp>
        <p:nvSpPr>
          <p:cNvPr id="61446" name="Slide Number Placeholder 47">
            <a:extLst>
              <a:ext uri="{FF2B5EF4-FFF2-40B4-BE49-F238E27FC236}">
                <a16:creationId xmlns:a16="http://schemas.microsoft.com/office/drawing/2014/main" id="{3B6DB461-AEE9-42F8-8F5F-94B446277CE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DD96F9F9-CEA1-4D92-9528-9B8698B86927}" type="slidenum">
              <a:rPr lang="en-US" altLang="zh-CN" sz="1200">
                <a:ea typeface="宋体" panose="02010600030101010101" pitchFamily="2" charset="-122"/>
              </a:rPr>
              <a:pPr>
                <a:spcBef>
                  <a:spcPct val="0"/>
                </a:spcBef>
                <a:buClrTx/>
                <a:buSzTx/>
                <a:buFontTx/>
                <a:buNone/>
              </a:pPr>
              <a:t>10</a:t>
            </a:fld>
            <a:endParaRPr lang="en-US" altLang="zh-CN" sz="1200">
              <a:ea typeface="宋体" panose="02010600030101010101" pitchFamily="2" charset="-122"/>
            </a:endParaRPr>
          </a:p>
        </p:txBody>
      </p:sp>
      <p:sp>
        <p:nvSpPr>
          <p:cNvPr id="61447" name="Date Placeholder 1">
            <a:extLst>
              <a:ext uri="{FF2B5EF4-FFF2-40B4-BE49-F238E27FC236}">
                <a16:creationId xmlns:a16="http://schemas.microsoft.com/office/drawing/2014/main" id="{5AC865F1-2B1C-47A1-A321-CDC2D25A942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D5FC20C4-2844-4566-B2D2-E693D7A69B90}" type="datetime4">
              <a:rPr lang="en-US" altLang="zh-CN" sz="1200">
                <a:ea typeface="宋体" panose="02010600030101010101" pitchFamily="2" charset="-122"/>
              </a:rPr>
              <a:pPr>
                <a:spcBef>
                  <a:spcPct val="0"/>
                </a:spcBef>
                <a:buClrTx/>
                <a:buSzTx/>
                <a:buFontTx/>
                <a:buNone/>
              </a:pPr>
              <a:t>June 26, 2024</a:t>
            </a:fld>
            <a:endParaRPr lang="zh-CN" altLang="en-US" sz="1200">
              <a:ea typeface="宋体" panose="02010600030101010101" pitchFamily="2" charset="-122"/>
            </a:endParaRPr>
          </a:p>
        </p:txBody>
      </p:sp>
      <p:pic>
        <p:nvPicPr>
          <p:cNvPr id="4100" name="Picture 4" descr="Data Encryption Standard">
            <a:extLst>
              <a:ext uri="{FF2B5EF4-FFF2-40B4-BE49-F238E27FC236}">
                <a16:creationId xmlns:a16="http://schemas.microsoft.com/office/drawing/2014/main" id="{CC4B9E30-951C-3820-F764-91FC056DFA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3890" y="1626912"/>
            <a:ext cx="4941490" cy="41375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E84F142A-F879-4BCA-94A9-0F32A733BDF6}"/>
              </a:ext>
            </a:extLst>
          </p:cNvPr>
          <p:cNvSpPr>
            <a:spLocks noGrp="1" noChangeArrowheads="1"/>
          </p:cNvSpPr>
          <p:nvPr>
            <p:ph type="title"/>
          </p:nvPr>
        </p:nvSpPr>
        <p:spPr>
          <a:xfrm>
            <a:off x="1981200" y="76201"/>
            <a:ext cx="8229600" cy="792163"/>
          </a:xfrm>
        </p:spPr>
        <p:txBody>
          <a:bodyPr/>
          <a:lstStyle/>
          <a:p>
            <a:pPr eaLnBrk="1" hangingPunct="1"/>
            <a:r>
              <a:rPr lang="en-US" altLang="zh-CN" sz="3600" dirty="0">
                <a:ea typeface="宋体" panose="02010600030101010101" pitchFamily="2" charset="-122"/>
              </a:rPr>
              <a:t>Observing DES Rounds</a:t>
            </a:r>
          </a:p>
        </p:txBody>
      </p:sp>
      <p:sp>
        <p:nvSpPr>
          <p:cNvPr id="63491" name="Rectangle 5">
            <a:extLst>
              <a:ext uri="{FF2B5EF4-FFF2-40B4-BE49-F238E27FC236}">
                <a16:creationId xmlns:a16="http://schemas.microsoft.com/office/drawing/2014/main" id="{B8D71395-5824-43C1-B391-4C45CEFEAA51}"/>
              </a:ext>
            </a:extLst>
          </p:cNvPr>
          <p:cNvSpPr>
            <a:spLocks noGrp="1" noChangeArrowheads="1"/>
          </p:cNvSpPr>
          <p:nvPr>
            <p:ph idx="1"/>
          </p:nvPr>
        </p:nvSpPr>
        <p:spPr>
          <a:xfrm>
            <a:off x="1981200" y="4267200"/>
            <a:ext cx="8229600" cy="1981200"/>
          </a:xfrm>
        </p:spPr>
        <p:txBody>
          <a:bodyPr>
            <a:normAutofit lnSpcReduction="10000"/>
          </a:bodyPr>
          <a:lstStyle/>
          <a:p>
            <a:pPr eaLnBrk="1" hangingPunct="1">
              <a:lnSpc>
                <a:spcPct val="90000"/>
              </a:lnSpc>
            </a:pPr>
            <a:r>
              <a:rPr lang="en-US" altLang="zh-CN" sz="2400" dirty="0">
                <a:ea typeface="宋体" panose="02010600030101010101" pitchFamily="2" charset="-122"/>
              </a:rPr>
              <a:t>The upper trace – entire encryption, including the initial phase, 16 DES rounds, and the final permutation</a:t>
            </a:r>
          </a:p>
          <a:p>
            <a:pPr eaLnBrk="1" hangingPunct="1">
              <a:lnSpc>
                <a:spcPct val="90000"/>
              </a:lnSpc>
            </a:pPr>
            <a:r>
              <a:rPr lang="en-US" altLang="zh-CN" sz="2400" dirty="0">
                <a:ea typeface="宋体" panose="02010600030101010101" pitchFamily="2" charset="-122"/>
              </a:rPr>
              <a:t>The lower trace – detailed view of the second and third rounds</a:t>
            </a:r>
          </a:p>
          <a:p>
            <a:pPr eaLnBrk="1" hangingPunct="1">
              <a:lnSpc>
                <a:spcPct val="90000"/>
              </a:lnSpc>
            </a:pPr>
            <a:r>
              <a:rPr lang="en-US" altLang="zh-CN" sz="2400" b="1" dirty="0">
                <a:ea typeface="宋体" panose="02010600030101010101" pitchFamily="2" charset="-122"/>
              </a:rPr>
              <a:t>The power trace can reveal the instruction sequence</a:t>
            </a:r>
          </a:p>
        </p:txBody>
      </p:sp>
      <p:pic>
        <p:nvPicPr>
          <p:cNvPr id="63492" name="Picture 4">
            <a:extLst>
              <a:ext uri="{FF2B5EF4-FFF2-40B4-BE49-F238E27FC236}">
                <a16:creationId xmlns:a16="http://schemas.microsoft.com/office/drawing/2014/main" id="{B99570C1-C02B-4E18-A6B2-294AD3C3C1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349"/>
          <a:stretch>
            <a:fillRect/>
          </a:stretch>
        </p:blipFill>
        <p:spPr bwMode="auto">
          <a:xfrm>
            <a:off x="2743201" y="914400"/>
            <a:ext cx="6424613"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3" name="Slide Number Placeholder 4">
            <a:extLst>
              <a:ext uri="{FF2B5EF4-FFF2-40B4-BE49-F238E27FC236}">
                <a16:creationId xmlns:a16="http://schemas.microsoft.com/office/drawing/2014/main" id="{684DEC47-7E4E-4269-8FF7-1A91569D915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4FEC2F2C-22E2-403A-905D-B6262D0572D9}" type="slidenum">
              <a:rPr lang="en-US" altLang="zh-CN" sz="1200">
                <a:ea typeface="宋体" panose="02010600030101010101" pitchFamily="2" charset="-122"/>
              </a:rPr>
              <a:pPr>
                <a:spcBef>
                  <a:spcPct val="0"/>
                </a:spcBef>
                <a:buClrTx/>
                <a:buSzTx/>
                <a:buFontTx/>
                <a:buNone/>
              </a:pPr>
              <a:t>11</a:t>
            </a:fld>
            <a:endParaRPr lang="en-US" altLang="zh-CN" sz="1200">
              <a:ea typeface="宋体" panose="02010600030101010101" pitchFamily="2" charset="-122"/>
            </a:endParaRPr>
          </a:p>
        </p:txBody>
      </p:sp>
      <p:sp>
        <p:nvSpPr>
          <p:cNvPr id="63494" name="Date Placeholder 1">
            <a:extLst>
              <a:ext uri="{FF2B5EF4-FFF2-40B4-BE49-F238E27FC236}">
                <a16:creationId xmlns:a16="http://schemas.microsoft.com/office/drawing/2014/main" id="{CA69189E-5DBB-40DE-B8C8-B4C01A41C14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0E74F988-04CB-438A-8907-EEAC73888E27}" type="datetime4">
              <a:rPr lang="en-US" altLang="zh-CN" sz="1200">
                <a:ea typeface="宋体" panose="02010600030101010101" pitchFamily="2" charset="-122"/>
              </a:rPr>
              <a:pPr>
                <a:spcBef>
                  <a:spcPct val="0"/>
                </a:spcBef>
                <a:buClrTx/>
                <a:buSzTx/>
                <a:buFontTx/>
                <a:buNone/>
              </a:pPr>
              <a:t>June 26, 2024</a:t>
            </a:fld>
            <a:endParaRPr lang="zh-CN" altLang="en-US" sz="1200">
              <a:ea typeface="宋体" panose="02010600030101010101" pitchFamily="2" charset="-122"/>
            </a:endParaRPr>
          </a:p>
        </p:txBody>
      </p:sp>
      <p:sp>
        <p:nvSpPr>
          <p:cNvPr id="63495" name="TextBox 1">
            <a:extLst>
              <a:ext uri="{FF2B5EF4-FFF2-40B4-BE49-F238E27FC236}">
                <a16:creationId xmlns:a16="http://schemas.microsoft.com/office/drawing/2014/main" id="{A3730523-51B9-40C0-A42A-2202C846AC5F}"/>
              </a:ext>
            </a:extLst>
          </p:cNvPr>
          <p:cNvSpPr txBox="1">
            <a:spLocks noChangeArrowheads="1"/>
          </p:cNvSpPr>
          <p:nvPr/>
        </p:nvSpPr>
        <p:spPr bwMode="auto">
          <a:xfrm>
            <a:off x="4114800" y="1671639"/>
            <a:ext cx="312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a:t>1</a:t>
            </a:r>
          </a:p>
        </p:txBody>
      </p:sp>
      <p:sp>
        <p:nvSpPr>
          <p:cNvPr id="63496" name="TextBox 7">
            <a:extLst>
              <a:ext uri="{FF2B5EF4-FFF2-40B4-BE49-F238E27FC236}">
                <a16:creationId xmlns:a16="http://schemas.microsoft.com/office/drawing/2014/main" id="{C76BAA67-6987-4F63-98E1-360BC05B8A2B}"/>
              </a:ext>
            </a:extLst>
          </p:cNvPr>
          <p:cNvSpPr txBox="1">
            <a:spLocks noChangeArrowheads="1"/>
          </p:cNvSpPr>
          <p:nvPr/>
        </p:nvSpPr>
        <p:spPr bwMode="auto">
          <a:xfrm>
            <a:off x="4386264" y="1668464"/>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a:t>2</a:t>
            </a:r>
          </a:p>
        </p:txBody>
      </p:sp>
      <p:sp>
        <p:nvSpPr>
          <p:cNvPr id="63497" name="TextBox 8">
            <a:extLst>
              <a:ext uri="{FF2B5EF4-FFF2-40B4-BE49-F238E27FC236}">
                <a16:creationId xmlns:a16="http://schemas.microsoft.com/office/drawing/2014/main" id="{EAD5E998-FEF1-49B3-B38A-17FC462B180A}"/>
              </a:ext>
            </a:extLst>
          </p:cNvPr>
          <p:cNvSpPr txBox="1">
            <a:spLocks noChangeArrowheads="1"/>
          </p:cNvSpPr>
          <p:nvPr/>
        </p:nvSpPr>
        <p:spPr bwMode="auto">
          <a:xfrm>
            <a:off x="4656139" y="1668464"/>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a:t>3</a:t>
            </a:r>
          </a:p>
        </p:txBody>
      </p:sp>
      <p:sp>
        <p:nvSpPr>
          <p:cNvPr id="63498" name="TextBox 9">
            <a:extLst>
              <a:ext uri="{FF2B5EF4-FFF2-40B4-BE49-F238E27FC236}">
                <a16:creationId xmlns:a16="http://schemas.microsoft.com/office/drawing/2014/main" id="{7075F845-4000-4EFC-8C44-F86FD8D29F05}"/>
              </a:ext>
            </a:extLst>
          </p:cNvPr>
          <p:cNvSpPr txBox="1">
            <a:spLocks noChangeArrowheads="1"/>
          </p:cNvSpPr>
          <p:nvPr/>
        </p:nvSpPr>
        <p:spPr bwMode="auto">
          <a:xfrm>
            <a:off x="8077201" y="1608138"/>
            <a:ext cx="441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a:t>16</a:t>
            </a:r>
          </a:p>
        </p:txBody>
      </p:sp>
      <p:sp>
        <p:nvSpPr>
          <p:cNvPr id="63499" name="TextBox 9">
            <a:extLst>
              <a:ext uri="{FF2B5EF4-FFF2-40B4-BE49-F238E27FC236}">
                <a16:creationId xmlns:a16="http://schemas.microsoft.com/office/drawing/2014/main" id="{AAAA5315-623C-42C9-80C0-437507149B24}"/>
              </a:ext>
            </a:extLst>
          </p:cNvPr>
          <p:cNvSpPr txBox="1">
            <a:spLocks noChangeArrowheads="1"/>
          </p:cNvSpPr>
          <p:nvPr/>
        </p:nvSpPr>
        <p:spPr bwMode="auto">
          <a:xfrm>
            <a:off x="5918200" y="1331913"/>
            <a:ext cx="9794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a:t>Rounds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743D7-7CE3-4167-806D-783190EE0C1C}"/>
              </a:ext>
            </a:extLst>
          </p:cNvPr>
          <p:cNvSpPr>
            <a:spLocks noGrp="1"/>
          </p:cNvSpPr>
          <p:nvPr>
            <p:ph type="title"/>
          </p:nvPr>
        </p:nvSpPr>
        <p:spPr/>
        <p:txBody>
          <a:bodyPr/>
          <a:lstStyle/>
          <a:p>
            <a:r>
              <a:rPr lang="en-US" altLang="zh-CN" sz="3200" dirty="0">
                <a:ea typeface="宋体" panose="02010600030101010101" pitchFamily="2" charset="-122"/>
              </a:rPr>
              <a:t>Observing DES Rounds</a:t>
            </a:r>
            <a:endParaRPr lang="en-US" dirty="0"/>
          </a:p>
        </p:txBody>
      </p:sp>
      <p:sp>
        <p:nvSpPr>
          <p:cNvPr id="3" name="Content Placeholder 2">
            <a:extLst>
              <a:ext uri="{FF2B5EF4-FFF2-40B4-BE49-F238E27FC236}">
                <a16:creationId xmlns:a16="http://schemas.microsoft.com/office/drawing/2014/main" id="{F1C0B4FD-67A7-45AB-9866-494D31EA4B0A}"/>
              </a:ext>
            </a:extLst>
          </p:cNvPr>
          <p:cNvSpPr>
            <a:spLocks noGrp="1"/>
          </p:cNvSpPr>
          <p:nvPr>
            <p:ph idx="1"/>
          </p:nvPr>
        </p:nvSpPr>
        <p:spPr>
          <a:xfrm>
            <a:off x="254000" y="838201"/>
            <a:ext cx="11667067" cy="5292725"/>
          </a:xfrm>
        </p:spPr>
        <p:txBody>
          <a:bodyPr/>
          <a:lstStyle/>
          <a:p>
            <a:r>
              <a:rPr lang="en-US" dirty="0"/>
              <a:t>Difference across rounds</a:t>
            </a:r>
          </a:p>
          <a:p>
            <a:pPr lvl="1"/>
            <a:r>
              <a:rPr lang="en-US" dirty="0"/>
              <a:t>In DES algorithm, 56-bit keys are used, which are split into two 28-bit halves known as the C and D registers. </a:t>
            </a:r>
          </a:p>
          <a:p>
            <a:pPr lvl="1"/>
            <a:r>
              <a:rPr lang="en-US" dirty="0"/>
              <a:t>These registers undergo a series of left shifts or "rotations" as part of the key scheduling process, which generates the subkeys for each of the 16 rounds of the DES encryption process.</a:t>
            </a:r>
          </a:p>
          <a:p>
            <a:pPr lvl="1"/>
            <a:r>
              <a:rPr lang="en-US" dirty="0">
                <a:solidFill>
                  <a:srgbClr val="FF0000"/>
                </a:solidFill>
              </a:rPr>
              <a:t>The reason for varying the number of rotations is to increase the complexity of the key schedule, thus providing more security against certain types of cryptanalytic attacks,</a:t>
            </a:r>
          </a:p>
          <a:p>
            <a:pPr lvl="1"/>
            <a:endParaRPr lang="en-US" dirty="0"/>
          </a:p>
        </p:txBody>
      </p:sp>
      <p:sp>
        <p:nvSpPr>
          <p:cNvPr id="4" name="Date Placeholder 3">
            <a:extLst>
              <a:ext uri="{FF2B5EF4-FFF2-40B4-BE49-F238E27FC236}">
                <a16:creationId xmlns:a16="http://schemas.microsoft.com/office/drawing/2014/main" id="{88F1BD8C-CF97-4B5C-A917-80CFB1159536}"/>
              </a:ext>
            </a:extLst>
          </p:cNvPr>
          <p:cNvSpPr>
            <a:spLocks noGrp="1"/>
          </p:cNvSpPr>
          <p:nvPr>
            <p:ph type="dt" sz="half" idx="10"/>
          </p:nvPr>
        </p:nvSpPr>
        <p:spPr/>
        <p:txBody>
          <a:bodyPr/>
          <a:lstStyle/>
          <a:p>
            <a:pPr>
              <a:defRPr/>
            </a:pPr>
            <a:fld id="{7618463D-CB16-4A8D-8BF7-966F8452CCD3}" type="datetime4">
              <a:rPr lang="en-US" altLang="zh-CN" smtClean="0"/>
              <a:pPr>
                <a:defRPr/>
              </a:pPr>
              <a:t>June 26, 2024</a:t>
            </a:fld>
            <a:endParaRPr lang="zh-CN" altLang="en-US"/>
          </a:p>
        </p:txBody>
      </p:sp>
      <p:sp>
        <p:nvSpPr>
          <p:cNvPr id="5" name="Slide Number Placeholder 4">
            <a:extLst>
              <a:ext uri="{FF2B5EF4-FFF2-40B4-BE49-F238E27FC236}">
                <a16:creationId xmlns:a16="http://schemas.microsoft.com/office/drawing/2014/main" id="{89DA7BA0-4296-4E21-9423-E202C304701B}"/>
              </a:ext>
            </a:extLst>
          </p:cNvPr>
          <p:cNvSpPr>
            <a:spLocks noGrp="1"/>
          </p:cNvSpPr>
          <p:nvPr>
            <p:ph type="sldNum" sz="quarter" idx="12"/>
          </p:nvPr>
        </p:nvSpPr>
        <p:spPr/>
        <p:txBody>
          <a:bodyPr/>
          <a:lstStyle/>
          <a:p>
            <a:pPr>
              <a:defRPr/>
            </a:pPr>
            <a:fld id="{50A0F6BE-1175-47FD-A32F-FBBB15F2AA46}" type="slidenum">
              <a:rPr lang="en-US" altLang="zh-CN" smtClean="0"/>
              <a:pPr>
                <a:defRPr/>
              </a:pPr>
              <a:t>12</a:t>
            </a:fld>
            <a:endParaRPr lang="en-US" altLang="zh-CN"/>
          </a:p>
        </p:txBody>
      </p:sp>
      <p:pic>
        <p:nvPicPr>
          <p:cNvPr id="7" name="Picture 6">
            <a:extLst>
              <a:ext uri="{FF2B5EF4-FFF2-40B4-BE49-F238E27FC236}">
                <a16:creationId xmlns:a16="http://schemas.microsoft.com/office/drawing/2014/main" id="{597914E1-1966-4535-AABB-CC3B2F229C4B}"/>
              </a:ext>
            </a:extLst>
          </p:cNvPr>
          <p:cNvPicPr>
            <a:picLocks noChangeAspect="1"/>
          </p:cNvPicPr>
          <p:nvPr/>
        </p:nvPicPr>
        <p:blipFill>
          <a:blip r:embed="rId3"/>
          <a:stretch>
            <a:fillRect/>
          </a:stretch>
        </p:blipFill>
        <p:spPr>
          <a:xfrm>
            <a:off x="3446704" y="3579055"/>
            <a:ext cx="8312727" cy="3001095"/>
          </a:xfrm>
          <a:prstGeom prst="rect">
            <a:avLst/>
          </a:prstGeom>
        </p:spPr>
      </p:pic>
      <p:sp>
        <p:nvSpPr>
          <p:cNvPr id="10" name="TextBox 9">
            <a:extLst>
              <a:ext uri="{FF2B5EF4-FFF2-40B4-BE49-F238E27FC236}">
                <a16:creationId xmlns:a16="http://schemas.microsoft.com/office/drawing/2014/main" id="{76CC544D-13FD-3E62-E3ED-232288A928BE}"/>
              </a:ext>
            </a:extLst>
          </p:cNvPr>
          <p:cNvSpPr txBox="1"/>
          <p:nvPr/>
        </p:nvSpPr>
        <p:spPr>
          <a:xfrm>
            <a:off x="90615" y="3826508"/>
            <a:ext cx="3542039" cy="2246769"/>
          </a:xfrm>
          <a:prstGeom prst="rect">
            <a:avLst/>
          </a:prstGeom>
          <a:solidFill>
            <a:schemeClr val="accent5">
              <a:lumMod val="40000"/>
              <a:lumOff val="60000"/>
            </a:schemeClr>
          </a:solidFill>
          <a:ln>
            <a:solidFill>
              <a:schemeClr val="accent1"/>
            </a:solidFill>
          </a:ln>
        </p:spPr>
        <p:txBody>
          <a:bodyPr wrap="square">
            <a:spAutoFit/>
          </a:bodyPr>
          <a:lstStyle/>
          <a:p>
            <a:pPr algn="just"/>
            <a:r>
              <a:rPr lang="en-US" sz="2000" dirty="0"/>
              <a:t>In the figure, 28-bit DES key registers C and D are rotated once in round 2 (left arrow) and twice in round 3 (right arrows)</a:t>
            </a:r>
            <a:r>
              <a:rPr lang="en-US" sz="2000" dirty="0">
                <a:sym typeface="Wingdings" panose="05000000000000000000" pitchFamily="2" charset="2"/>
              </a:rPr>
              <a:t>therefore, small variations in trace can be perceived </a:t>
            </a:r>
            <a:endParaRPr lang="en-US" sz="2000" dirty="0"/>
          </a:p>
        </p:txBody>
      </p:sp>
    </p:spTree>
    <p:extLst>
      <p:ext uri="{BB962C8B-B14F-4D97-AF65-F5344CB8AC3E}">
        <p14:creationId xmlns:p14="http://schemas.microsoft.com/office/powerpoint/2010/main" val="1246860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CB7F1-5899-4484-A2A5-0D49ED3911B1}"/>
              </a:ext>
            </a:extLst>
          </p:cNvPr>
          <p:cNvSpPr>
            <a:spLocks noGrp="1"/>
          </p:cNvSpPr>
          <p:nvPr>
            <p:ph type="title"/>
          </p:nvPr>
        </p:nvSpPr>
        <p:spPr/>
        <p:txBody>
          <a:bodyPr/>
          <a:lstStyle/>
          <a:p>
            <a:r>
              <a:rPr lang="en-US" dirty="0"/>
              <a:t>More Operations </a:t>
            </a:r>
          </a:p>
        </p:txBody>
      </p:sp>
      <p:sp>
        <p:nvSpPr>
          <p:cNvPr id="3" name="Content Placeholder 2">
            <a:extLst>
              <a:ext uri="{FF2B5EF4-FFF2-40B4-BE49-F238E27FC236}">
                <a16:creationId xmlns:a16="http://schemas.microsoft.com/office/drawing/2014/main" id="{6E89E2DC-CAE9-49DC-BBE8-8BF9279D003F}"/>
              </a:ext>
            </a:extLst>
          </p:cNvPr>
          <p:cNvSpPr>
            <a:spLocks noGrp="1"/>
          </p:cNvSpPr>
          <p:nvPr>
            <p:ph idx="1"/>
          </p:nvPr>
        </p:nvSpPr>
        <p:spPr/>
        <p:txBody>
          <a:bodyPr/>
          <a:lstStyle/>
          <a:p>
            <a:r>
              <a:rPr lang="en-US" dirty="0"/>
              <a:t>Jump vs no Jump </a:t>
            </a:r>
          </a:p>
        </p:txBody>
      </p:sp>
      <p:sp>
        <p:nvSpPr>
          <p:cNvPr id="4" name="Date Placeholder 3">
            <a:extLst>
              <a:ext uri="{FF2B5EF4-FFF2-40B4-BE49-F238E27FC236}">
                <a16:creationId xmlns:a16="http://schemas.microsoft.com/office/drawing/2014/main" id="{1D6DA318-BBE2-4808-8DBA-42F618C41530}"/>
              </a:ext>
            </a:extLst>
          </p:cNvPr>
          <p:cNvSpPr>
            <a:spLocks noGrp="1"/>
          </p:cNvSpPr>
          <p:nvPr>
            <p:ph type="dt" sz="half" idx="10"/>
          </p:nvPr>
        </p:nvSpPr>
        <p:spPr/>
        <p:txBody>
          <a:bodyPr/>
          <a:lstStyle/>
          <a:p>
            <a:pPr>
              <a:defRPr/>
            </a:pPr>
            <a:fld id="{7618463D-CB16-4A8D-8BF7-966F8452CCD3}" type="datetime4">
              <a:rPr lang="en-US" altLang="zh-CN" smtClean="0"/>
              <a:pPr>
                <a:defRPr/>
              </a:pPr>
              <a:t>June 26, 2024</a:t>
            </a:fld>
            <a:endParaRPr lang="zh-CN" altLang="en-US"/>
          </a:p>
        </p:txBody>
      </p:sp>
      <p:sp>
        <p:nvSpPr>
          <p:cNvPr id="5" name="Slide Number Placeholder 4">
            <a:extLst>
              <a:ext uri="{FF2B5EF4-FFF2-40B4-BE49-F238E27FC236}">
                <a16:creationId xmlns:a16="http://schemas.microsoft.com/office/drawing/2014/main" id="{7FE215B6-2544-4260-A117-4B85E3FEFDC9}"/>
              </a:ext>
            </a:extLst>
          </p:cNvPr>
          <p:cNvSpPr>
            <a:spLocks noGrp="1"/>
          </p:cNvSpPr>
          <p:nvPr>
            <p:ph type="sldNum" sz="quarter" idx="12"/>
          </p:nvPr>
        </p:nvSpPr>
        <p:spPr/>
        <p:txBody>
          <a:bodyPr/>
          <a:lstStyle/>
          <a:p>
            <a:pPr>
              <a:defRPr/>
            </a:pPr>
            <a:fld id="{50A0F6BE-1175-47FD-A32F-FBBB15F2AA46}" type="slidenum">
              <a:rPr lang="en-US" altLang="zh-CN" smtClean="0"/>
              <a:pPr>
                <a:defRPr/>
              </a:pPr>
              <a:t>13</a:t>
            </a:fld>
            <a:endParaRPr lang="en-US" altLang="zh-CN"/>
          </a:p>
        </p:txBody>
      </p:sp>
      <p:pic>
        <p:nvPicPr>
          <p:cNvPr id="7" name="Picture 6">
            <a:extLst>
              <a:ext uri="{FF2B5EF4-FFF2-40B4-BE49-F238E27FC236}">
                <a16:creationId xmlns:a16="http://schemas.microsoft.com/office/drawing/2014/main" id="{B15D22BB-B7B7-4744-A061-624CE1BC3C4F}"/>
              </a:ext>
            </a:extLst>
          </p:cNvPr>
          <p:cNvPicPr>
            <a:picLocks noChangeAspect="1"/>
          </p:cNvPicPr>
          <p:nvPr/>
        </p:nvPicPr>
        <p:blipFill>
          <a:blip r:embed="rId3"/>
          <a:stretch>
            <a:fillRect/>
          </a:stretch>
        </p:blipFill>
        <p:spPr>
          <a:xfrm>
            <a:off x="2432050" y="2239814"/>
            <a:ext cx="7315200" cy="3877435"/>
          </a:xfrm>
          <a:prstGeom prst="rect">
            <a:avLst/>
          </a:prstGeom>
        </p:spPr>
      </p:pic>
      <p:sp>
        <p:nvSpPr>
          <p:cNvPr id="8" name="Flowchart: Process 7">
            <a:extLst>
              <a:ext uri="{FF2B5EF4-FFF2-40B4-BE49-F238E27FC236}">
                <a16:creationId xmlns:a16="http://schemas.microsoft.com/office/drawing/2014/main" id="{C97EB396-E31A-441C-BCF3-7AEBD7CC73BA}"/>
              </a:ext>
            </a:extLst>
          </p:cNvPr>
          <p:cNvSpPr/>
          <p:nvPr/>
        </p:nvSpPr>
        <p:spPr>
          <a:xfrm>
            <a:off x="7315200" y="2133600"/>
            <a:ext cx="1066800" cy="3810000"/>
          </a:xfrm>
          <a:prstGeom prst="flowChartProcess">
            <a:avLst/>
          </a:prstGeom>
          <a:solidFill>
            <a:srgbClr val="CC9900">
              <a:alpha val="2902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6545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B5DE6412-DF86-A304-51AE-512A22DBC433}"/>
              </a:ext>
            </a:extLst>
          </p:cNvPr>
          <p:cNvSpPr>
            <a:spLocks noGrp="1" noChangeArrowheads="1"/>
          </p:cNvSpPr>
          <p:nvPr>
            <p:ph type="title"/>
          </p:nvPr>
        </p:nvSpPr>
        <p:spPr>
          <a:xfrm>
            <a:off x="1524000" y="0"/>
            <a:ext cx="9144000" cy="838200"/>
          </a:xfrm>
        </p:spPr>
        <p:txBody>
          <a:bodyPr/>
          <a:lstStyle/>
          <a:p>
            <a:pPr eaLnBrk="1" hangingPunct="1"/>
            <a:r>
              <a:rPr lang="en-US" altLang="zh-CN" sz="3600">
                <a:ea typeface="宋体" panose="02010600030101010101" pitchFamily="2" charset="-122"/>
              </a:rPr>
              <a:t>Timing attacks</a:t>
            </a:r>
          </a:p>
        </p:txBody>
      </p:sp>
      <p:sp>
        <p:nvSpPr>
          <p:cNvPr id="7171" name="Rectangle 3">
            <a:extLst>
              <a:ext uri="{FF2B5EF4-FFF2-40B4-BE49-F238E27FC236}">
                <a16:creationId xmlns:a16="http://schemas.microsoft.com/office/drawing/2014/main" id="{7EB3FD37-B4E9-D192-569D-0957BCCCD081}"/>
              </a:ext>
            </a:extLst>
          </p:cNvPr>
          <p:cNvSpPr>
            <a:spLocks noGrp="1" noChangeArrowheads="1"/>
          </p:cNvSpPr>
          <p:nvPr>
            <p:ph idx="1"/>
          </p:nvPr>
        </p:nvSpPr>
        <p:spPr>
          <a:xfrm>
            <a:off x="1981200" y="1219201"/>
            <a:ext cx="8229600" cy="1281113"/>
          </a:xfrm>
        </p:spPr>
        <p:txBody>
          <a:bodyPr/>
          <a:lstStyle/>
          <a:p>
            <a:pPr eaLnBrk="1" hangingPunct="1">
              <a:lnSpc>
                <a:spcPct val="80000"/>
              </a:lnSpc>
            </a:pPr>
            <a:r>
              <a:rPr lang="en-US" altLang="zh-CN" sz="2800">
                <a:ea typeface="宋体" panose="02010600030101010101" pitchFamily="2" charset="-122"/>
              </a:rPr>
              <a:t>Running time of a crypto processor can be used as an information channel</a:t>
            </a:r>
          </a:p>
          <a:p>
            <a:pPr eaLnBrk="1" hangingPunct="1">
              <a:lnSpc>
                <a:spcPct val="80000"/>
              </a:lnSpc>
            </a:pPr>
            <a:r>
              <a:rPr lang="en-US" altLang="zh-CN" sz="2800">
                <a:ea typeface="宋体" panose="02010600030101010101" pitchFamily="2" charset="-122"/>
              </a:rPr>
              <a:t>The idea was proposed by Kocher, Crypto’96</a:t>
            </a:r>
          </a:p>
          <a:p>
            <a:pPr eaLnBrk="1" hangingPunct="1">
              <a:lnSpc>
                <a:spcPct val="80000"/>
              </a:lnSpc>
            </a:pPr>
            <a:endParaRPr lang="en-US" altLang="zh-CN" sz="2800">
              <a:ea typeface="宋体" panose="02010600030101010101" pitchFamily="2" charset="-122"/>
            </a:endParaRPr>
          </a:p>
        </p:txBody>
      </p:sp>
      <p:pic>
        <p:nvPicPr>
          <p:cNvPr id="7172" name="Picture 4">
            <a:extLst>
              <a:ext uri="{FF2B5EF4-FFF2-40B4-BE49-F238E27FC236}">
                <a16:creationId xmlns:a16="http://schemas.microsoft.com/office/drawing/2014/main" id="{62D328FE-AB31-7550-80CF-4C1ADECBE7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7939" y="2500313"/>
            <a:ext cx="7096125" cy="353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Slide Number Placeholder 4">
            <a:extLst>
              <a:ext uri="{FF2B5EF4-FFF2-40B4-BE49-F238E27FC236}">
                <a16:creationId xmlns:a16="http://schemas.microsoft.com/office/drawing/2014/main" id="{CB7C63B0-B467-A0EE-6A4C-4C3B4F75DE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9C25A5D3-C3B7-4BCA-9C6F-9712F20F5F37}" type="slidenum">
              <a:rPr lang="en-US" altLang="zh-CN" sz="1200">
                <a:ea typeface="宋体" panose="02010600030101010101" pitchFamily="2" charset="-122"/>
              </a:rPr>
              <a:pPr>
                <a:spcBef>
                  <a:spcPct val="0"/>
                </a:spcBef>
                <a:buClrTx/>
                <a:buSzTx/>
                <a:buFontTx/>
                <a:buNone/>
              </a:pPr>
              <a:t>14</a:t>
            </a:fld>
            <a:endParaRPr lang="en-US" altLang="zh-CN" sz="1200">
              <a:ea typeface="宋体" panose="02010600030101010101" pitchFamily="2" charset="-122"/>
            </a:endParaRPr>
          </a:p>
        </p:txBody>
      </p:sp>
      <p:sp>
        <p:nvSpPr>
          <p:cNvPr id="7174" name="Date Placeholder 1">
            <a:extLst>
              <a:ext uri="{FF2B5EF4-FFF2-40B4-BE49-F238E27FC236}">
                <a16:creationId xmlns:a16="http://schemas.microsoft.com/office/drawing/2014/main" id="{B9EE4576-5570-9586-14B4-DD4DC99A53B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22FFE380-621C-4D57-9213-D5BB056BF772}" type="datetime4">
              <a:rPr lang="en-US" altLang="zh-CN" sz="1200">
                <a:ea typeface="宋体" panose="02010600030101010101" pitchFamily="2" charset="-122"/>
              </a:rPr>
              <a:pPr>
                <a:spcBef>
                  <a:spcPct val="0"/>
                </a:spcBef>
                <a:buClrTx/>
                <a:buSzTx/>
                <a:buFontTx/>
                <a:buNone/>
              </a:pPr>
              <a:t>June 26, 2024</a:t>
            </a:fld>
            <a:endParaRPr lang="zh-CN" altLang="en-US" sz="120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9B15E5E1-02D0-35AC-1396-4EDF454E7616}"/>
              </a:ext>
            </a:extLst>
          </p:cNvPr>
          <p:cNvPicPr>
            <a:picLocks noGrp="1" noChangeAspect="1" noChangeArrowheads="1"/>
          </p:cNvPicPr>
          <p:nvPr>
            <p:ph type="title"/>
          </p:nvPr>
        </p:nvPicPr>
        <p:blipFill>
          <a:blip r:embed="rId3">
            <a:extLst>
              <a:ext uri="{28A0092B-C50C-407E-A947-70E740481C1C}">
                <a14:useLocalDpi xmlns:a14="http://schemas.microsoft.com/office/drawing/2010/main" val="0"/>
              </a:ext>
            </a:extLst>
          </a:blip>
          <a:srcRect/>
          <a:stretch>
            <a:fillRect/>
          </a:stretch>
        </p:blipFill>
        <p:spPr>
          <a:xfrm>
            <a:off x="2286000" y="1295401"/>
            <a:ext cx="7543800" cy="3846513"/>
          </a:xfrm>
        </p:spPr>
      </p:pic>
      <p:sp>
        <p:nvSpPr>
          <p:cNvPr id="9219" name="Rectangle 3">
            <a:extLst>
              <a:ext uri="{FF2B5EF4-FFF2-40B4-BE49-F238E27FC236}">
                <a16:creationId xmlns:a16="http://schemas.microsoft.com/office/drawing/2014/main" id="{2BACBAAE-2FF6-C7E4-71B8-9EB7E1C63F94}"/>
              </a:ext>
            </a:extLst>
          </p:cNvPr>
          <p:cNvSpPr>
            <a:spLocks noChangeArrowheads="1"/>
          </p:cNvSpPr>
          <p:nvPr/>
        </p:nvSpPr>
        <p:spPr bwMode="auto">
          <a:xfrm>
            <a:off x="152400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3600" b="1">
                <a:solidFill>
                  <a:srgbClr val="FF0000"/>
                </a:solidFill>
                <a:ea typeface="宋体" panose="02010600030101010101" pitchFamily="2" charset="-122"/>
              </a:rPr>
              <a:t>Timing attacks (cont’d)</a:t>
            </a:r>
          </a:p>
        </p:txBody>
      </p:sp>
      <p:sp>
        <p:nvSpPr>
          <p:cNvPr id="9220" name="Slide Number Placeholder 3">
            <a:extLst>
              <a:ext uri="{FF2B5EF4-FFF2-40B4-BE49-F238E27FC236}">
                <a16:creationId xmlns:a16="http://schemas.microsoft.com/office/drawing/2014/main" id="{FD6988FB-CCAC-359C-0E6D-C656493E7DF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FA044797-4EA7-41E7-BFF4-192340FB9ECB}" type="slidenum">
              <a:rPr lang="en-US" altLang="zh-CN" sz="1200">
                <a:ea typeface="宋体" panose="02010600030101010101" pitchFamily="2" charset="-122"/>
              </a:rPr>
              <a:pPr>
                <a:spcBef>
                  <a:spcPct val="0"/>
                </a:spcBef>
                <a:buClrTx/>
                <a:buSzTx/>
                <a:buFontTx/>
                <a:buNone/>
              </a:pPr>
              <a:t>15</a:t>
            </a:fld>
            <a:endParaRPr lang="en-US" altLang="zh-CN" sz="1200">
              <a:ea typeface="宋体" panose="02010600030101010101" pitchFamily="2" charset="-122"/>
            </a:endParaRPr>
          </a:p>
        </p:txBody>
      </p:sp>
      <p:sp>
        <p:nvSpPr>
          <p:cNvPr id="9221" name="Date Placeholder 1">
            <a:extLst>
              <a:ext uri="{FF2B5EF4-FFF2-40B4-BE49-F238E27FC236}">
                <a16:creationId xmlns:a16="http://schemas.microsoft.com/office/drawing/2014/main" id="{FA1EDA5B-3466-09BD-EA05-CC2C27BC47A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B3C18061-BF8E-4831-AFE2-CC07C0CCA1FA}" type="datetime4">
              <a:rPr lang="en-US" altLang="zh-CN" sz="1200">
                <a:ea typeface="宋体" panose="02010600030101010101" pitchFamily="2" charset="-122"/>
              </a:rPr>
              <a:pPr>
                <a:spcBef>
                  <a:spcPct val="0"/>
                </a:spcBef>
                <a:buClrTx/>
                <a:buSzTx/>
                <a:buFontTx/>
                <a:buNone/>
              </a:pPr>
              <a:t>June 26, 2024</a:t>
            </a:fld>
            <a:endParaRPr lang="zh-CN" altLang="en-US" sz="120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AB031-FB36-B2F2-74E4-B61B3EBCC2A2}"/>
              </a:ext>
            </a:extLst>
          </p:cNvPr>
          <p:cNvSpPr>
            <a:spLocks noGrp="1"/>
          </p:cNvSpPr>
          <p:nvPr>
            <p:ph type="title"/>
          </p:nvPr>
        </p:nvSpPr>
        <p:spPr/>
        <p:txBody>
          <a:bodyPr/>
          <a:lstStyle/>
          <a:p>
            <a:r>
              <a:rPr lang="en-US" dirty="0"/>
              <a:t>Simple Example </a:t>
            </a:r>
          </a:p>
        </p:txBody>
      </p:sp>
      <p:sp>
        <p:nvSpPr>
          <p:cNvPr id="3" name="Content Placeholder 2">
            <a:extLst>
              <a:ext uri="{FF2B5EF4-FFF2-40B4-BE49-F238E27FC236}">
                <a16:creationId xmlns:a16="http://schemas.microsoft.com/office/drawing/2014/main" id="{DEE42A63-3DFE-C6CE-0CCE-07C04EFEE2EC}"/>
              </a:ext>
            </a:extLst>
          </p:cNvPr>
          <p:cNvSpPr>
            <a:spLocks noGrp="1"/>
          </p:cNvSpPr>
          <p:nvPr>
            <p:ph sz="quarter" idx="13"/>
          </p:nvPr>
        </p:nvSpPr>
        <p:spPr/>
        <p:txBody>
          <a:bodyPr>
            <a:normAutofit/>
          </a:bodyPr>
          <a:lstStyle/>
          <a:p>
            <a:r>
              <a:rPr lang="en-US" sz="2000" dirty="0"/>
              <a:t>The following C code demonstrates a typical insecure string comparison which stops testing as soon as a character doesn't match. </a:t>
            </a:r>
          </a:p>
          <a:p>
            <a:r>
              <a:rPr lang="en-US" sz="2000" dirty="0"/>
              <a:t>For example, when comparing "ABCDE" with "</a:t>
            </a:r>
            <a:r>
              <a:rPr lang="en-US" sz="2000" dirty="0" err="1"/>
              <a:t>ABxDE</a:t>
            </a:r>
            <a:r>
              <a:rPr lang="en-US" sz="2000" dirty="0"/>
              <a:t>" it will return after 3 loop iterations:</a:t>
            </a:r>
          </a:p>
        </p:txBody>
      </p:sp>
      <p:pic>
        <p:nvPicPr>
          <p:cNvPr id="5" name="Picture 4">
            <a:extLst>
              <a:ext uri="{FF2B5EF4-FFF2-40B4-BE49-F238E27FC236}">
                <a16:creationId xmlns:a16="http://schemas.microsoft.com/office/drawing/2014/main" id="{97BAAA0F-2DC7-E54A-5437-F801ADAB857F}"/>
              </a:ext>
            </a:extLst>
          </p:cNvPr>
          <p:cNvPicPr>
            <a:picLocks noChangeAspect="1"/>
          </p:cNvPicPr>
          <p:nvPr/>
        </p:nvPicPr>
        <p:blipFill>
          <a:blip r:embed="rId2"/>
          <a:stretch>
            <a:fillRect/>
          </a:stretch>
        </p:blipFill>
        <p:spPr>
          <a:xfrm>
            <a:off x="1267946" y="3429000"/>
            <a:ext cx="10278809" cy="2396918"/>
          </a:xfrm>
          <a:prstGeom prst="rect">
            <a:avLst/>
          </a:prstGeom>
        </p:spPr>
      </p:pic>
      <p:sp>
        <p:nvSpPr>
          <p:cNvPr id="7" name="TextBox 6">
            <a:extLst>
              <a:ext uri="{FF2B5EF4-FFF2-40B4-BE49-F238E27FC236}">
                <a16:creationId xmlns:a16="http://schemas.microsoft.com/office/drawing/2014/main" id="{2418EEA5-35A1-B7CC-034F-D4151E1A05D2}"/>
              </a:ext>
            </a:extLst>
          </p:cNvPr>
          <p:cNvSpPr txBox="1"/>
          <p:nvPr/>
        </p:nvSpPr>
        <p:spPr>
          <a:xfrm>
            <a:off x="778870" y="6505271"/>
            <a:ext cx="6097656" cy="307777"/>
          </a:xfrm>
          <a:prstGeom prst="rect">
            <a:avLst/>
          </a:prstGeom>
          <a:noFill/>
        </p:spPr>
        <p:txBody>
          <a:bodyPr wrap="square">
            <a:spAutoFit/>
          </a:bodyPr>
          <a:lstStyle/>
          <a:p>
            <a:r>
              <a:rPr lang="en-US" sz="1400" dirty="0"/>
              <a:t>Source: https://en.wikipedia.org/wiki/Timing_attack</a:t>
            </a:r>
          </a:p>
        </p:txBody>
      </p:sp>
    </p:spTree>
    <p:extLst>
      <p:ext uri="{BB962C8B-B14F-4D97-AF65-F5344CB8AC3E}">
        <p14:creationId xmlns:p14="http://schemas.microsoft.com/office/powerpoint/2010/main" val="1167063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5EB4FAB-36BB-D2A6-5566-C5903DE47450}"/>
              </a:ext>
            </a:extLst>
          </p:cNvPr>
          <p:cNvSpPr>
            <a:spLocks noGrp="1" noChangeArrowheads="1"/>
          </p:cNvSpPr>
          <p:nvPr>
            <p:ph type="title"/>
          </p:nvPr>
        </p:nvSpPr>
        <p:spPr>
          <a:xfrm>
            <a:off x="653143" y="0"/>
            <a:ext cx="11595004" cy="838200"/>
          </a:xfrm>
        </p:spPr>
        <p:txBody>
          <a:bodyPr/>
          <a:lstStyle/>
          <a:p>
            <a:pPr eaLnBrk="1" hangingPunct="1"/>
            <a:r>
              <a:rPr lang="en-US" altLang="zh-CN" sz="3600" dirty="0">
                <a:ea typeface="宋体" panose="02010600030101010101" pitchFamily="2" charset="-122"/>
              </a:rPr>
              <a:t>Timing Attack on RSA Cryptosystem</a:t>
            </a:r>
          </a:p>
        </p:txBody>
      </p:sp>
      <p:sp>
        <p:nvSpPr>
          <p:cNvPr id="11267" name="Rectangle 3">
            <a:extLst>
              <a:ext uri="{FF2B5EF4-FFF2-40B4-BE49-F238E27FC236}">
                <a16:creationId xmlns:a16="http://schemas.microsoft.com/office/drawing/2014/main" id="{2BBE262B-D259-71B2-C4E6-1B7F2844B336}"/>
              </a:ext>
            </a:extLst>
          </p:cNvPr>
          <p:cNvSpPr>
            <a:spLocks noGrp="1" noChangeArrowheads="1"/>
          </p:cNvSpPr>
          <p:nvPr>
            <p:ph idx="1"/>
          </p:nvPr>
        </p:nvSpPr>
        <p:spPr>
          <a:xfrm>
            <a:off x="737937" y="990600"/>
            <a:ext cx="9587163" cy="5029200"/>
          </a:xfrm>
        </p:spPr>
        <p:txBody>
          <a:bodyPr>
            <a:normAutofit/>
          </a:bodyPr>
          <a:lstStyle/>
          <a:p>
            <a:pPr eaLnBrk="1" hangingPunct="1"/>
            <a:r>
              <a:rPr lang="en-US" altLang="zh-CN" sz="2800" dirty="0">
                <a:ea typeface="宋体" panose="02010600030101010101" pitchFamily="2" charset="-122"/>
              </a:rPr>
              <a:t>Modular exponentiation is a fundamental operation in many cryptographic algorithms, including RSA and Diffie-Hellman</a:t>
            </a:r>
            <a:r>
              <a:rPr lang="en-US" altLang="zh-CN" sz="2800">
                <a:ea typeface="宋体" panose="02010600030101010101" pitchFamily="2" charset="-122"/>
              </a:rPr>
              <a:t>. </a:t>
            </a:r>
            <a:endParaRPr lang="en-US" altLang="zh-CN" dirty="0"/>
          </a:p>
          <a:p>
            <a:pPr eaLnBrk="1" hangingPunct="1"/>
            <a:r>
              <a:rPr lang="en-US" altLang="zh-CN" sz="2800" dirty="0">
                <a:ea typeface="宋体" panose="02010600030101010101" pitchFamily="2" charset="-122"/>
              </a:rPr>
              <a:t>The security of RSA relies on the difficulty of factoring the large modulus n, which is derived from two large prime numbers. </a:t>
            </a:r>
          </a:p>
          <a:p>
            <a:pPr eaLnBrk="1" hangingPunct="1"/>
            <a:r>
              <a:rPr lang="en-US" altLang="zh-CN" sz="2800" dirty="0">
                <a:ea typeface="宋体" panose="02010600030101010101" pitchFamily="2" charset="-122"/>
              </a:rPr>
              <a:t>Modular exponentiation is used because it allows for this one-way function—easy to compute in one direction (encryption) and hard to reverse (decryption) without the private key.</a:t>
            </a:r>
          </a:p>
          <a:p>
            <a:pPr eaLnBrk="1" hangingPunct="1"/>
            <a:endParaRPr lang="en-US" altLang="zh-CN" sz="2800" dirty="0">
              <a:ea typeface="宋体" panose="02010600030101010101" pitchFamily="2" charset="-122"/>
              <a:sym typeface="Symbol" panose="05050102010706020507" pitchFamily="18" charset="2"/>
            </a:endParaRPr>
          </a:p>
        </p:txBody>
      </p:sp>
      <p:sp>
        <p:nvSpPr>
          <p:cNvPr id="11268" name="Slide Number Placeholder 3">
            <a:extLst>
              <a:ext uri="{FF2B5EF4-FFF2-40B4-BE49-F238E27FC236}">
                <a16:creationId xmlns:a16="http://schemas.microsoft.com/office/drawing/2014/main" id="{B87D9B0D-CDF0-0BEB-6D0A-E01672748A2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04DE7495-BCAD-4B58-8C7B-A69443D7DC47}" type="slidenum">
              <a:rPr lang="en-US" altLang="zh-CN" sz="1200">
                <a:ea typeface="宋体" panose="02010600030101010101" pitchFamily="2" charset="-122"/>
              </a:rPr>
              <a:pPr>
                <a:spcBef>
                  <a:spcPct val="0"/>
                </a:spcBef>
                <a:buClrTx/>
                <a:buSzTx/>
                <a:buFontTx/>
                <a:buNone/>
              </a:pPr>
              <a:t>17</a:t>
            </a:fld>
            <a:endParaRPr lang="en-US" altLang="zh-CN" sz="1200">
              <a:ea typeface="宋体" panose="02010600030101010101" pitchFamily="2" charset="-122"/>
            </a:endParaRPr>
          </a:p>
        </p:txBody>
      </p:sp>
      <p:sp>
        <p:nvSpPr>
          <p:cNvPr id="11269" name="Date Placeholder 1">
            <a:extLst>
              <a:ext uri="{FF2B5EF4-FFF2-40B4-BE49-F238E27FC236}">
                <a16:creationId xmlns:a16="http://schemas.microsoft.com/office/drawing/2014/main" id="{9A324ADC-6C31-92C9-4457-952FE519967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6E1C7EC1-5BF4-448F-8101-73BC176C41BD}" type="datetime4">
              <a:rPr lang="en-US" altLang="zh-CN" sz="1200">
                <a:ea typeface="宋体" panose="02010600030101010101" pitchFamily="2" charset="-122"/>
              </a:rPr>
              <a:pPr>
                <a:spcBef>
                  <a:spcPct val="0"/>
                </a:spcBef>
                <a:buClrTx/>
                <a:buSzTx/>
                <a:buFontTx/>
                <a:buNone/>
              </a:pPr>
              <a:t>June 26, 2024</a:t>
            </a:fld>
            <a:endParaRPr lang="zh-CN" altLang="en-US" sz="1200">
              <a:ea typeface="宋体" panose="02010600030101010101" pitchFamily="2" charset="-122"/>
            </a:endParaRPr>
          </a:p>
        </p:txBody>
      </p:sp>
    </p:spTree>
    <p:extLst>
      <p:ext uri="{BB962C8B-B14F-4D97-AF65-F5344CB8AC3E}">
        <p14:creationId xmlns:p14="http://schemas.microsoft.com/office/powerpoint/2010/main" val="11968255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5EEB73CB-5335-A7B3-B0F2-C9AA7CD0E937}"/>
              </a:ext>
            </a:extLst>
          </p:cNvPr>
          <p:cNvSpPr>
            <a:spLocks noGrp="1" noChangeArrowheads="1"/>
          </p:cNvSpPr>
          <p:nvPr>
            <p:ph type="title"/>
          </p:nvPr>
        </p:nvSpPr>
        <p:spPr>
          <a:xfrm>
            <a:off x="1524000" y="76200"/>
            <a:ext cx="9144000" cy="838200"/>
          </a:xfrm>
        </p:spPr>
        <p:txBody>
          <a:bodyPr/>
          <a:lstStyle/>
          <a:p>
            <a:pPr eaLnBrk="1" hangingPunct="1"/>
            <a:r>
              <a:rPr lang="en-US" altLang="zh-CN" sz="3600">
                <a:ea typeface="宋体" panose="02010600030101010101" pitchFamily="2" charset="-122"/>
              </a:rPr>
              <a:t>Kocher’s Observation</a:t>
            </a:r>
          </a:p>
        </p:txBody>
      </p:sp>
      <p:pic>
        <p:nvPicPr>
          <p:cNvPr id="15363" name="Picture 3" descr="t">
            <a:extLst>
              <a:ext uri="{FF2B5EF4-FFF2-40B4-BE49-F238E27FC236}">
                <a16:creationId xmlns:a16="http://schemas.microsoft.com/office/drawing/2014/main" id="{61BE8945-1AFE-F996-CD65-28F652094B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250951"/>
            <a:ext cx="6172200" cy="461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4068" name="Oval 4">
            <a:extLst>
              <a:ext uri="{FF2B5EF4-FFF2-40B4-BE49-F238E27FC236}">
                <a16:creationId xmlns:a16="http://schemas.microsoft.com/office/drawing/2014/main" id="{229651F2-2449-224C-CEBB-1AF2B84E6660}"/>
              </a:ext>
            </a:extLst>
          </p:cNvPr>
          <p:cNvSpPr>
            <a:spLocks noChangeArrowheads="1"/>
          </p:cNvSpPr>
          <p:nvPr/>
        </p:nvSpPr>
        <p:spPr bwMode="auto">
          <a:xfrm>
            <a:off x="4724400" y="2698750"/>
            <a:ext cx="3200400" cy="596900"/>
          </a:xfrm>
          <a:prstGeom prst="ellipse">
            <a:avLst/>
          </a:prstGeom>
          <a:noFill/>
          <a:ln w="2857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zh-CN" altLang="en-US" sz="1800">
              <a:ea typeface="宋体" panose="02010600030101010101" pitchFamily="2" charset="-122"/>
            </a:endParaRPr>
          </a:p>
        </p:txBody>
      </p:sp>
      <p:sp>
        <p:nvSpPr>
          <p:cNvPr id="344069" name="Text Box 5">
            <a:extLst>
              <a:ext uri="{FF2B5EF4-FFF2-40B4-BE49-F238E27FC236}">
                <a16:creationId xmlns:a16="http://schemas.microsoft.com/office/drawing/2014/main" id="{BB8B86EA-1419-D131-283C-A3FDD285D578}"/>
              </a:ext>
            </a:extLst>
          </p:cNvPr>
          <p:cNvSpPr txBox="1">
            <a:spLocks noChangeArrowheads="1"/>
          </p:cNvSpPr>
          <p:nvPr/>
        </p:nvSpPr>
        <p:spPr bwMode="auto">
          <a:xfrm>
            <a:off x="8075613" y="2146300"/>
            <a:ext cx="21891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ct val="80000"/>
              </a:lnSpc>
              <a:buClr>
                <a:schemeClr val="accent2"/>
              </a:buClr>
              <a:buSzTx/>
              <a:buFontTx/>
              <a:buNone/>
            </a:pPr>
            <a:r>
              <a:rPr lang="en-US" altLang="zh-CN" sz="2000">
                <a:solidFill>
                  <a:schemeClr val="hlink"/>
                </a:solidFill>
                <a:latin typeface="Tahoma" panose="020B0604030504040204" pitchFamily="34" charset="0"/>
                <a:ea typeface="宋体" panose="02010600030101010101" pitchFamily="2" charset="-122"/>
              </a:rPr>
              <a:t>This takes a while</a:t>
            </a:r>
          </a:p>
          <a:p>
            <a:pPr>
              <a:lnSpc>
                <a:spcPct val="80000"/>
              </a:lnSpc>
              <a:buClr>
                <a:schemeClr val="accent2"/>
              </a:buClr>
              <a:buSzTx/>
              <a:buFontTx/>
              <a:buNone/>
            </a:pPr>
            <a:r>
              <a:rPr lang="en-US" altLang="zh-CN" sz="2000">
                <a:solidFill>
                  <a:schemeClr val="hlink"/>
                </a:solidFill>
                <a:latin typeface="Tahoma" panose="020B0604030504040204" pitchFamily="34" charset="0"/>
                <a:ea typeface="宋体" panose="02010600030101010101" pitchFamily="2" charset="-122"/>
              </a:rPr>
              <a:t>to compute</a:t>
            </a:r>
          </a:p>
        </p:txBody>
      </p:sp>
      <p:sp>
        <p:nvSpPr>
          <p:cNvPr id="344070" name="Line 6">
            <a:extLst>
              <a:ext uri="{FF2B5EF4-FFF2-40B4-BE49-F238E27FC236}">
                <a16:creationId xmlns:a16="http://schemas.microsoft.com/office/drawing/2014/main" id="{E3962D7C-6C1E-D392-2FA5-DBF3801F35D0}"/>
              </a:ext>
            </a:extLst>
          </p:cNvPr>
          <p:cNvSpPr>
            <a:spLocks noChangeShapeType="1"/>
          </p:cNvSpPr>
          <p:nvPr/>
        </p:nvSpPr>
        <p:spPr bwMode="auto">
          <a:xfrm flipV="1">
            <a:off x="7620001" y="2470150"/>
            <a:ext cx="455613" cy="3175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4071" name="Oval 7">
            <a:extLst>
              <a:ext uri="{FF2B5EF4-FFF2-40B4-BE49-F238E27FC236}">
                <a16:creationId xmlns:a16="http://schemas.microsoft.com/office/drawing/2014/main" id="{AC658725-8775-D20E-A899-9697D3735CD0}"/>
              </a:ext>
            </a:extLst>
          </p:cNvPr>
          <p:cNvSpPr>
            <a:spLocks noChangeArrowheads="1"/>
          </p:cNvSpPr>
          <p:nvPr/>
        </p:nvSpPr>
        <p:spPr bwMode="auto">
          <a:xfrm>
            <a:off x="4876800" y="3765550"/>
            <a:ext cx="457200" cy="381000"/>
          </a:xfrm>
          <a:prstGeom prst="ellipse">
            <a:avLst/>
          </a:prstGeom>
          <a:noFill/>
          <a:ln w="2857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zh-CN" altLang="en-US" sz="1800">
              <a:ea typeface="宋体" panose="02010600030101010101" pitchFamily="2" charset="-122"/>
            </a:endParaRPr>
          </a:p>
        </p:txBody>
      </p:sp>
      <p:sp>
        <p:nvSpPr>
          <p:cNvPr id="344072" name="Text Box 8">
            <a:extLst>
              <a:ext uri="{FF2B5EF4-FFF2-40B4-BE49-F238E27FC236}">
                <a16:creationId xmlns:a16="http://schemas.microsoft.com/office/drawing/2014/main" id="{1DC5D6FA-54B6-D93B-E016-DC960E48FA1D}"/>
              </a:ext>
            </a:extLst>
          </p:cNvPr>
          <p:cNvSpPr txBox="1">
            <a:spLocks noChangeArrowheads="1"/>
          </p:cNvSpPr>
          <p:nvPr/>
        </p:nvSpPr>
        <p:spPr bwMode="auto">
          <a:xfrm>
            <a:off x="6858000" y="3765550"/>
            <a:ext cx="25336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ct val="80000"/>
              </a:lnSpc>
              <a:buClr>
                <a:schemeClr val="accent2"/>
              </a:buClr>
              <a:buSzTx/>
              <a:buFontTx/>
              <a:buNone/>
            </a:pPr>
            <a:r>
              <a:rPr lang="en-US" altLang="zh-CN" sz="2000">
                <a:solidFill>
                  <a:schemeClr val="hlink"/>
                </a:solidFill>
                <a:latin typeface="Tahoma" panose="020B0604030504040204" pitchFamily="34" charset="0"/>
                <a:ea typeface="宋体" panose="02010600030101010101" pitchFamily="2" charset="-122"/>
              </a:rPr>
              <a:t>This is instantaneous</a:t>
            </a:r>
          </a:p>
        </p:txBody>
      </p:sp>
      <p:sp>
        <p:nvSpPr>
          <p:cNvPr id="344073" name="Line 9">
            <a:extLst>
              <a:ext uri="{FF2B5EF4-FFF2-40B4-BE49-F238E27FC236}">
                <a16:creationId xmlns:a16="http://schemas.microsoft.com/office/drawing/2014/main" id="{48E91D4E-4F0F-66E6-5920-DC3A1D09845B}"/>
              </a:ext>
            </a:extLst>
          </p:cNvPr>
          <p:cNvSpPr>
            <a:spLocks noChangeShapeType="1"/>
          </p:cNvSpPr>
          <p:nvPr/>
        </p:nvSpPr>
        <p:spPr bwMode="auto">
          <a:xfrm flipV="1">
            <a:off x="5335588" y="3930650"/>
            <a:ext cx="1522412"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4074" name="Oval 10">
            <a:extLst>
              <a:ext uri="{FF2B5EF4-FFF2-40B4-BE49-F238E27FC236}">
                <a16:creationId xmlns:a16="http://schemas.microsoft.com/office/drawing/2014/main" id="{1EF50AFE-42A2-5277-63B9-6C7FD037A858}"/>
              </a:ext>
            </a:extLst>
          </p:cNvPr>
          <p:cNvSpPr>
            <a:spLocks noChangeArrowheads="1"/>
          </p:cNvSpPr>
          <p:nvPr/>
        </p:nvSpPr>
        <p:spPr bwMode="auto">
          <a:xfrm>
            <a:off x="3124200" y="2241550"/>
            <a:ext cx="3200400" cy="622300"/>
          </a:xfrm>
          <a:prstGeom prst="ellipse">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zh-CN" altLang="en-US" sz="1800">
              <a:ea typeface="宋体" panose="02010600030101010101" pitchFamily="2" charset="-122"/>
            </a:endParaRPr>
          </a:p>
        </p:txBody>
      </p:sp>
      <p:sp>
        <p:nvSpPr>
          <p:cNvPr id="344075" name="Text Box 11">
            <a:extLst>
              <a:ext uri="{FF2B5EF4-FFF2-40B4-BE49-F238E27FC236}">
                <a16:creationId xmlns:a16="http://schemas.microsoft.com/office/drawing/2014/main" id="{F2891AAC-28DA-8B31-246D-628CD61D09D5}"/>
              </a:ext>
            </a:extLst>
          </p:cNvPr>
          <p:cNvSpPr txBox="1">
            <a:spLocks noChangeArrowheads="1"/>
          </p:cNvSpPr>
          <p:nvPr/>
        </p:nvSpPr>
        <p:spPr bwMode="auto">
          <a:xfrm>
            <a:off x="5397501" y="1143001"/>
            <a:ext cx="485825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ct val="80000"/>
              </a:lnSpc>
              <a:buClr>
                <a:schemeClr val="accent2"/>
              </a:buClr>
              <a:buSzTx/>
              <a:buFontTx/>
              <a:buNone/>
            </a:pPr>
            <a:r>
              <a:rPr lang="en-US" altLang="zh-CN" sz="2000">
                <a:solidFill>
                  <a:schemeClr val="accent2"/>
                </a:solidFill>
                <a:latin typeface="Tahoma" panose="020B0604030504040204" pitchFamily="34" charset="0"/>
                <a:ea typeface="宋体" panose="02010600030101010101" pitchFamily="2" charset="-122"/>
              </a:rPr>
              <a:t>Whether iteration takes a long time</a:t>
            </a:r>
          </a:p>
          <a:p>
            <a:pPr>
              <a:lnSpc>
                <a:spcPct val="80000"/>
              </a:lnSpc>
              <a:buClr>
                <a:schemeClr val="accent2"/>
              </a:buClr>
              <a:buSzTx/>
              <a:buFontTx/>
              <a:buNone/>
            </a:pPr>
            <a:r>
              <a:rPr lang="en-US" altLang="zh-CN" sz="2000">
                <a:solidFill>
                  <a:schemeClr val="accent2"/>
                </a:solidFill>
                <a:latin typeface="Tahoma" panose="020B0604030504040204" pitchFamily="34" charset="0"/>
                <a:ea typeface="宋体" panose="02010600030101010101" pitchFamily="2" charset="-122"/>
              </a:rPr>
              <a:t>depends on the k</a:t>
            </a:r>
            <a:r>
              <a:rPr lang="en-US" altLang="zh-CN" sz="2000" baseline="30000">
                <a:solidFill>
                  <a:schemeClr val="accent2"/>
                </a:solidFill>
                <a:latin typeface="Tahoma" panose="020B0604030504040204" pitchFamily="34" charset="0"/>
                <a:ea typeface="宋体" panose="02010600030101010101" pitchFamily="2" charset="-122"/>
              </a:rPr>
              <a:t>th</a:t>
            </a:r>
            <a:r>
              <a:rPr lang="en-US" altLang="zh-CN" sz="2000">
                <a:solidFill>
                  <a:schemeClr val="accent2"/>
                </a:solidFill>
                <a:latin typeface="Tahoma" panose="020B0604030504040204" pitchFamily="34" charset="0"/>
                <a:ea typeface="宋体" panose="02010600030101010101" pitchFamily="2" charset="-122"/>
              </a:rPr>
              <a:t> bit of secret exponent</a:t>
            </a:r>
          </a:p>
        </p:txBody>
      </p:sp>
      <p:sp>
        <p:nvSpPr>
          <p:cNvPr id="344076" name="Line 12">
            <a:extLst>
              <a:ext uri="{FF2B5EF4-FFF2-40B4-BE49-F238E27FC236}">
                <a16:creationId xmlns:a16="http://schemas.microsoft.com/office/drawing/2014/main" id="{0CF42352-A5B0-68B1-5D2B-8EAC2D85DC4D}"/>
              </a:ext>
            </a:extLst>
          </p:cNvPr>
          <p:cNvSpPr>
            <a:spLocks noChangeShapeType="1"/>
          </p:cNvSpPr>
          <p:nvPr/>
        </p:nvSpPr>
        <p:spPr bwMode="auto">
          <a:xfrm flipV="1">
            <a:off x="6248400" y="1784350"/>
            <a:ext cx="914400" cy="6223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3" name="Slide Number Placeholder 12">
            <a:extLst>
              <a:ext uri="{FF2B5EF4-FFF2-40B4-BE49-F238E27FC236}">
                <a16:creationId xmlns:a16="http://schemas.microsoft.com/office/drawing/2014/main" id="{7E21B0E3-90FF-ED62-4EEE-44C270B9218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3C5E17A0-93E9-407E-80D3-2FDB818FCF62}" type="slidenum">
              <a:rPr lang="en-US" altLang="zh-CN" sz="1200">
                <a:ea typeface="宋体" panose="02010600030101010101" pitchFamily="2" charset="-122"/>
              </a:rPr>
              <a:pPr>
                <a:spcBef>
                  <a:spcPct val="0"/>
                </a:spcBef>
                <a:buClrTx/>
                <a:buSzTx/>
                <a:buFontTx/>
                <a:buNone/>
              </a:pPr>
              <a:t>18</a:t>
            </a:fld>
            <a:endParaRPr lang="en-US" altLang="zh-CN" sz="1200">
              <a:ea typeface="宋体" panose="02010600030101010101" pitchFamily="2" charset="-122"/>
            </a:endParaRPr>
          </a:p>
        </p:txBody>
      </p:sp>
      <p:sp>
        <p:nvSpPr>
          <p:cNvPr id="15374" name="Date Placeholder 1">
            <a:extLst>
              <a:ext uri="{FF2B5EF4-FFF2-40B4-BE49-F238E27FC236}">
                <a16:creationId xmlns:a16="http://schemas.microsoft.com/office/drawing/2014/main" id="{3B9FCA5E-74CE-01D3-2B04-5DD3B226F7D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B1BC7109-E2CB-484C-8754-4934E91497FF}" type="datetime4">
              <a:rPr lang="en-US" altLang="zh-CN" sz="1200">
                <a:ea typeface="宋体" panose="02010600030101010101" pitchFamily="2" charset="-122"/>
              </a:rPr>
              <a:pPr>
                <a:spcBef>
                  <a:spcPct val="0"/>
                </a:spcBef>
                <a:buClrTx/>
                <a:buSzTx/>
                <a:buFontTx/>
                <a:buNone/>
              </a:pPr>
              <a:t>June 26, 2024</a:t>
            </a:fld>
            <a:endParaRPr lang="zh-CN" altLang="en-US" sz="12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4407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4407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407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4406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4407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4406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4407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4407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440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68" grpId="0" animBg="1"/>
      <p:bldP spid="344069" grpId="0"/>
      <p:bldP spid="344071" grpId="0" animBg="1"/>
      <p:bldP spid="344072" grpId="0"/>
      <p:bldP spid="344074" grpId="0" animBg="1"/>
      <p:bldP spid="34407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AC99DDF3-C2E4-9CF4-02BC-827E72FF1D8C}"/>
              </a:ext>
            </a:extLst>
          </p:cNvPr>
          <p:cNvSpPr>
            <a:spLocks noGrp="1" noChangeArrowheads="1"/>
          </p:cNvSpPr>
          <p:nvPr>
            <p:ph type="title"/>
          </p:nvPr>
        </p:nvSpPr>
        <p:spPr>
          <a:xfrm>
            <a:off x="1524000" y="76200"/>
            <a:ext cx="9144000" cy="838200"/>
          </a:xfrm>
        </p:spPr>
        <p:txBody>
          <a:bodyPr/>
          <a:lstStyle/>
          <a:p>
            <a:pPr eaLnBrk="1" hangingPunct="1"/>
            <a:r>
              <a:rPr lang="en-US" altLang="zh-CN" sz="3600">
                <a:ea typeface="宋体" panose="02010600030101010101" pitchFamily="2" charset="-122"/>
              </a:rPr>
              <a:t>Outline of Kocher</a:t>
            </a:r>
            <a:r>
              <a:rPr lang="en-US" altLang="zh-CN" sz="3600">
                <a:latin typeface="Tahoma" panose="020B0604030504040204" pitchFamily="34" charset="0"/>
                <a:ea typeface="宋体" panose="02010600030101010101" pitchFamily="2" charset="-122"/>
              </a:rPr>
              <a:t>’</a:t>
            </a:r>
            <a:r>
              <a:rPr lang="en-US" altLang="zh-CN" sz="3600">
                <a:ea typeface="宋体" panose="02010600030101010101" pitchFamily="2" charset="-122"/>
              </a:rPr>
              <a:t>s Attack</a:t>
            </a:r>
          </a:p>
        </p:txBody>
      </p:sp>
      <p:sp>
        <p:nvSpPr>
          <p:cNvPr id="17411" name="Rectangle 3">
            <a:extLst>
              <a:ext uri="{FF2B5EF4-FFF2-40B4-BE49-F238E27FC236}">
                <a16:creationId xmlns:a16="http://schemas.microsoft.com/office/drawing/2014/main" id="{4A942B56-840F-2A77-CEC2-F2E734C60475}"/>
              </a:ext>
            </a:extLst>
          </p:cNvPr>
          <p:cNvSpPr>
            <a:spLocks noGrp="1" noChangeArrowheads="1"/>
          </p:cNvSpPr>
          <p:nvPr>
            <p:ph idx="1"/>
          </p:nvPr>
        </p:nvSpPr>
        <p:spPr>
          <a:xfrm>
            <a:off x="1981200" y="1371600"/>
            <a:ext cx="8382000" cy="4457700"/>
          </a:xfrm>
        </p:spPr>
        <p:txBody>
          <a:bodyPr/>
          <a:lstStyle/>
          <a:p>
            <a:pPr eaLnBrk="1" hangingPunct="1"/>
            <a:r>
              <a:rPr lang="en-US" altLang="zh-CN" sz="2400" dirty="0">
                <a:ea typeface="宋体" panose="02010600030101010101" pitchFamily="2" charset="-122"/>
              </a:rPr>
              <a:t>Idea: </a:t>
            </a:r>
            <a:r>
              <a:rPr lang="en-US" altLang="zh-CN" sz="2400" dirty="0">
                <a:solidFill>
                  <a:srgbClr val="00B050"/>
                </a:solidFill>
                <a:ea typeface="宋体" panose="02010600030101010101" pitchFamily="2" charset="-122"/>
              </a:rPr>
              <a:t>guess some bits of the exponent and predict how long decryption will take</a:t>
            </a:r>
          </a:p>
          <a:p>
            <a:pPr eaLnBrk="1" hangingPunct="1"/>
            <a:r>
              <a:rPr lang="en-US" altLang="zh-CN" sz="2400" dirty="0">
                <a:ea typeface="宋体" panose="02010600030101010101" pitchFamily="2" charset="-122"/>
              </a:rPr>
              <a:t>If guess is correct, we will observe correlation; if incorrect, then prediction will look random</a:t>
            </a:r>
          </a:p>
          <a:p>
            <a:pPr lvl="1" eaLnBrk="1" hangingPunct="1"/>
            <a:r>
              <a:rPr lang="en-US" altLang="zh-CN" dirty="0">
                <a:ea typeface="宋体" panose="02010600030101010101" pitchFamily="2" charset="-122"/>
              </a:rPr>
              <a:t>This is a signal detection problem, where signal is timing variation due to guessed exponent bits</a:t>
            </a:r>
          </a:p>
          <a:p>
            <a:pPr lvl="1" eaLnBrk="1" hangingPunct="1"/>
            <a:r>
              <a:rPr lang="en-US" altLang="zh-CN" dirty="0">
                <a:ea typeface="宋体" panose="02010600030101010101" pitchFamily="2" charset="-122"/>
              </a:rPr>
              <a:t>The more bits you already know, the stronger the signal, thus easier to detect (error-correction property)</a:t>
            </a:r>
          </a:p>
          <a:p>
            <a:pPr eaLnBrk="1" hangingPunct="1"/>
            <a:r>
              <a:rPr lang="en-US" altLang="zh-CN" sz="2400" dirty="0">
                <a:ea typeface="宋体" panose="02010600030101010101" pitchFamily="2" charset="-122"/>
              </a:rPr>
              <a:t>Start by guessing a few top bits, look at correlations for each guess, pick the most promising candidate and continue</a:t>
            </a:r>
          </a:p>
        </p:txBody>
      </p:sp>
      <p:sp>
        <p:nvSpPr>
          <p:cNvPr id="17412" name="Slide Number Placeholder 3">
            <a:extLst>
              <a:ext uri="{FF2B5EF4-FFF2-40B4-BE49-F238E27FC236}">
                <a16:creationId xmlns:a16="http://schemas.microsoft.com/office/drawing/2014/main" id="{8A17BABC-FABD-758C-BF12-831215540D5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368BBDA2-6408-471D-A703-80C8ACB07D76}" type="slidenum">
              <a:rPr lang="en-US" altLang="zh-CN" sz="1200">
                <a:ea typeface="宋体" panose="02010600030101010101" pitchFamily="2" charset="-122"/>
              </a:rPr>
              <a:pPr>
                <a:spcBef>
                  <a:spcPct val="0"/>
                </a:spcBef>
                <a:buClrTx/>
                <a:buSzTx/>
                <a:buFontTx/>
                <a:buNone/>
              </a:pPr>
              <a:t>19</a:t>
            </a:fld>
            <a:endParaRPr lang="en-US" altLang="zh-CN" sz="1200">
              <a:ea typeface="宋体" panose="02010600030101010101" pitchFamily="2" charset="-122"/>
            </a:endParaRPr>
          </a:p>
        </p:txBody>
      </p:sp>
      <p:sp>
        <p:nvSpPr>
          <p:cNvPr id="17413" name="Date Placeholder 1">
            <a:extLst>
              <a:ext uri="{FF2B5EF4-FFF2-40B4-BE49-F238E27FC236}">
                <a16:creationId xmlns:a16="http://schemas.microsoft.com/office/drawing/2014/main" id="{A1FAD882-D410-B577-5A41-771C1CEEE79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14C4D29D-5625-4202-A5AD-0884B0438C0D}" type="datetime4">
              <a:rPr lang="en-US" altLang="zh-CN" sz="1200">
                <a:ea typeface="宋体" panose="02010600030101010101" pitchFamily="2" charset="-122"/>
              </a:rPr>
              <a:pPr>
                <a:spcBef>
                  <a:spcPct val="0"/>
                </a:spcBef>
                <a:buClrTx/>
                <a:buSzTx/>
                <a:buFontTx/>
                <a:buNone/>
              </a:pPr>
              <a:t>June 26, 2024</a:t>
            </a:fld>
            <a:endParaRPr lang="zh-CN" altLang="en-US" sz="1200">
              <a:ea typeface="宋体" panose="02010600030101010101" pitchFamily="2" charset="-122"/>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189</TotalTime>
  <Words>1920</Words>
  <Application>Microsoft Office PowerPoint</Application>
  <PresentationFormat>Widescreen</PresentationFormat>
  <Paragraphs>196</Paragraphs>
  <Slides>19</Slides>
  <Notes>12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19</vt:i4>
      </vt:variant>
    </vt:vector>
  </HeadingPairs>
  <TitlesOfParts>
    <vt:vector size="31" baseType="lpstr">
      <vt:lpstr>MS PGothic</vt:lpstr>
      <vt:lpstr>MS PGothic</vt:lpstr>
      <vt:lpstr>宋体</vt:lpstr>
      <vt:lpstr>Arial</vt:lpstr>
      <vt:lpstr>Calibri</vt:lpstr>
      <vt:lpstr>Courier New</vt:lpstr>
      <vt:lpstr>Garamond</vt:lpstr>
      <vt:lpstr>Lucida Sans</vt:lpstr>
      <vt:lpstr>Tahoma</vt:lpstr>
      <vt:lpstr>Times New Roman</vt:lpstr>
      <vt:lpstr>Wingdings</vt:lpstr>
      <vt:lpstr>Savon</vt:lpstr>
      <vt:lpstr>EECS 388:  Embedded Systems</vt:lpstr>
      <vt:lpstr>What Really is Side-Channel Attack?</vt:lpstr>
      <vt:lpstr>What Really is Side-Channel Attack?</vt:lpstr>
      <vt:lpstr>Side channel in Embedded Systems </vt:lpstr>
      <vt:lpstr>Power Side channel </vt:lpstr>
      <vt:lpstr>Circuit Operation vs Power Signature </vt:lpstr>
      <vt:lpstr>Why different operation consume different power </vt:lpstr>
      <vt:lpstr>Identifying Patterns</vt:lpstr>
      <vt:lpstr>Simple Power Analysis (SPA)</vt:lpstr>
      <vt:lpstr> DES Basic Structure</vt:lpstr>
      <vt:lpstr>Observing DES Rounds</vt:lpstr>
      <vt:lpstr>Observing DES Rounds</vt:lpstr>
      <vt:lpstr>More Operations </vt:lpstr>
      <vt:lpstr>Timing attacks</vt:lpstr>
      <vt:lpstr>PowerPoint Presentation</vt:lpstr>
      <vt:lpstr>Simple Example </vt:lpstr>
      <vt:lpstr>Timing Attack on RSA Cryptosystem</vt:lpstr>
      <vt:lpstr>Kocher’s Observation</vt:lpstr>
      <vt:lpstr>Outline of Kocher’s Attack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Hoque, Tamzidul</dc:creator>
  <cp:lastModifiedBy>Hasan, Mahmudul</cp:lastModifiedBy>
  <cp:revision>2121</cp:revision>
  <dcterms:created xsi:type="dcterms:W3CDTF">2023-04-17T23:06:40Z</dcterms:created>
  <dcterms:modified xsi:type="dcterms:W3CDTF">2024-06-26T20:10:34Z</dcterms:modified>
</cp:coreProperties>
</file>